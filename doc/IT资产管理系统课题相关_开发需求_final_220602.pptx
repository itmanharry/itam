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xml" ContentType="application/vnd.openxmlformats-officedocument.presentationml.notesSlide+xml"/>
  <Override PartName="/ppt/theme/themeOverride1.xml" ContentType="application/vnd.openxmlformats-officedocument.themeOverr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notesSlides/notesSlide2.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3.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4.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5.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notesSlides/notesSlide6.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notesSlides/notesSlide7.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4"/>
  </p:sldMasterIdLst>
  <p:notesMasterIdLst>
    <p:notesMasterId r:id="rId22"/>
  </p:notesMasterIdLst>
  <p:handoutMasterIdLst>
    <p:handoutMasterId r:id="rId23"/>
  </p:handoutMasterIdLst>
  <p:sldIdLst>
    <p:sldId id="351" r:id="rId5"/>
    <p:sldId id="359" r:id="rId6"/>
    <p:sldId id="358" r:id="rId7"/>
    <p:sldId id="360" r:id="rId8"/>
    <p:sldId id="375" r:id="rId9"/>
    <p:sldId id="361" r:id="rId10"/>
    <p:sldId id="362" r:id="rId11"/>
    <p:sldId id="364" r:id="rId12"/>
    <p:sldId id="365" r:id="rId13"/>
    <p:sldId id="366" r:id="rId14"/>
    <p:sldId id="378" r:id="rId15"/>
    <p:sldId id="368" r:id="rId16"/>
    <p:sldId id="370" r:id="rId17"/>
    <p:sldId id="373" r:id="rId18"/>
    <p:sldId id="369" r:id="rId19"/>
    <p:sldId id="376" r:id="rId20"/>
    <p:sldId id="377" r:id="rId21"/>
  </p:sldIdLst>
  <p:sldSz cx="9906000" cy="6858000" type="A4"/>
  <p:notesSz cx="6797675" cy="9928225"/>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8">
          <p15:clr>
            <a:srgbClr val="A4A3A4"/>
          </p15:clr>
        </p15:guide>
        <p15:guide id="2" pos="317">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A6"/>
    <a:srgbClr val="EC6114"/>
    <a:srgbClr val="0000FF"/>
    <a:srgbClr val="8B99A2"/>
    <a:srgbClr val="FFFFFF"/>
    <a:srgbClr val="48535A"/>
    <a:srgbClr val="06286B"/>
    <a:srgbClr val="0054A5"/>
    <a:srgbClr val="00AB4E"/>
    <a:srgbClr val="5B64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08B25E-68F6-46EA-8FE3-955851677BDA}" v="5" dt="2022-03-09T02:11:04.247"/>
    <p1510:client id="{567EDB7A-17DE-4960-B0E1-D2E497E5EBB5}" v="39" dt="2022-03-09T06:08:46.923"/>
    <p1510:client id="{5E1DC349-3B60-48FA-9FC8-BFD3595B2840}" v="9" dt="2022-03-09T07:43:50.688"/>
    <p1510:client id="{79CF7D87-13F6-4C0C-BC9C-20610DC94CAD}" v="74" dt="2022-03-09T04:50:44.417"/>
    <p1510:client id="{9A951222-A66E-4B7B-9A60-F6CEBA664194}" v="68" dt="2022-03-09T04:47:26.214"/>
    <p1510:client id="{9ADEA63A-84D7-4574-A0AD-C3926C1B3691}" v="61" dt="2022-03-09T01:34:07.031"/>
    <p1510:client id="{9FB4597B-227A-482B-9170-7FE5CD94B5D1}" v="1" dt="2022-03-09T03:10:26.999"/>
    <p1510:client id="{AE3E8E01-05FC-4E20-905E-C0B04BDB4FF8}" v="2" dt="2022-03-09T07:36:46.898"/>
    <p1510:client id="{F2A1DC7F-5084-461A-8F6D-906216E4A27D}" v="471" dt="2022-03-09T03:09:27.140"/>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94" autoAdjust="0"/>
    <p:restoredTop sz="92547" autoAdjust="0"/>
  </p:normalViewPr>
  <p:slideViewPr>
    <p:cSldViewPr snapToGrid="0">
      <p:cViewPr varScale="1">
        <p:scale>
          <a:sx n="90" d="100"/>
          <a:sy n="90" d="100"/>
        </p:scale>
        <p:origin x="1210" y="53"/>
      </p:cViewPr>
      <p:guideLst>
        <p:guide orient="horz" pos="3748"/>
        <p:guide pos="317"/>
      </p:guideLst>
    </p:cSldViewPr>
  </p:slideViewPr>
  <p:notesTextViewPr>
    <p:cViewPr>
      <p:scale>
        <a:sx n="1" d="1"/>
        <a:sy n="1" d="1"/>
      </p:scale>
      <p:origin x="0" y="0"/>
    </p:cViewPr>
  </p:notesText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勇刚(Yonggang Yu) Senior Supervisor DICI" userId="S::yonggang.yu@doosan.com::a30d1530-d6aa-402d-81a3-f4a388fe5fb2" providerId="AD" clId="Web-{8B7DE84B-D8A9-4CBA-AD91-053EEDCB1549}"/>
    <pc:docChg chg="modSld">
      <pc:chgData name="于勇刚(Yonggang Yu) Senior Supervisor DICI" userId="S::yonggang.yu@doosan.com::a30d1530-d6aa-402d-81a3-f4a388fe5fb2" providerId="AD" clId="Web-{8B7DE84B-D8A9-4CBA-AD91-053EEDCB1549}" dt="2022-02-23T02:25:30.154" v="55" actId="20577"/>
      <pc:docMkLst>
        <pc:docMk/>
      </pc:docMkLst>
      <pc:sldChg chg="modSp">
        <pc:chgData name="于勇刚(Yonggang Yu) Senior Supervisor DICI" userId="S::yonggang.yu@doosan.com::a30d1530-d6aa-402d-81a3-f4a388fe5fb2" providerId="AD" clId="Web-{8B7DE84B-D8A9-4CBA-AD91-053EEDCB1549}" dt="2022-02-23T02:25:30.154" v="55" actId="20577"/>
        <pc:sldMkLst>
          <pc:docMk/>
          <pc:sldMk cId="808505278" sldId="361"/>
        </pc:sldMkLst>
        <pc:spChg chg="mod">
          <ac:chgData name="于勇刚(Yonggang Yu) Senior Supervisor DICI" userId="S::yonggang.yu@doosan.com::a30d1530-d6aa-402d-81a3-f4a388fe5fb2" providerId="AD" clId="Web-{8B7DE84B-D8A9-4CBA-AD91-053EEDCB1549}" dt="2022-02-23T02:25:30.154" v="55" actId="20577"/>
          <ac:spMkLst>
            <pc:docMk/>
            <pc:sldMk cId="808505278" sldId="361"/>
            <ac:spMk id="12" creationId="{C1C4B85D-DE51-460E-B776-381922F67299}"/>
          </ac:spMkLst>
        </pc:spChg>
      </pc:sldChg>
    </pc:docChg>
  </pc:docChgLst>
  <pc:docChgLst>
    <pc:chgData clId="Web-{9E3B5129-0454-41B0-96BE-DC0A90A1ACBC}"/>
    <pc:docChg chg="modSld">
      <pc:chgData name="" userId="" providerId="" clId="Web-{9E3B5129-0454-41B0-96BE-DC0A90A1ACBC}" dt="2022-02-16T04:23:03.920" v="0" actId="20577"/>
      <pc:docMkLst>
        <pc:docMk/>
      </pc:docMkLst>
      <pc:sldChg chg="modSp">
        <pc:chgData name="" userId="" providerId="" clId="Web-{9E3B5129-0454-41B0-96BE-DC0A90A1ACBC}" dt="2022-02-16T04:23:03.920" v="0" actId="20577"/>
        <pc:sldMkLst>
          <pc:docMk/>
          <pc:sldMk cId="1999716725" sldId="351"/>
        </pc:sldMkLst>
        <pc:spChg chg="mod">
          <ac:chgData name="" userId="" providerId="" clId="Web-{9E3B5129-0454-41B0-96BE-DC0A90A1ACBC}" dt="2022-02-16T04:23:03.920" v="0" actId="20577"/>
          <ac:spMkLst>
            <pc:docMk/>
            <pc:sldMk cId="1999716725" sldId="351"/>
            <ac:spMk id="3" creationId="{476C744D-C169-4196-ADCA-1E41482DD349}"/>
          </ac:spMkLst>
        </pc:spChg>
      </pc:sldChg>
    </pc:docChg>
  </pc:docChgLst>
  <pc:docChgLst>
    <pc:chgData name="李菲菲(Feifei Li) Senior Supervisor DICI" userId="S::feifei.li@doosan.com::a4140b9e-fef3-45a0-9ae1-ceb4f2bf668d" providerId="AD" clId="Web-{CE39AD6D-DBB2-4558-AB86-DAA374E385C0}"/>
    <pc:docChg chg="modSld">
      <pc:chgData name="李菲菲(Feifei Li) Senior Supervisor DICI" userId="S::feifei.li@doosan.com::a4140b9e-fef3-45a0-9ae1-ceb4f2bf668d" providerId="AD" clId="Web-{CE39AD6D-DBB2-4558-AB86-DAA374E385C0}" dt="2022-02-16T05:56:20.176" v="400" actId="20577"/>
      <pc:docMkLst>
        <pc:docMk/>
      </pc:docMkLst>
      <pc:sldChg chg="modSp">
        <pc:chgData name="李菲菲(Feifei Li) Senior Supervisor DICI" userId="S::feifei.li@doosan.com::a4140b9e-fef3-45a0-9ae1-ceb4f2bf668d" providerId="AD" clId="Web-{CE39AD6D-DBB2-4558-AB86-DAA374E385C0}" dt="2022-02-16T05:56:20.176" v="400" actId="20577"/>
        <pc:sldMkLst>
          <pc:docMk/>
          <pc:sldMk cId="1069477415" sldId="360"/>
        </pc:sldMkLst>
        <pc:spChg chg="mod">
          <ac:chgData name="李菲菲(Feifei Li) Senior Supervisor DICI" userId="S::feifei.li@doosan.com::a4140b9e-fef3-45a0-9ae1-ceb4f2bf668d" providerId="AD" clId="Web-{CE39AD6D-DBB2-4558-AB86-DAA374E385C0}" dt="2022-02-16T05:56:20.176" v="400" actId="20577"/>
          <ac:spMkLst>
            <pc:docMk/>
            <pc:sldMk cId="1069477415" sldId="360"/>
            <ac:spMk id="12" creationId="{C1C4B85D-DE51-460E-B776-381922F67299}"/>
          </ac:spMkLst>
        </pc:spChg>
      </pc:sldChg>
    </pc:docChg>
  </pc:docChgLst>
  <pc:docChgLst>
    <pc:chgData name="侯艳艳(Yanyan Hou) Senior Supervisor DICI" userId="a0f19c3f-1e5f-4db3-99d5-027febdc63f9" providerId="ADAL" clId="{05A66C21-F7B2-44B3-8EBB-27706DF4ED82}"/>
    <pc:docChg chg="undo redo custSel modSld">
      <pc:chgData name="侯艳艳(Yanyan Hou) Senior Supervisor DICI" userId="a0f19c3f-1e5f-4db3-99d5-027febdc63f9" providerId="ADAL" clId="{05A66C21-F7B2-44B3-8EBB-27706DF4ED82}" dt="2022-02-23T11:12:45.308" v="30" actId="20577"/>
      <pc:docMkLst>
        <pc:docMk/>
      </pc:docMkLst>
      <pc:sldChg chg="addSp delSp modSp mod">
        <pc:chgData name="侯艳艳(Yanyan Hou) Senior Supervisor DICI" userId="a0f19c3f-1e5f-4db3-99d5-027febdc63f9" providerId="ADAL" clId="{05A66C21-F7B2-44B3-8EBB-27706DF4ED82}" dt="2022-02-23T11:12:45.308" v="30" actId="20577"/>
        <pc:sldMkLst>
          <pc:docMk/>
          <pc:sldMk cId="2299939790" sldId="364"/>
        </pc:sldMkLst>
        <pc:spChg chg="mod">
          <ac:chgData name="侯艳艳(Yanyan Hou) Senior Supervisor DICI" userId="a0f19c3f-1e5f-4db3-99d5-027febdc63f9" providerId="ADAL" clId="{05A66C21-F7B2-44B3-8EBB-27706DF4ED82}" dt="2022-02-23T11:12:45.308" v="30" actId="20577"/>
          <ac:spMkLst>
            <pc:docMk/>
            <pc:sldMk cId="2299939790" sldId="364"/>
            <ac:spMk id="4" creationId="{679154EF-4B26-4C65-ADF5-53FE646CF2FD}"/>
          </ac:spMkLst>
        </pc:spChg>
        <pc:spChg chg="del">
          <ac:chgData name="侯艳艳(Yanyan Hou) Senior Supervisor DICI" userId="a0f19c3f-1e5f-4db3-99d5-027febdc63f9" providerId="ADAL" clId="{05A66C21-F7B2-44B3-8EBB-27706DF4ED82}" dt="2022-02-23T11:10:23.465" v="0" actId="478"/>
          <ac:spMkLst>
            <pc:docMk/>
            <pc:sldMk cId="2299939790" sldId="364"/>
            <ac:spMk id="10" creationId="{C5FFA31E-B159-4492-8CDC-445AE9FAAF65}"/>
          </ac:spMkLst>
        </pc:spChg>
        <pc:spChg chg="add mod">
          <ac:chgData name="侯艳艳(Yanyan Hou) Senior Supervisor DICI" userId="a0f19c3f-1e5f-4db3-99d5-027febdc63f9" providerId="ADAL" clId="{05A66C21-F7B2-44B3-8EBB-27706DF4ED82}" dt="2022-02-23T11:11:30.635" v="26" actId="20577"/>
          <ac:spMkLst>
            <pc:docMk/>
            <pc:sldMk cId="2299939790" sldId="364"/>
            <ac:spMk id="13" creationId="{4852DB0A-E1B8-4777-95EB-69BF9923DE10}"/>
          </ac:spMkLst>
        </pc:spChg>
        <pc:spChg chg="add mod">
          <ac:chgData name="侯艳艳(Yanyan Hou) Senior Supervisor DICI" userId="a0f19c3f-1e5f-4db3-99d5-027febdc63f9" providerId="ADAL" clId="{05A66C21-F7B2-44B3-8EBB-27706DF4ED82}" dt="2022-02-23T11:10:37.366" v="1"/>
          <ac:spMkLst>
            <pc:docMk/>
            <pc:sldMk cId="2299939790" sldId="364"/>
            <ac:spMk id="15" creationId="{4DCF41E5-B6B2-4A04-8BA7-0914018D25BE}"/>
          </ac:spMkLst>
        </pc:spChg>
        <pc:spChg chg="del">
          <ac:chgData name="侯艳艳(Yanyan Hou) Senior Supervisor DICI" userId="a0f19c3f-1e5f-4db3-99d5-027febdc63f9" providerId="ADAL" clId="{05A66C21-F7B2-44B3-8EBB-27706DF4ED82}" dt="2022-02-23T11:10:23.465" v="0" actId="478"/>
          <ac:spMkLst>
            <pc:docMk/>
            <pc:sldMk cId="2299939790" sldId="364"/>
            <ac:spMk id="17" creationId="{423AAE83-E0EA-4E8C-AF19-ED0DD3D525D1}"/>
          </ac:spMkLst>
        </pc:spChg>
        <pc:graphicFrameChg chg="add mod">
          <ac:chgData name="侯艳艳(Yanyan Hou) Senior Supervisor DICI" userId="a0f19c3f-1e5f-4db3-99d5-027febdc63f9" providerId="ADAL" clId="{05A66C21-F7B2-44B3-8EBB-27706DF4ED82}" dt="2022-02-23T11:11:25.539" v="25" actId="1035"/>
          <ac:graphicFrameMkLst>
            <pc:docMk/>
            <pc:sldMk cId="2299939790" sldId="364"/>
            <ac:graphicFrameMk id="16" creationId="{9848AD4F-CDF4-463C-9AC0-CB0AE6DF7FCB}"/>
          </ac:graphicFrameMkLst>
        </pc:graphicFrameChg>
        <pc:graphicFrameChg chg="del">
          <ac:chgData name="侯艳艳(Yanyan Hou) Senior Supervisor DICI" userId="a0f19c3f-1e5f-4db3-99d5-027febdc63f9" providerId="ADAL" clId="{05A66C21-F7B2-44B3-8EBB-27706DF4ED82}" dt="2022-02-23T11:10:23.465" v="0" actId="478"/>
          <ac:graphicFrameMkLst>
            <pc:docMk/>
            <pc:sldMk cId="2299939790" sldId="364"/>
            <ac:graphicFrameMk id="18" creationId="{3E3E7B5E-C717-41CB-B8D5-0719157ED242}"/>
          </ac:graphicFrameMkLst>
        </pc:graphicFrameChg>
      </pc:sldChg>
    </pc:docChg>
  </pc:docChgLst>
  <pc:docChgLst>
    <pc:chgData name="王圣民(Shengmin Wang) Deputy General Manager DDI China" userId="S::shengmin.wang@doosan.com::73f74af9-cc29-49b7-a296-63969f9819e4" providerId="AD" clId="Web-{E5ACA79D-F66F-41FF-8D81-A8A0643649B7}"/>
    <pc:docChg chg="modSld">
      <pc:chgData name="王圣民(Shengmin Wang) Deputy General Manager DDI China" userId="S::shengmin.wang@doosan.com::73f74af9-cc29-49b7-a296-63969f9819e4" providerId="AD" clId="Web-{E5ACA79D-F66F-41FF-8D81-A8A0643649B7}" dt="2022-03-02T02:48:46.950" v="192" actId="20577"/>
      <pc:docMkLst>
        <pc:docMk/>
      </pc:docMkLst>
      <pc:sldChg chg="modSp">
        <pc:chgData name="王圣民(Shengmin Wang) Deputy General Manager DDI China" userId="S::shengmin.wang@doosan.com::73f74af9-cc29-49b7-a296-63969f9819e4" providerId="AD" clId="Web-{E5ACA79D-F66F-41FF-8D81-A8A0643649B7}" dt="2022-03-02T02:48:46.950" v="192" actId="20577"/>
        <pc:sldMkLst>
          <pc:docMk/>
          <pc:sldMk cId="913674899" sldId="365"/>
        </pc:sldMkLst>
        <pc:spChg chg="mod">
          <ac:chgData name="王圣民(Shengmin Wang) Deputy General Manager DDI China" userId="S::shengmin.wang@doosan.com::73f74af9-cc29-49b7-a296-63969f9819e4" providerId="AD" clId="Web-{E5ACA79D-F66F-41FF-8D81-A8A0643649B7}" dt="2022-03-02T02:46:02.872" v="3" actId="20577"/>
          <ac:spMkLst>
            <pc:docMk/>
            <pc:sldMk cId="913674899" sldId="365"/>
            <ac:spMk id="4" creationId="{679154EF-4B26-4C65-ADF5-53FE646CF2FD}"/>
          </ac:spMkLst>
        </pc:spChg>
        <pc:spChg chg="mod">
          <ac:chgData name="王圣民(Shengmin Wang) Deputy General Manager DDI China" userId="S::shengmin.wang@doosan.com::73f74af9-cc29-49b7-a296-63969f9819e4" providerId="AD" clId="Web-{E5ACA79D-F66F-41FF-8D81-A8A0643649B7}" dt="2022-03-02T02:48:46.950" v="192" actId="20577"/>
          <ac:spMkLst>
            <pc:docMk/>
            <pc:sldMk cId="913674899" sldId="365"/>
            <ac:spMk id="12" creationId="{C1C4B85D-DE51-460E-B776-381922F67299}"/>
          </ac:spMkLst>
        </pc:spChg>
      </pc:sldChg>
    </pc:docChg>
  </pc:docChgLst>
  <pc:docChgLst>
    <pc:chgData name="李菲菲(Feifei Li) Senior Supervisor DICI" userId="S::feifei.li@doosan.com::a4140b9e-fef3-45a0-9ae1-ceb4f2bf668d" providerId="AD" clId="Web-{59B67ED1-BAD0-4220-9393-4E707813C870}"/>
    <pc:docChg chg="modSld">
      <pc:chgData name="李菲菲(Feifei Li) Senior Supervisor DICI" userId="S::feifei.li@doosan.com::a4140b9e-fef3-45a0-9ae1-ceb4f2bf668d" providerId="AD" clId="Web-{59B67ED1-BAD0-4220-9393-4E707813C870}" dt="2022-02-09T02:40:34.744" v="451" actId="20577"/>
      <pc:docMkLst>
        <pc:docMk/>
      </pc:docMkLst>
      <pc:sldChg chg="modSp">
        <pc:chgData name="李菲菲(Feifei Li) Senior Supervisor DICI" userId="S::feifei.li@doosan.com::a4140b9e-fef3-45a0-9ae1-ceb4f2bf668d" providerId="AD" clId="Web-{59B67ED1-BAD0-4220-9393-4E707813C870}" dt="2022-02-09T02:40:34.744" v="451" actId="20577"/>
        <pc:sldMkLst>
          <pc:docMk/>
          <pc:sldMk cId="1069477415" sldId="360"/>
        </pc:sldMkLst>
        <pc:spChg chg="mod">
          <ac:chgData name="李菲菲(Feifei Li) Senior Supervisor DICI" userId="S::feifei.li@doosan.com::a4140b9e-fef3-45a0-9ae1-ceb4f2bf668d" providerId="AD" clId="Web-{59B67ED1-BAD0-4220-9393-4E707813C870}" dt="2022-02-09T02:40:07.494" v="446" actId="20577"/>
          <ac:spMkLst>
            <pc:docMk/>
            <pc:sldMk cId="1069477415" sldId="360"/>
            <ac:spMk id="4" creationId="{679154EF-4B26-4C65-ADF5-53FE646CF2FD}"/>
          </ac:spMkLst>
        </pc:spChg>
        <pc:spChg chg="mod">
          <ac:chgData name="李菲菲(Feifei Li) Senior Supervisor DICI" userId="S::feifei.li@doosan.com::a4140b9e-fef3-45a0-9ae1-ceb4f2bf668d" providerId="AD" clId="Web-{59B67ED1-BAD0-4220-9393-4E707813C870}" dt="2022-02-09T02:40:34.744" v="451" actId="20577"/>
          <ac:spMkLst>
            <pc:docMk/>
            <pc:sldMk cId="1069477415" sldId="360"/>
            <ac:spMk id="12" creationId="{C1C4B85D-DE51-460E-B776-381922F67299}"/>
          </ac:spMkLst>
        </pc:spChg>
      </pc:sldChg>
    </pc:docChg>
  </pc:docChgLst>
  <pc:docChgLst>
    <pc:chgData name="李菲菲(Feifei Li) Senior Supervisor DICI" userId="S::feifei.li@doosan.com::a4140b9e-fef3-45a0-9ae1-ceb4f2bf668d" providerId="AD" clId="Web-{BB0C9C11-DB11-4105-80B3-29E871938098}"/>
    <pc:docChg chg="modSld">
      <pc:chgData name="李菲菲(Feifei Li) Senior Supervisor DICI" userId="S::feifei.li@doosan.com::a4140b9e-fef3-45a0-9ae1-ceb4f2bf668d" providerId="AD" clId="Web-{BB0C9C11-DB11-4105-80B3-29E871938098}" dt="2022-01-26T02:48:18.461" v="7" actId="20577"/>
      <pc:docMkLst>
        <pc:docMk/>
      </pc:docMkLst>
      <pc:sldChg chg="modSp">
        <pc:chgData name="李菲菲(Feifei Li) Senior Supervisor DICI" userId="S::feifei.li@doosan.com::a4140b9e-fef3-45a0-9ae1-ceb4f2bf668d" providerId="AD" clId="Web-{BB0C9C11-DB11-4105-80B3-29E871938098}" dt="2022-01-26T02:48:18.461" v="7" actId="20577"/>
        <pc:sldMkLst>
          <pc:docMk/>
          <pc:sldMk cId="1069477415" sldId="360"/>
        </pc:sldMkLst>
        <pc:spChg chg="mod">
          <ac:chgData name="李菲菲(Feifei Li) Senior Supervisor DICI" userId="S::feifei.li@doosan.com::a4140b9e-fef3-45a0-9ae1-ceb4f2bf668d" providerId="AD" clId="Web-{BB0C9C11-DB11-4105-80B3-29E871938098}" dt="2022-01-26T02:48:18.461" v="7" actId="20577"/>
          <ac:spMkLst>
            <pc:docMk/>
            <pc:sldMk cId="1069477415" sldId="360"/>
            <ac:spMk id="4" creationId="{679154EF-4B26-4C65-ADF5-53FE646CF2FD}"/>
          </ac:spMkLst>
        </pc:spChg>
      </pc:sldChg>
    </pc:docChg>
  </pc:docChgLst>
  <pc:docChgLst>
    <pc:chgData name="程国前(Guoqian Cheng) Manager DICI" userId="S::guoqian.cheng@doosan.com::62df963a-90a1-4059-9560-4efe3a0595d2" providerId="AD" clId="Web-{F299F796-4836-472F-B52B-7917A512A166}"/>
    <pc:docChg chg="modSld">
      <pc:chgData name="程国前(Guoqian Cheng) Manager DICI" userId="S::guoqian.cheng@doosan.com::62df963a-90a1-4059-9560-4efe3a0595d2" providerId="AD" clId="Web-{F299F796-4836-472F-B52B-7917A512A166}" dt="2022-02-23T02:58:06.277" v="31" actId="20577"/>
      <pc:docMkLst>
        <pc:docMk/>
      </pc:docMkLst>
      <pc:sldChg chg="modSp">
        <pc:chgData name="程国前(Guoqian Cheng) Manager DICI" userId="S::guoqian.cheng@doosan.com::62df963a-90a1-4059-9560-4efe3a0595d2" providerId="AD" clId="Web-{F299F796-4836-472F-B52B-7917A512A166}" dt="2022-02-23T02:58:06.277" v="31" actId="20577"/>
        <pc:sldMkLst>
          <pc:docMk/>
          <pc:sldMk cId="754416650" sldId="363"/>
        </pc:sldMkLst>
        <pc:spChg chg="mod">
          <ac:chgData name="程国前(Guoqian Cheng) Manager DICI" userId="S::guoqian.cheng@doosan.com::62df963a-90a1-4059-9560-4efe3a0595d2" providerId="AD" clId="Web-{F299F796-4836-472F-B52B-7917A512A166}" dt="2022-02-23T02:58:06.277" v="31" actId="20577"/>
          <ac:spMkLst>
            <pc:docMk/>
            <pc:sldMk cId="754416650" sldId="363"/>
            <ac:spMk id="12" creationId="{C1C4B85D-DE51-460E-B776-381922F67299}"/>
          </ac:spMkLst>
        </pc:spChg>
      </pc:sldChg>
    </pc:docChg>
  </pc:docChgLst>
  <pc:docChgLst>
    <pc:chgData name="李菲菲(Feifei Li) Senior Supervisor DICI" userId="S::feifei.li@doosan.com::a4140b9e-fef3-45a0-9ae1-ceb4f2bf668d" providerId="AD" clId="Web-{F9180B13-9F44-47C2-9EBA-DE087A77666E}"/>
    <pc:docChg chg="modSld">
      <pc:chgData name="李菲菲(Feifei Li) Senior Supervisor DICI" userId="S::feifei.li@doosan.com::a4140b9e-fef3-45a0-9ae1-ceb4f2bf668d" providerId="AD" clId="Web-{F9180B13-9F44-47C2-9EBA-DE087A77666E}" dt="2022-02-16T06:03:26.829" v="118" actId="20577"/>
      <pc:docMkLst>
        <pc:docMk/>
      </pc:docMkLst>
      <pc:sldChg chg="modSp">
        <pc:chgData name="李菲菲(Feifei Li) Senior Supervisor DICI" userId="S::feifei.li@doosan.com::a4140b9e-fef3-45a0-9ae1-ceb4f2bf668d" providerId="AD" clId="Web-{F9180B13-9F44-47C2-9EBA-DE087A77666E}" dt="2022-02-16T06:03:26.829" v="118" actId="20577"/>
        <pc:sldMkLst>
          <pc:docMk/>
          <pc:sldMk cId="1069477415" sldId="360"/>
        </pc:sldMkLst>
        <pc:spChg chg="mod">
          <ac:chgData name="李菲菲(Feifei Li) Senior Supervisor DICI" userId="S::feifei.li@doosan.com::a4140b9e-fef3-45a0-9ae1-ceb4f2bf668d" providerId="AD" clId="Web-{F9180B13-9F44-47C2-9EBA-DE087A77666E}" dt="2022-02-16T06:01:41.923" v="63" actId="20577"/>
          <ac:spMkLst>
            <pc:docMk/>
            <pc:sldMk cId="1069477415" sldId="360"/>
            <ac:spMk id="11" creationId="{32A535B6-2F25-4675-BFD0-C02AFE7A5A13}"/>
          </ac:spMkLst>
        </pc:spChg>
        <pc:spChg chg="mod">
          <ac:chgData name="李菲菲(Feifei Li) Senior Supervisor DICI" userId="S::feifei.li@doosan.com::a4140b9e-fef3-45a0-9ae1-ceb4f2bf668d" providerId="AD" clId="Web-{F9180B13-9F44-47C2-9EBA-DE087A77666E}" dt="2022-02-16T06:03:26.829" v="118" actId="20577"/>
          <ac:spMkLst>
            <pc:docMk/>
            <pc:sldMk cId="1069477415" sldId="360"/>
            <ac:spMk id="12" creationId="{C1C4B85D-DE51-460E-B776-381922F67299}"/>
          </ac:spMkLst>
        </pc:spChg>
      </pc:sldChg>
    </pc:docChg>
  </pc:docChgLst>
  <pc:docChgLst>
    <pc:chgData name="程国前(Guoqian Cheng) Manager DICI" userId="S::guoqian.cheng@doosan.com::62df963a-90a1-4059-9560-4efe3a0595d2" providerId="AD" clId="Web-{394ED864-6EBF-45E3-9A0F-725D45B8EBAD}"/>
    <pc:docChg chg="modSld">
      <pc:chgData name="程国前(Guoqian Cheng) Manager DICI" userId="S::guoqian.cheng@doosan.com::62df963a-90a1-4059-9560-4efe3a0595d2" providerId="AD" clId="Web-{394ED864-6EBF-45E3-9A0F-725D45B8EBAD}" dt="2022-01-26T02:16:45.572" v="131" actId="20577"/>
      <pc:docMkLst>
        <pc:docMk/>
      </pc:docMkLst>
      <pc:sldChg chg="modSp">
        <pc:chgData name="程国前(Guoqian Cheng) Manager DICI" userId="S::guoqian.cheng@doosan.com::62df963a-90a1-4059-9560-4efe3a0595d2" providerId="AD" clId="Web-{394ED864-6EBF-45E3-9A0F-725D45B8EBAD}" dt="2022-01-26T02:12:05.088" v="3" actId="20577"/>
        <pc:sldMkLst>
          <pc:docMk/>
          <pc:sldMk cId="1999716725" sldId="351"/>
        </pc:sldMkLst>
        <pc:spChg chg="mod">
          <ac:chgData name="程国前(Guoqian Cheng) Manager DICI" userId="S::guoqian.cheng@doosan.com::62df963a-90a1-4059-9560-4efe3a0595d2" providerId="AD" clId="Web-{394ED864-6EBF-45E3-9A0F-725D45B8EBAD}" dt="2022-01-26T02:12:05.088" v="3" actId="20577"/>
          <ac:spMkLst>
            <pc:docMk/>
            <pc:sldMk cId="1999716725" sldId="351"/>
            <ac:spMk id="3" creationId="{476C744D-C169-4196-ADCA-1E41482DD349}"/>
          </ac:spMkLst>
        </pc:spChg>
      </pc:sldChg>
      <pc:sldChg chg="modSp">
        <pc:chgData name="程国前(Guoqian Cheng) Manager DICI" userId="S::guoqian.cheng@doosan.com::62df963a-90a1-4059-9560-4efe3a0595d2" providerId="AD" clId="Web-{394ED864-6EBF-45E3-9A0F-725D45B8EBAD}" dt="2022-01-26T02:12:14.900" v="7" actId="20577"/>
        <pc:sldMkLst>
          <pc:docMk/>
          <pc:sldMk cId="4196983096" sldId="359"/>
        </pc:sldMkLst>
        <pc:spChg chg="mod">
          <ac:chgData name="程国前(Guoqian Cheng) Manager DICI" userId="S::guoqian.cheng@doosan.com::62df963a-90a1-4059-9560-4efe3a0595d2" providerId="AD" clId="Web-{394ED864-6EBF-45E3-9A0F-725D45B8EBAD}" dt="2022-01-26T02:12:14.900" v="7" actId="20577"/>
          <ac:spMkLst>
            <pc:docMk/>
            <pc:sldMk cId="4196983096" sldId="359"/>
            <ac:spMk id="12" creationId="{C1C4B85D-DE51-460E-B776-381922F67299}"/>
          </ac:spMkLst>
        </pc:spChg>
      </pc:sldChg>
      <pc:sldChg chg="modSp">
        <pc:chgData name="程国前(Guoqian Cheng) Manager DICI" userId="S::guoqian.cheng@doosan.com::62df963a-90a1-4059-9560-4efe3a0595d2" providerId="AD" clId="Web-{394ED864-6EBF-45E3-9A0F-725D45B8EBAD}" dt="2022-01-26T02:16:45.572" v="131" actId="20577"/>
        <pc:sldMkLst>
          <pc:docMk/>
          <pc:sldMk cId="754416650" sldId="363"/>
        </pc:sldMkLst>
        <pc:spChg chg="mod">
          <ac:chgData name="程国前(Guoqian Cheng) Manager DICI" userId="S::guoqian.cheng@doosan.com::62df963a-90a1-4059-9560-4efe3a0595d2" providerId="AD" clId="Web-{394ED864-6EBF-45E3-9A0F-725D45B8EBAD}" dt="2022-01-26T02:16:45.572" v="131" actId="20577"/>
          <ac:spMkLst>
            <pc:docMk/>
            <pc:sldMk cId="754416650" sldId="363"/>
            <ac:spMk id="4" creationId="{679154EF-4B26-4C65-ADF5-53FE646CF2FD}"/>
          </ac:spMkLst>
        </pc:spChg>
        <pc:spChg chg="mod">
          <ac:chgData name="程国前(Guoqian Cheng) Manager DICI" userId="S::guoqian.cheng@doosan.com::62df963a-90a1-4059-9560-4efe3a0595d2" providerId="AD" clId="Web-{394ED864-6EBF-45E3-9A0F-725D45B8EBAD}" dt="2022-01-26T02:16:36.838" v="129" actId="20577"/>
          <ac:spMkLst>
            <pc:docMk/>
            <pc:sldMk cId="754416650" sldId="363"/>
            <ac:spMk id="12" creationId="{C1C4B85D-DE51-460E-B776-381922F67299}"/>
          </ac:spMkLst>
        </pc:spChg>
      </pc:sldChg>
    </pc:docChg>
  </pc:docChgLst>
  <pc:docChgLst>
    <pc:chgData name="李菲菲(Feifei Li) Senior Supervisor DICI" userId="S::feifei.li@doosan.com::a4140b9e-fef3-45a0-9ae1-ceb4f2bf668d" providerId="AD" clId="Web-{472483A9-9E8D-412D-A3C0-087802FB1AD9}"/>
    <pc:docChg chg="modSld">
      <pc:chgData name="李菲菲(Feifei Li) Senior Supervisor DICI" userId="S::feifei.li@doosan.com::a4140b9e-fef3-45a0-9ae1-ceb4f2bf668d" providerId="AD" clId="Web-{472483A9-9E8D-412D-A3C0-087802FB1AD9}" dt="2022-02-23T05:23:39.822" v="43" actId="20577"/>
      <pc:docMkLst>
        <pc:docMk/>
      </pc:docMkLst>
      <pc:sldChg chg="modSp">
        <pc:chgData name="李菲菲(Feifei Li) Senior Supervisor DICI" userId="S::feifei.li@doosan.com::a4140b9e-fef3-45a0-9ae1-ceb4f2bf668d" providerId="AD" clId="Web-{472483A9-9E8D-412D-A3C0-087802FB1AD9}" dt="2022-02-23T05:23:39.822" v="43" actId="20577"/>
        <pc:sldMkLst>
          <pc:docMk/>
          <pc:sldMk cId="1069477415" sldId="360"/>
        </pc:sldMkLst>
        <pc:spChg chg="mod">
          <ac:chgData name="李菲菲(Feifei Li) Senior Supervisor DICI" userId="S::feifei.li@doosan.com::a4140b9e-fef3-45a0-9ae1-ceb4f2bf668d" providerId="AD" clId="Web-{472483A9-9E8D-412D-A3C0-087802FB1AD9}" dt="2022-02-23T05:23:39.822" v="43" actId="20577"/>
          <ac:spMkLst>
            <pc:docMk/>
            <pc:sldMk cId="1069477415" sldId="360"/>
            <ac:spMk id="12" creationId="{C1C4B85D-DE51-460E-B776-381922F67299}"/>
          </ac:spMkLst>
        </pc:spChg>
      </pc:sldChg>
    </pc:docChg>
  </pc:docChgLst>
  <pc:docChgLst>
    <pc:chgData name="徐立东(Lidong Xu) Senior Supervisor DICI" userId="S::ic1100690@doosan.com::374523ea-ca44-4476-929e-d4198a430ab8" providerId="AD" clId="Web-{7F1EB0BB-860E-4438-AE7B-C87004CCF1BC}"/>
    <pc:docChg chg="modSld">
      <pc:chgData name="徐立东(Lidong Xu) Senior Supervisor DICI" userId="S::ic1100690@doosan.com::374523ea-ca44-4476-929e-d4198a430ab8" providerId="AD" clId="Web-{7F1EB0BB-860E-4438-AE7B-C87004CCF1BC}" dt="2022-02-23T02:09:56.451" v="0" actId="20577"/>
      <pc:docMkLst>
        <pc:docMk/>
      </pc:docMkLst>
      <pc:sldChg chg="modSp">
        <pc:chgData name="徐立东(Lidong Xu) Senior Supervisor DICI" userId="S::ic1100690@doosan.com::374523ea-ca44-4476-929e-d4198a430ab8" providerId="AD" clId="Web-{7F1EB0BB-860E-4438-AE7B-C87004CCF1BC}" dt="2022-02-23T02:09:56.451" v="0" actId="20577"/>
        <pc:sldMkLst>
          <pc:docMk/>
          <pc:sldMk cId="1949078007" sldId="362"/>
        </pc:sldMkLst>
        <pc:spChg chg="mod">
          <ac:chgData name="徐立东(Lidong Xu) Senior Supervisor DICI" userId="S::ic1100690@doosan.com::374523ea-ca44-4476-929e-d4198a430ab8" providerId="AD" clId="Web-{7F1EB0BB-860E-4438-AE7B-C87004CCF1BC}" dt="2022-02-23T02:09:56.451" v="0" actId="20577"/>
          <ac:spMkLst>
            <pc:docMk/>
            <pc:sldMk cId="1949078007" sldId="362"/>
            <ac:spMk id="12" creationId="{C1C4B85D-DE51-460E-B776-381922F67299}"/>
          </ac:spMkLst>
        </pc:spChg>
      </pc:sldChg>
    </pc:docChg>
  </pc:docChgLst>
  <pc:docChgLst>
    <pc:chgData name="王圣民(Shengmin Wang) Deputy General Manager DDI China" userId="73f74af9-cc29-49b7-a296-63969f9819e4" providerId="ADAL" clId="{2EAB9EE3-1199-490B-AD94-44B295439AE2}"/>
    <pc:docChg chg="modSld">
      <pc:chgData name="王圣民(Shengmin Wang) Deputy General Manager DDI China" userId="73f74af9-cc29-49b7-a296-63969f9819e4" providerId="ADAL" clId="{2EAB9EE3-1199-490B-AD94-44B295439AE2}" dt="2022-02-09T01:18:51.541" v="497"/>
      <pc:docMkLst>
        <pc:docMk/>
      </pc:docMkLst>
      <pc:sldChg chg="modSp mod">
        <pc:chgData name="王圣民(Shengmin Wang) Deputy General Manager DDI China" userId="73f74af9-cc29-49b7-a296-63969f9819e4" providerId="ADAL" clId="{2EAB9EE3-1199-490B-AD94-44B295439AE2}" dt="2022-02-09T01:18:51.541" v="497"/>
        <pc:sldMkLst>
          <pc:docMk/>
          <pc:sldMk cId="913674899" sldId="365"/>
        </pc:sldMkLst>
        <pc:spChg chg="mod">
          <ac:chgData name="王圣民(Shengmin Wang) Deputy General Manager DDI China" userId="73f74af9-cc29-49b7-a296-63969f9819e4" providerId="ADAL" clId="{2EAB9EE3-1199-490B-AD94-44B295439AE2}" dt="2022-02-09T01:09:42.153" v="8"/>
          <ac:spMkLst>
            <pc:docMk/>
            <pc:sldMk cId="913674899" sldId="365"/>
            <ac:spMk id="4" creationId="{679154EF-4B26-4C65-ADF5-53FE646CF2FD}"/>
          </ac:spMkLst>
        </pc:spChg>
        <pc:spChg chg="mod">
          <ac:chgData name="王圣民(Shengmin Wang) Deputy General Manager DDI China" userId="73f74af9-cc29-49b7-a296-63969f9819e4" providerId="ADAL" clId="{2EAB9EE3-1199-490B-AD94-44B295439AE2}" dt="2022-02-09T01:18:51.541" v="497"/>
          <ac:spMkLst>
            <pc:docMk/>
            <pc:sldMk cId="913674899" sldId="365"/>
            <ac:spMk id="12" creationId="{C1C4B85D-DE51-460E-B776-381922F67299}"/>
          </ac:spMkLst>
        </pc:spChg>
      </pc:sldChg>
    </pc:docChg>
  </pc:docChgLst>
  <pc:docChgLst>
    <pc:chgData name="侯艳艳(Yanyan Hou) Senior Supervisor DICI" userId="a0f19c3f-1e5f-4db3-99d5-027febdc63f9" providerId="ADAL" clId="{5E1DC349-3B60-48FA-9FC8-BFD3595B2840}"/>
    <pc:docChg chg="custSel modSld">
      <pc:chgData name="侯艳艳(Yanyan Hou) Senior Supervisor DICI" userId="a0f19c3f-1e5f-4db3-99d5-027febdc63f9" providerId="ADAL" clId="{5E1DC349-3B60-48FA-9FC8-BFD3595B2840}" dt="2022-03-09T07:43:50.688" v="8" actId="1076"/>
      <pc:docMkLst>
        <pc:docMk/>
      </pc:docMkLst>
      <pc:sldChg chg="addSp delSp modSp mod">
        <pc:chgData name="侯艳艳(Yanyan Hou) Senior Supervisor DICI" userId="a0f19c3f-1e5f-4db3-99d5-027febdc63f9" providerId="ADAL" clId="{5E1DC349-3B60-48FA-9FC8-BFD3595B2840}" dt="2022-03-09T07:43:50.688" v="8" actId="1076"/>
        <pc:sldMkLst>
          <pc:docMk/>
          <pc:sldMk cId="2299939790" sldId="364"/>
        </pc:sldMkLst>
        <pc:spChg chg="del">
          <ac:chgData name="侯艳艳(Yanyan Hou) Senior Supervisor DICI" userId="a0f19c3f-1e5f-4db3-99d5-027febdc63f9" providerId="ADAL" clId="{5E1DC349-3B60-48FA-9FC8-BFD3595B2840}" dt="2022-03-09T07:43:25.099" v="4" actId="478"/>
          <ac:spMkLst>
            <pc:docMk/>
            <pc:sldMk cId="2299939790" sldId="364"/>
            <ac:spMk id="10" creationId="{016B7720-EA18-4458-A230-7DD47C4C1A4B}"/>
          </ac:spMkLst>
        </pc:spChg>
        <pc:spChg chg="add mod">
          <ac:chgData name="侯艳艳(Yanyan Hou) Senior Supervisor DICI" userId="a0f19c3f-1e5f-4db3-99d5-027febdc63f9" providerId="ADAL" clId="{5E1DC349-3B60-48FA-9FC8-BFD3595B2840}" dt="2022-03-09T07:43:16.873" v="2" actId="1076"/>
          <ac:spMkLst>
            <pc:docMk/>
            <pc:sldMk cId="2299939790" sldId="364"/>
            <ac:spMk id="13" creationId="{F523E221-B291-4943-92E3-F7F6A54749AC}"/>
          </ac:spMkLst>
        </pc:spChg>
        <pc:spChg chg="mod">
          <ac:chgData name="侯艳艳(Yanyan Hou) Senior Supervisor DICI" userId="a0f19c3f-1e5f-4db3-99d5-027febdc63f9" providerId="ADAL" clId="{5E1DC349-3B60-48FA-9FC8-BFD3595B2840}" dt="2022-03-09T07:43:05.282" v="0"/>
          <ac:spMkLst>
            <pc:docMk/>
            <pc:sldMk cId="2299939790" sldId="364"/>
            <ac:spMk id="17" creationId="{E84139E4-AD8E-4A76-B9C0-914A2C695B1C}"/>
          </ac:spMkLst>
        </pc:spChg>
        <pc:graphicFrameChg chg="add mod">
          <ac:chgData name="侯艳艳(Yanyan Hou) Senior Supervisor DICI" userId="a0f19c3f-1e5f-4db3-99d5-027febdc63f9" providerId="ADAL" clId="{5E1DC349-3B60-48FA-9FC8-BFD3595B2840}" dt="2022-03-09T07:43:34.372" v="6" actId="1076"/>
          <ac:graphicFrameMkLst>
            <pc:docMk/>
            <pc:sldMk cId="2299939790" sldId="364"/>
            <ac:graphicFrameMk id="15" creationId="{83CA259C-A118-43CD-BAC2-605CCE2ACF32}"/>
          </ac:graphicFrameMkLst>
        </pc:graphicFrameChg>
        <pc:graphicFrameChg chg="del">
          <ac:chgData name="侯艳艳(Yanyan Hou) Senior Supervisor DICI" userId="a0f19c3f-1e5f-4db3-99d5-027febdc63f9" providerId="ADAL" clId="{5E1DC349-3B60-48FA-9FC8-BFD3595B2840}" dt="2022-03-09T07:43:19.230" v="3" actId="478"/>
          <ac:graphicFrameMkLst>
            <pc:docMk/>
            <pc:sldMk cId="2299939790" sldId="364"/>
            <ac:graphicFrameMk id="18" creationId="{76D47C67-291D-4866-843D-3E75AA26400B}"/>
          </ac:graphicFrameMkLst>
        </pc:graphicFrameChg>
        <pc:picChg chg="add mod">
          <ac:chgData name="侯艳艳(Yanyan Hou) Senior Supervisor DICI" userId="a0f19c3f-1e5f-4db3-99d5-027febdc63f9" providerId="ADAL" clId="{5E1DC349-3B60-48FA-9FC8-BFD3595B2840}" dt="2022-03-09T07:43:50.688" v="8" actId="1076"/>
          <ac:picMkLst>
            <pc:docMk/>
            <pc:sldMk cId="2299939790" sldId="364"/>
            <ac:picMk id="16" creationId="{4DF64A02-B4B6-4CE9-8D04-12C7F1C8437D}"/>
          </ac:picMkLst>
        </pc:picChg>
      </pc:sldChg>
    </pc:docChg>
  </pc:docChgLst>
  <pc:docChgLst>
    <pc:chgData name="李菲菲(Feifei Li) Senior Supervisor DICI" userId="S::feifei.li@doosan.com::a4140b9e-fef3-45a0-9ae1-ceb4f2bf668d" providerId="AD" clId="Web-{8BE19A0C-5E09-4F5A-B20C-5C5E88977410}"/>
    <pc:docChg chg="modSld">
      <pc:chgData name="李菲菲(Feifei Li) Senior Supervisor DICI" userId="S::feifei.li@doosan.com::a4140b9e-fef3-45a0-9ae1-ceb4f2bf668d" providerId="AD" clId="Web-{8BE19A0C-5E09-4F5A-B20C-5C5E88977410}" dt="2022-02-23T08:14:16.708" v="321" actId="20577"/>
      <pc:docMkLst>
        <pc:docMk/>
      </pc:docMkLst>
      <pc:sldChg chg="modSp">
        <pc:chgData name="李菲菲(Feifei Li) Senior Supervisor DICI" userId="S::feifei.li@doosan.com::a4140b9e-fef3-45a0-9ae1-ceb4f2bf668d" providerId="AD" clId="Web-{8BE19A0C-5E09-4F5A-B20C-5C5E88977410}" dt="2022-02-23T08:14:16.708" v="321" actId="20577"/>
        <pc:sldMkLst>
          <pc:docMk/>
          <pc:sldMk cId="1069477415" sldId="360"/>
        </pc:sldMkLst>
        <pc:spChg chg="mod">
          <ac:chgData name="李菲菲(Feifei Li) Senior Supervisor DICI" userId="S::feifei.li@doosan.com::a4140b9e-fef3-45a0-9ae1-ceb4f2bf668d" providerId="AD" clId="Web-{8BE19A0C-5E09-4F5A-B20C-5C5E88977410}" dt="2022-02-23T08:14:16.708" v="321" actId="20577"/>
          <ac:spMkLst>
            <pc:docMk/>
            <pc:sldMk cId="1069477415" sldId="360"/>
            <ac:spMk id="4" creationId="{679154EF-4B26-4C65-ADF5-53FE646CF2FD}"/>
          </ac:spMkLst>
        </pc:spChg>
        <pc:spChg chg="mod">
          <ac:chgData name="李菲菲(Feifei Li) Senior Supervisor DICI" userId="S::feifei.li@doosan.com::a4140b9e-fef3-45a0-9ae1-ceb4f2bf668d" providerId="AD" clId="Web-{8BE19A0C-5E09-4F5A-B20C-5C5E88977410}" dt="2022-02-23T08:14:14.958" v="319" actId="20577"/>
          <ac:spMkLst>
            <pc:docMk/>
            <pc:sldMk cId="1069477415" sldId="360"/>
            <ac:spMk id="12" creationId="{C1C4B85D-DE51-460E-B776-381922F67299}"/>
          </ac:spMkLst>
        </pc:spChg>
      </pc:sldChg>
    </pc:docChg>
  </pc:docChgLst>
  <pc:docChgLst>
    <pc:chgData name="于勇刚(Yonggang Yu) Senior Supervisor DICI" userId="S::yonggang.yu@doosan.com::a30d1530-d6aa-402d-81a3-f4a388fe5fb2" providerId="AD" clId="Web-{674FC96A-E9CD-4FBA-BCAC-DCC162EC20D2}"/>
    <pc:docChg chg="modSld">
      <pc:chgData name="于勇刚(Yonggang Yu) Senior Supervisor DICI" userId="S::yonggang.yu@doosan.com::a30d1530-d6aa-402d-81a3-f4a388fe5fb2" providerId="AD" clId="Web-{674FC96A-E9CD-4FBA-BCAC-DCC162EC20D2}" dt="2022-03-02T01:51:03.696" v="40" actId="20577"/>
      <pc:docMkLst>
        <pc:docMk/>
      </pc:docMkLst>
      <pc:sldChg chg="modSp">
        <pc:chgData name="于勇刚(Yonggang Yu) Senior Supervisor DICI" userId="S::yonggang.yu@doosan.com::a30d1530-d6aa-402d-81a3-f4a388fe5fb2" providerId="AD" clId="Web-{674FC96A-E9CD-4FBA-BCAC-DCC162EC20D2}" dt="2022-03-02T01:51:03.696" v="40" actId="20577"/>
        <pc:sldMkLst>
          <pc:docMk/>
          <pc:sldMk cId="808505278" sldId="361"/>
        </pc:sldMkLst>
        <pc:spChg chg="mod">
          <ac:chgData name="于勇刚(Yonggang Yu) Senior Supervisor DICI" userId="S::yonggang.yu@doosan.com::a30d1530-d6aa-402d-81a3-f4a388fe5fb2" providerId="AD" clId="Web-{674FC96A-E9CD-4FBA-BCAC-DCC162EC20D2}" dt="2022-03-02T01:51:03.696" v="40" actId="20577"/>
          <ac:spMkLst>
            <pc:docMk/>
            <pc:sldMk cId="808505278" sldId="361"/>
            <ac:spMk id="4" creationId="{679154EF-4B26-4C65-ADF5-53FE646CF2FD}"/>
          </ac:spMkLst>
        </pc:spChg>
        <pc:spChg chg="mod">
          <ac:chgData name="于勇刚(Yonggang Yu) Senior Supervisor DICI" userId="S::yonggang.yu@doosan.com::a30d1530-d6aa-402d-81a3-f4a388fe5fb2" providerId="AD" clId="Web-{674FC96A-E9CD-4FBA-BCAC-DCC162EC20D2}" dt="2022-03-02T01:50:50.556" v="39" actId="20577"/>
          <ac:spMkLst>
            <pc:docMk/>
            <pc:sldMk cId="808505278" sldId="361"/>
            <ac:spMk id="12" creationId="{C1C4B85D-DE51-460E-B776-381922F67299}"/>
          </ac:spMkLst>
        </pc:spChg>
      </pc:sldChg>
    </pc:docChg>
  </pc:docChgLst>
  <pc:docChgLst>
    <pc:chgData name="于勇刚(Yonggang Yu) Senior Supervisor DICI" userId="S::yonggang.yu@doosan.com::a30d1530-d6aa-402d-81a3-f4a388fe5fb2" providerId="AD" clId="Web-{567EDB7A-17DE-4960-B0E1-D2E497E5EBB5}"/>
    <pc:docChg chg="modSld">
      <pc:chgData name="于勇刚(Yonggang Yu) Senior Supervisor DICI" userId="S::yonggang.yu@doosan.com::a30d1530-d6aa-402d-81a3-f4a388fe5fb2" providerId="AD" clId="Web-{567EDB7A-17DE-4960-B0E1-D2E497E5EBB5}" dt="2022-03-09T06:08:46.923" v="38" actId="20577"/>
      <pc:docMkLst>
        <pc:docMk/>
      </pc:docMkLst>
      <pc:sldChg chg="modSp">
        <pc:chgData name="于勇刚(Yonggang Yu) Senior Supervisor DICI" userId="S::yonggang.yu@doosan.com::a30d1530-d6aa-402d-81a3-f4a388fe5fb2" providerId="AD" clId="Web-{567EDB7A-17DE-4960-B0E1-D2E497E5EBB5}" dt="2022-03-09T06:08:46.923" v="38" actId="20577"/>
        <pc:sldMkLst>
          <pc:docMk/>
          <pc:sldMk cId="808505278" sldId="361"/>
        </pc:sldMkLst>
        <pc:spChg chg="mod">
          <ac:chgData name="于勇刚(Yonggang Yu) Senior Supervisor DICI" userId="S::yonggang.yu@doosan.com::a30d1530-d6aa-402d-81a3-f4a388fe5fb2" providerId="AD" clId="Web-{567EDB7A-17DE-4960-B0E1-D2E497E5EBB5}" dt="2022-03-09T06:08:46.923" v="38" actId="20577"/>
          <ac:spMkLst>
            <pc:docMk/>
            <pc:sldMk cId="808505278" sldId="361"/>
            <ac:spMk id="4" creationId="{679154EF-4B26-4C65-ADF5-53FE646CF2FD}"/>
          </ac:spMkLst>
        </pc:spChg>
        <pc:spChg chg="mod">
          <ac:chgData name="于勇刚(Yonggang Yu) Senior Supervisor DICI" userId="S::yonggang.yu@doosan.com::a30d1530-d6aa-402d-81a3-f4a388fe5fb2" providerId="AD" clId="Web-{567EDB7A-17DE-4960-B0E1-D2E497E5EBB5}" dt="2022-03-09T06:08:18.783" v="37" actId="20577"/>
          <ac:spMkLst>
            <pc:docMk/>
            <pc:sldMk cId="808505278" sldId="361"/>
            <ac:spMk id="12" creationId="{C1C4B85D-DE51-460E-B776-381922F67299}"/>
          </ac:spMkLst>
        </pc:spChg>
      </pc:sldChg>
    </pc:docChg>
  </pc:docChgLst>
  <pc:docChgLst>
    <pc:chgData name="程国前(Guoqian Cheng) Manager DICI" userId="S::guoqian.cheng@doosan.com::62df963a-90a1-4059-9560-4efe3a0595d2" providerId="AD" clId="Web-{4E1E88FA-C709-4C8C-839E-F948CFE88303}"/>
    <pc:docChg chg="modSld">
      <pc:chgData name="程国前(Guoqian Cheng) Manager DICI" userId="S::guoqian.cheng@doosan.com::62df963a-90a1-4059-9560-4efe3a0595d2" providerId="AD" clId="Web-{4E1E88FA-C709-4C8C-839E-F948CFE88303}" dt="2022-01-20T00:00:16.391" v="1" actId="20577"/>
      <pc:docMkLst>
        <pc:docMk/>
      </pc:docMkLst>
      <pc:sldChg chg="modSp">
        <pc:chgData name="程国前(Guoqian Cheng) Manager DICI" userId="S::guoqian.cheng@doosan.com::62df963a-90a1-4059-9560-4efe3a0595d2" providerId="AD" clId="Web-{4E1E88FA-C709-4C8C-839E-F948CFE88303}" dt="2022-01-20T00:00:16.391" v="1" actId="20577"/>
        <pc:sldMkLst>
          <pc:docMk/>
          <pc:sldMk cId="808505278" sldId="361"/>
        </pc:sldMkLst>
        <pc:spChg chg="mod">
          <ac:chgData name="程国前(Guoqian Cheng) Manager DICI" userId="S::guoqian.cheng@doosan.com::62df963a-90a1-4059-9560-4efe3a0595d2" providerId="AD" clId="Web-{4E1E88FA-C709-4C8C-839E-F948CFE88303}" dt="2022-01-20T00:00:16.391" v="1" actId="20577"/>
          <ac:spMkLst>
            <pc:docMk/>
            <pc:sldMk cId="808505278" sldId="361"/>
            <ac:spMk id="4" creationId="{679154EF-4B26-4C65-ADF5-53FE646CF2FD}"/>
          </ac:spMkLst>
        </pc:spChg>
      </pc:sldChg>
    </pc:docChg>
  </pc:docChgLst>
  <pc:docChgLst>
    <pc:chgData name="程国前(Guoqian Cheng) Manager DICI" userId="S::guoqian.cheng@doosan.com::62df963a-90a1-4059-9560-4efe3a0595d2" providerId="AD" clId="Web-{27882430-2911-43AD-849C-C72044FD143F}"/>
    <pc:docChg chg="modSld">
      <pc:chgData name="程国前(Guoqian Cheng) Manager DICI" userId="S::guoqian.cheng@doosan.com::62df963a-90a1-4059-9560-4efe3a0595d2" providerId="AD" clId="Web-{27882430-2911-43AD-849C-C72044FD143F}" dt="2022-02-23T23:49:33.506" v="2" actId="20577"/>
      <pc:docMkLst>
        <pc:docMk/>
      </pc:docMkLst>
      <pc:sldChg chg="modSp">
        <pc:chgData name="程国前(Guoqian Cheng) Manager DICI" userId="S::guoqian.cheng@doosan.com::62df963a-90a1-4059-9560-4efe3a0595d2" providerId="AD" clId="Web-{27882430-2911-43AD-849C-C72044FD143F}" dt="2022-02-23T23:49:33.506" v="2" actId="20577"/>
        <pc:sldMkLst>
          <pc:docMk/>
          <pc:sldMk cId="808505278" sldId="361"/>
        </pc:sldMkLst>
        <pc:spChg chg="mod">
          <ac:chgData name="程国前(Guoqian Cheng) Manager DICI" userId="S::guoqian.cheng@doosan.com::62df963a-90a1-4059-9560-4efe3a0595d2" providerId="AD" clId="Web-{27882430-2911-43AD-849C-C72044FD143F}" dt="2022-02-23T23:49:33.506" v="2" actId="20577"/>
          <ac:spMkLst>
            <pc:docMk/>
            <pc:sldMk cId="808505278" sldId="361"/>
            <ac:spMk id="4" creationId="{679154EF-4B26-4C65-ADF5-53FE646CF2FD}"/>
          </ac:spMkLst>
        </pc:spChg>
      </pc:sldChg>
    </pc:docChg>
  </pc:docChgLst>
  <pc:docChgLst>
    <pc:chgData clId="Web-{ED999213-D7D6-4F22-93C7-F956303FBDC5}"/>
    <pc:docChg chg="modSld">
      <pc:chgData name="" userId="" providerId="" clId="Web-{ED999213-D7D6-4F22-93C7-F956303FBDC5}" dt="2022-01-26T23:59:14.516" v="1" actId="20577"/>
      <pc:docMkLst>
        <pc:docMk/>
      </pc:docMkLst>
      <pc:sldChg chg="modSp">
        <pc:chgData name="" userId="" providerId="" clId="Web-{ED999213-D7D6-4F22-93C7-F956303FBDC5}" dt="2022-01-26T23:59:14.516" v="1" actId="20577"/>
        <pc:sldMkLst>
          <pc:docMk/>
          <pc:sldMk cId="808505278" sldId="361"/>
        </pc:sldMkLst>
        <pc:spChg chg="mod">
          <ac:chgData name="" userId="" providerId="" clId="Web-{ED999213-D7D6-4F22-93C7-F956303FBDC5}" dt="2022-01-26T23:59:14.516" v="1" actId="20577"/>
          <ac:spMkLst>
            <pc:docMk/>
            <pc:sldMk cId="808505278" sldId="361"/>
            <ac:spMk id="4" creationId="{679154EF-4B26-4C65-ADF5-53FE646CF2FD}"/>
          </ac:spMkLst>
        </pc:spChg>
      </pc:sldChg>
    </pc:docChg>
  </pc:docChgLst>
  <pc:docChgLst>
    <pc:chgData name="李菲菲(Feifei Li) Senior Supervisor DICI" userId="S::feifei.li@doosan.com::a4140b9e-fef3-45a0-9ae1-ceb4f2bf668d" providerId="AD" clId="Web-{B53D8B02-9CC9-46D2-95E3-3ACC2C2C5824}"/>
    <pc:docChg chg="modSld">
      <pc:chgData name="李菲菲(Feifei Li) Senior Supervisor DICI" userId="S::feifei.li@doosan.com::a4140b9e-fef3-45a0-9ae1-ceb4f2bf668d" providerId="AD" clId="Web-{B53D8B02-9CC9-46D2-95E3-3ACC2C2C5824}" dt="2022-02-09T02:46:42.914" v="20" actId="20577"/>
      <pc:docMkLst>
        <pc:docMk/>
      </pc:docMkLst>
      <pc:sldChg chg="modSp">
        <pc:chgData name="李菲菲(Feifei Li) Senior Supervisor DICI" userId="S::feifei.li@doosan.com::a4140b9e-fef3-45a0-9ae1-ceb4f2bf668d" providerId="AD" clId="Web-{B53D8B02-9CC9-46D2-95E3-3ACC2C2C5824}" dt="2022-02-09T02:46:42.914" v="20" actId="20577"/>
        <pc:sldMkLst>
          <pc:docMk/>
          <pc:sldMk cId="1069477415" sldId="360"/>
        </pc:sldMkLst>
        <pc:spChg chg="mod">
          <ac:chgData name="李菲菲(Feifei Li) Senior Supervisor DICI" userId="S::feifei.li@doosan.com::a4140b9e-fef3-45a0-9ae1-ceb4f2bf668d" providerId="AD" clId="Web-{B53D8B02-9CC9-46D2-95E3-3ACC2C2C5824}" dt="2022-02-09T02:46:42.914" v="20" actId="20577"/>
          <ac:spMkLst>
            <pc:docMk/>
            <pc:sldMk cId="1069477415" sldId="360"/>
            <ac:spMk id="12" creationId="{C1C4B85D-DE51-460E-B776-381922F67299}"/>
          </ac:spMkLst>
        </pc:spChg>
      </pc:sldChg>
    </pc:docChg>
  </pc:docChgLst>
  <pc:docChgLst>
    <pc:chgData name="侯艳艳(Yanyan Hou) Senior Supervisor DICI" userId="a0f19c3f-1e5f-4db3-99d5-027febdc63f9" providerId="ADAL" clId="{6B87A406-02B3-4EF8-850C-6E7B7601CCEE}"/>
    <pc:docChg chg="custSel modSld">
      <pc:chgData name="侯艳艳(Yanyan Hou) Senior Supervisor DICI" userId="a0f19c3f-1e5f-4db3-99d5-027febdc63f9" providerId="ADAL" clId="{6B87A406-02B3-4EF8-850C-6E7B7601CCEE}" dt="2022-02-09T09:46:02.963" v="11" actId="20577"/>
      <pc:docMkLst>
        <pc:docMk/>
      </pc:docMkLst>
      <pc:sldChg chg="addSp delSp modSp mod">
        <pc:chgData name="侯艳艳(Yanyan Hou) Senior Supervisor DICI" userId="a0f19c3f-1e5f-4db3-99d5-027febdc63f9" providerId="ADAL" clId="{6B87A406-02B3-4EF8-850C-6E7B7601CCEE}" dt="2022-02-09T09:46:02.963" v="11" actId="20577"/>
        <pc:sldMkLst>
          <pc:docMk/>
          <pc:sldMk cId="2299939790" sldId="364"/>
        </pc:sldMkLst>
        <pc:spChg chg="mod">
          <ac:chgData name="侯艳艳(Yanyan Hou) Senior Supervisor DICI" userId="a0f19c3f-1e5f-4db3-99d5-027febdc63f9" providerId="ADAL" clId="{6B87A406-02B3-4EF8-850C-6E7B7601CCEE}" dt="2022-02-09T09:45:32.373" v="5" actId="20577"/>
          <ac:spMkLst>
            <pc:docMk/>
            <pc:sldMk cId="2299939790" sldId="364"/>
            <ac:spMk id="4" creationId="{679154EF-4B26-4C65-ADF5-53FE646CF2FD}"/>
          </ac:spMkLst>
        </pc:spChg>
        <pc:spChg chg="del">
          <ac:chgData name="侯艳艳(Yanyan Hou) Senior Supervisor DICI" userId="a0f19c3f-1e5f-4db3-99d5-027febdc63f9" providerId="ADAL" clId="{6B87A406-02B3-4EF8-850C-6E7B7601CCEE}" dt="2022-02-09T09:45:46.657" v="7" actId="478"/>
          <ac:spMkLst>
            <pc:docMk/>
            <pc:sldMk cId="2299939790" sldId="364"/>
            <ac:spMk id="10" creationId="{3C53625F-6816-4DA8-A209-05D07F003A8B}"/>
          </ac:spMkLst>
        </pc:spChg>
        <pc:spChg chg="add mod">
          <ac:chgData name="侯艳艳(Yanyan Hou) Senior Supervisor DICI" userId="a0f19c3f-1e5f-4db3-99d5-027febdc63f9" providerId="ADAL" clId="{6B87A406-02B3-4EF8-850C-6E7B7601CCEE}" dt="2022-02-09T09:46:02.963" v="11" actId="20577"/>
          <ac:spMkLst>
            <pc:docMk/>
            <pc:sldMk cId="2299939790" sldId="364"/>
            <ac:spMk id="13" creationId="{24691BCE-964E-4788-9EF3-13093287CE75}"/>
          </ac:spMkLst>
        </pc:spChg>
        <pc:spChg chg="add mod">
          <ac:chgData name="侯艳艳(Yanyan Hou) Senior Supervisor DICI" userId="a0f19c3f-1e5f-4db3-99d5-027febdc63f9" providerId="ADAL" clId="{6B87A406-02B3-4EF8-850C-6E7B7601CCEE}" dt="2022-02-09T09:45:49.993" v="9" actId="1076"/>
          <ac:spMkLst>
            <pc:docMk/>
            <pc:sldMk cId="2299939790" sldId="364"/>
            <ac:spMk id="15" creationId="{2B97A470-0AB2-4F91-89E1-A9459CD2D24D}"/>
          </ac:spMkLst>
        </pc:spChg>
        <pc:spChg chg="del">
          <ac:chgData name="侯艳艳(Yanyan Hou) Senior Supervisor DICI" userId="a0f19c3f-1e5f-4db3-99d5-027febdc63f9" providerId="ADAL" clId="{6B87A406-02B3-4EF8-850C-6E7B7601CCEE}" dt="2022-02-09T09:45:38.723" v="6" actId="478"/>
          <ac:spMkLst>
            <pc:docMk/>
            <pc:sldMk cId="2299939790" sldId="364"/>
            <ac:spMk id="17" creationId="{4B07E7CC-7A9F-4D9A-90E7-6A274C57B64F}"/>
          </ac:spMkLst>
        </pc:spChg>
        <pc:graphicFrameChg chg="add mod">
          <ac:chgData name="侯艳艳(Yanyan Hou) Senior Supervisor DICI" userId="a0f19c3f-1e5f-4db3-99d5-027febdc63f9" providerId="ADAL" clId="{6B87A406-02B3-4EF8-850C-6E7B7601CCEE}" dt="2022-02-09T09:45:49.993" v="9" actId="1076"/>
          <ac:graphicFrameMkLst>
            <pc:docMk/>
            <pc:sldMk cId="2299939790" sldId="364"/>
            <ac:graphicFrameMk id="16" creationId="{D7B164FF-DBB9-4AFF-AED4-4D7F64C0C66A}"/>
          </ac:graphicFrameMkLst>
        </pc:graphicFrameChg>
        <pc:graphicFrameChg chg="del">
          <ac:chgData name="侯艳艳(Yanyan Hou) Senior Supervisor DICI" userId="a0f19c3f-1e5f-4db3-99d5-027febdc63f9" providerId="ADAL" clId="{6B87A406-02B3-4EF8-850C-6E7B7601CCEE}" dt="2022-02-09T09:45:46.657" v="7" actId="478"/>
          <ac:graphicFrameMkLst>
            <pc:docMk/>
            <pc:sldMk cId="2299939790" sldId="364"/>
            <ac:graphicFrameMk id="18" creationId="{5B583243-00A5-4BAA-9EAD-659A625DBC82}"/>
          </ac:graphicFrameMkLst>
        </pc:graphicFrameChg>
      </pc:sldChg>
    </pc:docChg>
  </pc:docChgLst>
  <pc:docChgLst>
    <pc:chgData name="王圣民(Shengmin Wang) Deputy General Manager DDI China" userId="73f74af9-cc29-49b7-a296-63969f9819e4" providerId="ADAL" clId="{6556A532-5F68-47CD-8853-F2A5B51DF353}"/>
    <pc:docChg chg="modSld">
      <pc:chgData name="王圣民(Shengmin Wang) Deputy General Manager DDI China" userId="73f74af9-cc29-49b7-a296-63969f9819e4" providerId="ADAL" clId="{6556A532-5F68-47CD-8853-F2A5B51DF353}" dt="2022-02-16T04:28:56.238" v="375"/>
      <pc:docMkLst>
        <pc:docMk/>
      </pc:docMkLst>
      <pc:sldChg chg="modSp mod">
        <pc:chgData name="王圣民(Shengmin Wang) Deputy General Manager DDI China" userId="73f74af9-cc29-49b7-a296-63969f9819e4" providerId="ADAL" clId="{6556A532-5F68-47CD-8853-F2A5B51DF353}" dt="2022-02-16T04:28:56.238" v="375"/>
        <pc:sldMkLst>
          <pc:docMk/>
          <pc:sldMk cId="913674899" sldId="365"/>
        </pc:sldMkLst>
        <pc:spChg chg="mod">
          <ac:chgData name="王圣民(Shengmin Wang) Deputy General Manager DDI China" userId="73f74af9-cc29-49b7-a296-63969f9819e4" providerId="ADAL" clId="{6556A532-5F68-47CD-8853-F2A5B51DF353}" dt="2022-02-16T04:26:48.224" v="5"/>
          <ac:spMkLst>
            <pc:docMk/>
            <pc:sldMk cId="913674899" sldId="365"/>
            <ac:spMk id="4" creationId="{679154EF-4B26-4C65-ADF5-53FE646CF2FD}"/>
          </ac:spMkLst>
        </pc:spChg>
        <pc:spChg chg="mod">
          <ac:chgData name="王圣民(Shengmin Wang) Deputy General Manager DDI China" userId="73f74af9-cc29-49b7-a296-63969f9819e4" providerId="ADAL" clId="{6556A532-5F68-47CD-8853-F2A5B51DF353}" dt="2022-02-16T04:28:56.238" v="375"/>
          <ac:spMkLst>
            <pc:docMk/>
            <pc:sldMk cId="913674899" sldId="365"/>
            <ac:spMk id="12" creationId="{C1C4B85D-DE51-460E-B776-381922F67299}"/>
          </ac:spMkLst>
        </pc:spChg>
      </pc:sldChg>
    </pc:docChg>
  </pc:docChgLst>
  <pc:docChgLst>
    <pc:chgData name="李菲菲(Feifei Li) Senior Supervisor DICI" userId="S::feifei.li@doosan.com::a4140b9e-fef3-45a0-9ae1-ceb4f2bf668d" providerId="AD" clId="Web-{31EDC748-B1DD-4C72-9CFC-292AD76BAA07}"/>
    <pc:docChg chg="modSld">
      <pc:chgData name="李菲菲(Feifei Li) Senior Supervisor DICI" userId="S::feifei.li@doosan.com::a4140b9e-fef3-45a0-9ae1-ceb4f2bf668d" providerId="AD" clId="Web-{31EDC748-B1DD-4C72-9CFC-292AD76BAA07}" dt="2022-01-26T03:05:13.864" v="439" actId="20577"/>
      <pc:docMkLst>
        <pc:docMk/>
      </pc:docMkLst>
      <pc:sldChg chg="modSp">
        <pc:chgData name="李菲菲(Feifei Li) Senior Supervisor DICI" userId="S::feifei.li@doosan.com::a4140b9e-fef3-45a0-9ae1-ceb4f2bf668d" providerId="AD" clId="Web-{31EDC748-B1DD-4C72-9CFC-292AD76BAA07}" dt="2022-01-26T03:05:13.864" v="439" actId="20577"/>
        <pc:sldMkLst>
          <pc:docMk/>
          <pc:sldMk cId="1069477415" sldId="360"/>
        </pc:sldMkLst>
        <pc:spChg chg="mod">
          <ac:chgData name="李菲菲(Feifei Li) Senior Supervisor DICI" userId="S::feifei.li@doosan.com::a4140b9e-fef3-45a0-9ae1-ceb4f2bf668d" providerId="AD" clId="Web-{31EDC748-B1DD-4C72-9CFC-292AD76BAA07}" dt="2022-01-26T02:54:20.836" v="0" actId="20577"/>
          <ac:spMkLst>
            <pc:docMk/>
            <pc:sldMk cId="1069477415" sldId="360"/>
            <ac:spMk id="4" creationId="{679154EF-4B26-4C65-ADF5-53FE646CF2FD}"/>
          </ac:spMkLst>
        </pc:spChg>
        <pc:spChg chg="mod">
          <ac:chgData name="李菲菲(Feifei Li) Senior Supervisor DICI" userId="S::feifei.li@doosan.com::a4140b9e-fef3-45a0-9ae1-ceb4f2bf668d" providerId="AD" clId="Web-{31EDC748-B1DD-4C72-9CFC-292AD76BAA07}" dt="2022-01-26T03:05:13.864" v="439" actId="20577"/>
          <ac:spMkLst>
            <pc:docMk/>
            <pc:sldMk cId="1069477415" sldId="360"/>
            <ac:spMk id="12" creationId="{C1C4B85D-DE51-460E-B776-381922F67299}"/>
          </ac:spMkLst>
        </pc:spChg>
      </pc:sldChg>
    </pc:docChg>
  </pc:docChgLst>
  <pc:docChgLst>
    <pc:chgData name="王圣民(Shengmin Wang) Deputy General Manager DDI China" userId="S::shengmin.wang@doosan.com::73f74af9-cc29-49b7-a296-63969f9819e4" providerId="AD" clId="Web-{79CF7D87-13F6-4C0C-BC9C-20610DC94CAD}"/>
    <pc:docChg chg="modSld">
      <pc:chgData name="王圣民(Shengmin Wang) Deputy General Manager DDI China" userId="S::shengmin.wang@doosan.com::73f74af9-cc29-49b7-a296-63969f9819e4" providerId="AD" clId="Web-{79CF7D87-13F6-4C0C-BC9C-20610DC94CAD}" dt="2022-03-09T04:50:44.417" v="73" actId="20577"/>
      <pc:docMkLst>
        <pc:docMk/>
      </pc:docMkLst>
      <pc:sldChg chg="modSp">
        <pc:chgData name="王圣民(Shengmin Wang) Deputy General Manager DDI China" userId="S::shengmin.wang@doosan.com::73f74af9-cc29-49b7-a296-63969f9819e4" providerId="AD" clId="Web-{79CF7D87-13F6-4C0C-BC9C-20610DC94CAD}" dt="2022-03-09T04:50:44.417" v="73" actId="20577"/>
        <pc:sldMkLst>
          <pc:docMk/>
          <pc:sldMk cId="913674899" sldId="365"/>
        </pc:sldMkLst>
        <pc:spChg chg="mod">
          <ac:chgData name="王圣民(Shengmin Wang) Deputy General Manager DDI China" userId="S::shengmin.wang@doosan.com::73f74af9-cc29-49b7-a296-63969f9819e4" providerId="AD" clId="Web-{79CF7D87-13F6-4C0C-BC9C-20610DC94CAD}" dt="2022-03-09T04:50:44.417" v="73" actId="20577"/>
          <ac:spMkLst>
            <pc:docMk/>
            <pc:sldMk cId="913674899" sldId="365"/>
            <ac:spMk id="12" creationId="{C1C4B85D-DE51-460E-B776-381922F67299}"/>
          </ac:spMkLst>
        </pc:spChg>
      </pc:sldChg>
    </pc:docChg>
  </pc:docChgLst>
  <pc:docChgLst>
    <pc:chgData name="于勇刚(Yonggang Yu) Senior Supervisor DICI" userId="S::yonggang.yu@doosan.com::a30d1530-d6aa-402d-81a3-f4a388fe5fb2" providerId="AD" clId="Web-{DA7717EC-CE60-48A2-B063-87399B8A170C}"/>
    <pc:docChg chg="modSld">
      <pc:chgData name="于勇刚(Yonggang Yu) Senior Supervisor DICI" userId="S::yonggang.yu@doosan.com::a30d1530-d6aa-402d-81a3-f4a388fe5fb2" providerId="AD" clId="Web-{DA7717EC-CE60-48A2-B063-87399B8A170C}" dt="2022-02-09T01:12:39.673" v="27" actId="20577"/>
      <pc:docMkLst>
        <pc:docMk/>
      </pc:docMkLst>
      <pc:sldChg chg="modSp">
        <pc:chgData name="于勇刚(Yonggang Yu) Senior Supervisor DICI" userId="S::yonggang.yu@doosan.com::a30d1530-d6aa-402d-81a3-f4a388fe5fb2" providerId="AD" clId="Web-{DA7717EC-CE60-48A2-B063-87399B8A170C}" dt="2022-02-09T01:12:39.673" v="27" actId="20577"/>
        <pc:sldMkLst>
          <pc:docMk/>
          <pc:sldMk cId="808505278" sldId="361"/>
        </pc:sldMkLst>
        <pc:spChg chg="mod">
          <ac:chgData name="于勇刚(Yonggang Yu) Senior Supervisor DICI" userId="S::yonggang.yu@doosan.com::a30d1530-d6aa-402d-81a3-f4a388fe5fb2" providerId="AD" clId="Web-{DA7717EC-CE60-48A2-B063-87399B8A170C}" dt="2022-02-09T01:11:19.110" v="6" actId="20577"/>
          <ac:spMkLst>
            <pc:docMk/>
            <pc:sldMk cId="808505278" sldId="361"/>
            <ac:spMk id="4" creationId="{679154EF-4B26-4C65-ADF5-53FE646CF2FD}"/>
          </ac:spMkLst>
        </pc:spChg>
        <pc:spChg chg="mod">
          <ac:chgData name="于勇刚(Yonggang Yu) Senior Supervisor DICI" userId="S::yonggang.yu@doosan.com::a30d1530-d6aa-402d-81a3-f4a388fe5fb2" providerId="AD" clId="Web-{DA7717EC-CE60-48A2-B063-87399B8A170C}" dt="2022-02-09T01:12:39.673" v="27" actId="20577"/>
          <ac:spMkLst>
            <pc:docMk/>
            <pc:sldMk cId="808505278" sldId="361"/>
            <ac:spMk id="12" creationId="{C1C4B85D-DE51-460E-B776-381922F67299}"/>
          </ac:spMkLst>
        </pc:spChg>
      </pc:sldChg>
    </pc:docChg>
  </pc:docChgLst>
  <pc:docChgLst>
    <pc:chgData name="侯艳艳(Yanyan Hou) Senior Supervisor DICI" userId="a0f19c3f-1e5f-4db3-99d5-027febdc63f9" providerId="ADAL" clId="{56C7ACE1-FAC5-4D4E-BF34-39AC39CC417E}"/>
    <pc:docChg chg="undo custSel modSld">
      <pc:chgData name="侯艳艳(Yanyan Hou) Senior Supervisor DICI" userId="a0f19c3f-1e5f-4db3-99d5-027febdc63f9" providerId="ADAL" clId="{56C7ACE1-FAC5-4D4E-BF34-39AC39CC417E}" dt="2022-03-02T06:25:46.816" v="103"/>
      <pc:docMkLst>
        <pc:docMk/>
      </pc:docMkLst>
      <pc:sldChg chg="addSp delSp modSp mod">
        <pc:chgData name="侯艳艳(Yanyan Hou) Senior Supervisor DICI" userId="a0f19c3f-1e5f-4db3-99d5-027febdc63f9" providerId="ADAL" clId="{56C7ACE1-FAC5-4D4E-BF34-39AC39CC417E}" dt="2022-03-02T06:25:46.816" v="103"/>
        <pc:sldMkLst>
          <pc:docMk/>
          <pc:sldMk cId="2299939790" sldId="364"/>
        </pc:sldMkLst>
        <pc:spChg chg="mod">
          <ac:chgData name="侯艳艳(Yanyan Hou) Senior Supervisor DICI" userId="a0f19c3f-1e5f-4db3-99d5-027febdc63f9" providerId="ADAL" clId="{56C7ACE1-FAC5-4D4E-BF34-39AC39CC417E}" dt="2022-03-02T06:22:44.578" v="5" actId="20577"/>
          <ac:spMkLst>
            <pc:docMk/>
            <pc:sldMk cId="2299939790" sldId="364"/>
            <ac:spMk id="4" creationId="{679154EF-4B26-4C65-ADF5-53FE646CF2FD}"/>
          </ac:spMkLst>
        </pc:spChg>
        <pc:spChg chg="add mod">
          <ac:chgData name="侯艳艳(Yanyan Hou) Senior Supervisor DICI" userId="a0f19c3f-1e5f-4db3-99d5-027febdc63f9" providerId="ADAL" clId="{56C7ACE1-FAC5-4D4E-BF34-39AC39CC417E}" dt="2022-03-02T06:25:46.816" v="103"/>
          <ac:spMkLst>
            <pc:docMk/>
            <pc:sldMk cId="2299939790" sldId="364"/>
            <ac:spMk id="10" creationId="{016B7720-EA18-4458-A230-7DD47C4C1A4B}"/>
          </ac:spMkLst>
        </pc:spChg>
        <pc:spChg chg="del">
          <ac:chgData name="侯艳艳(Yanyan Hou) Senior Supervisor DICI" userId="a0f19c3f-1e5f-4db3-99d5-027febdc63f9" providerId="ADAL" clId="{56C7ACE1-FAC5-4D4E-BF34-39AC39CC417E}" dt="2022-03-02T06:22:48.578" v="6" actId="478"/>
          <ac:spMkLst>
            <pc:docMk/>
            <pc:sldMk cId="2299939790" sldId="364"/>
            <ac:spMk id="13" creationId="{4852DB0A-E1B8-4777-95EB-69BF9923DE10}"/>
          </ac:spMkLst>
        </pc:spChg>
        <pc:spChg chg="del">
          <ac:chgData name="侯艳艳(Yanyan Hou) Senior Supervisor DICI" userId="a0f19c3f-1e5f-4db3-99d5-027febdc63f9" providerId="ADAL" clId="{56C7ACE1-FAC5-4D4E-BF34-39AC39CC417E}" dt="2022-03-02T06:22:48.578" v="6" actId="478"/>
          <ac:spMkLst>
            <pc:docMk/>
            <pc:sldMk cId="2299939790" sldId="364"/>
            <ac:spMk id="15" creationId="{4DCF41E5-B6B2-4A04-8BA7-0914018D25BE}"/>
          </ac:spMkLst>
        </pc:spChg>
        <pc:spChg chg="add mod">
          <ac:chgData name="侯艳艳(Yanyan Hou) Senior Supervisor DICI" userId="a0f19c3f-1e5f-4db3-99d5-027febdc63f9" providerId="ADAL" clId="{56C7ACE1-FAC5-4D4E-BF34-39AC39CC417E}" dt="2022-03-02T06:23:01.126" v="9" actId="1076"/>
          <ac:spMkLst>
            <pc:docMk/>
            <pc:sldMk cId="2299939790" sldId="364"/>
            <ac:spMk id="17" creationId="{E84139E4-AD8E-4A76-B9C0-914A2C695B1C}"/>
          </ac:spMkLst>
        </pc:spChg>
        <pc:graphicFrameChg chg="del">
          <ac:chgData name="侯艳艳(Yanyan Hou) Senior Supervisor DICI" userId="a0f19c3f-1e5f-4db3-99d5-027febdc63f9" providerId="ADAL" clId="{56C7ACE1-FAC5-4D4E-BF34-39AC39CC417E}" dt="2022-03-02T06:22:50.311" v="7" actId="478"/>
          <ac:graphicFrameMkLst>
            <pc:docMk/>
            <pc:sldMk cId="2299939790" sldId="364"/>
            <ac:graphicFrameMk id="16" creationId="{9848AD4F-CDF4-463C-9AC0-CB0AE6DF7FCB}"/>
          </ac:graphicFrameMkLst>
        </pc:graphicFrameChg>
        <pc:graphicFrameChg chg="add mod">
          <ac:chgData name="侯艳艳(Yanyan Hou) Senior Supervisor DICI" userId="a0f19c3f-1e5f-4db3-99d5-027febdc63f9" providerId="ADAL" clId="{56C7ACE1-FAC5-4D4E-BF34-39AC39CC417E}" dt="2022-03-02T06:23:18.773" v="13" actId="1076"/>
          <ac:graphicFrameMkLst>
            <pc:docMk/>
            <pc:sldMk cId="2299939790" sldId="364"/>
            <ac:graphicFrameMk id="18" creationId="{76D47C67-291D-4866-843D-3E75AA26400B}"/>
          </ac:graphicFrameMkLst>
        </pc:graphicFrameChg>
      </pc:sldChg>
    </pc:docChg>
  </pc:docChgLst>
  <pc:docChgLst>
    <pc:chgData clId="Web-{1ABAEEAA-0908-4278-A541-DDAEAE4CEC2F}"/>
    <pc:docChg chg="modSld">
      <pc:chgData name="" userId="" providerId="" clId="Web-{1ABAEEAA-0908-4278-A541-DDAEAE4CEC2F}" dt="2022-03-02T01:34:00.984" v="3" actId="20577"/>
      <pc:docMkLst>
        <pc:docMk/>
      </pc:docMkLst>
      <pc:sldChg chg="modSp">
        <pc:chgData name="" userId="" providerId="" clId="Web-{1ABAEEAA-0908-4278-A541-DDAEAE4CEC2F}" dt="2022-03-02T01:34:00.984" v="3" actId="20577"/>
        <pc:sldMkLst>
          <pc:docMk/>
          <pc:sldMk cId="1999716725" sldId="351"/>
        </pc:sldMkLst>
        <pc:spChg chg="mod">
          <ac:chgData name="" userId="" providerId="" clId="Web-{1ABAEEAA-0908-4278-A541-DDAEAE4CEC2F}" dt="2022-03-02T01:34:00.984" v="3" actId="20577"/>
          <ac:spMkLst>
            <pc:docMk/>
            <pc:sldMk cId="1999716725" sldId="351"/>
            <ac:spMk id="3" creationId="{476C744D-C169-4196-ADCA-1E41482DD349}"/>
          </ac:spMkLst>
        </pc:spChg>
      </pc:sldChg>
    </pc:docChg>
  </pc:docChgLst>
  <pc:docChgLst>
    <pc:chgData name="徐立东(Lidong Xu) Senior Supervisor DICI" userId="S::ic1100690@doosan.com::374523ea-ca44-4476-929e-d4198a430ab8" providerId="AD" clId="Web-{B7A29A54-07C3-4A7A-9D84-D88E36E1BD7B}"/>
    <pc:docChg chg="modSld">
      <pc:chgData name="徐立东(Lidong Xu) Senior Supervisor DICI" userId="S::ic1100690@doosan.com::374523ea-ca44-4476-929e-d4198a430ab8" providerId="AD" clId="Web-{B7A29A54-07C3-4A7A-9D84-D88E36E1BD7B}" dt="2022-02-23T02:04:37.599" v="2" actId="20577"/>
      <pc:docMkLst>
        <pc:docMk/>
      </pc:docMkLst>
      <pc:sldChg chg="modSp">
        <pc:chgData name="徐立东(Lidong Xu) Senior Supervisor DICI" userId="S::ic1100690@doosan.com::374523ea-ca44-4476-929e-d4198a430ab8" providerId="AD" clId="Web-{B7A29A54-07C3-4A7A-9D84-D88E36E1BD7B}" dt="2022-02-23T02:04:37.599" v="2" actId="20577"/>
        <pc:sldMkLst>
          <pc:docMk/>
          <pc:sldMk cId="1949078007" sldId="362"/>
        </pc:sldMkLst>
        <pc:spChg chg="mod">
          <ac:chgData name="徐立东(Lidong Xu) Senior Supervisor DICI" userId="S::ic1100690@doosan.com::374523ea-ca44-4476-929e-d4198a430ab8" providerId="AD" clId="Web-{B7A29A54-07C3-4A7A-9D84-D88E36E1BD7B}" dt="2022-02-23T02:04:37.599" v="2" actId="20577"/>
          <ac:spMkLst>
            <pc:docMk/>
            <pc:sldMk cId="1949078007" sldId="362"/>
            <ac:spMk id="4" creationId="{679154EF-4B26-4C65-ADF5-53FE646CF2FD}"/>
          </ac:spMkLst>
        </pc:spChg>
      </pc:sldChg>
    </pc:docChg>
  </pc:docChgLst>
  <pc:docChgLst>
    <pc:chgData name="李菲菲(Feifei Li) Senior Supervisor DICI" userId="S::feifei.li@doosan.com::a4140b9e-fef3-45a0-9ae1-ceb4f2bf668d" providerId="AD" clId="Web-{EA82BBCE-FA9A-4B38-B613-AB8A736444EF}"/>
    <pc:docChg chg="modSld">
      <pc:chgData name="李菲菲(Feifei Li) Senior Supervisor DICI" userId="S::feifei.li@doosan.com::a4140b9e-fef3-45a0-9ae1-ceb4f2bf668d" providerId="AD" clId="Web-{EA82BBCE-FA9A-4B38-B613-AB8A736444EF}" dt="2022-01-26T03:07:13.763" v="3" actId="20577"/>
      <pc:docMkLst>
        <pc:docMk/>
      </pc:docMkLst>
      <pc:sldChg chg="modSp">
        <pc:chgData name="李菲菲(Feifei Li) Senior Supervisor DICI" userId="S::feifei.li@doosan.com::a4140b9e-fef3-45a0-9ae1-ceb4f2bf668d" providerId="AD" clId="Web-{EA82BBCE-FA9A-4B38-B613-AB8A736444EF}" dt="2022-01-26T03:07:13.763" v="3" actId="20577"/>
        <pc:sldMkLst>
          <pc:docMk/>
          <pc:sldMk cId="1069477415" sldId="360"/>
        </pc:sldMkLst>
        <pc:spChg chg="mod">
          <ac:chgData name="李菲菲(Feifei Li) Senior Supervisor DICI" userId="S::feifei.li@doosan.com::a4140b9e-fef3-45a0-9ae1-ceb4f2bf668d" providerId="AD" clId="Web-{EA82BBCE-FA9A-4B38-B613-AB8A736444EF}" dt="2022-01-26T03:07:13.763" v="3" actId="20577"/>
          <ac:spMkLst>
            <pc:docMk/>
            <pc:sldMk cId="1069477415" sldId="360"/>
            <ac:spMk id="12" creationId="{C1C4B85D-DE51-460E-B776-381922F67299}"/>
          </ac:spMkLst>
        </pc:spChg>
      </pc:sldChg>
    </pc:docChg>
  </pc:docChgLst>
  <pc:docChgLst>
    <pc:chgData name="李菲菲(Feifei Li) Senior Supervisor DICI" userId="S::feifei.li@doosan.com::a4140b9e-fef3-45a0-9ae1-ceb4f2bf668d" providerId="AD" clId="Web-{15C42F21-A54C-4FA9-9DE8-AB6E59DD1C16}"/>
    <pc:docChg chg="modSld">
      <pc:chgData name="李菲菲(Feifei Li) Senior Supervisor DICI" userId="S::feifei.li@doosan.com::a4140b9e-fef3-45a0-9ae1-ceb4f2bf668d" providerId="AD" clId="Web-{15C42F21-A54C-4FA9-9DE8-AB6E59DD1C16}" dt="2022-03-02T07:10:40.443" v="83" actId="20577"/>
      <pc:docMkLst>
        <pc:docMk/>
      </pc:docMkLst>
      <pc:sldChg chg="modSp">
        <pc:chgData name="李菲菲(Feifei Li) Senior Supervisor DICI" userId="S::feifei.li@doosan.com::a4140b9e-fef3-45a0-9ae1-ceb4f2bf668d" providerId="AD" clId="Web-{15C42F21-A54C-4FA9-9DE8-AB6E59DD1C16}" dt="2022-03-02T07:10:40.443" v="83" actId="20577"/>
        <pc:sldMkLst>
          <pc:docMk/>
          <pc:sldMk cId="1069477415" sldId="360"/>
        </pc:sldMkLst>
        <pc:spChg chg="mod">
          <ac:chgData name="李菲菲(Feifei Li) Senior Supervisor DICI" userId="S::feifei.li@doosan.com::a4140b9e-fef3-45a0-9ae1-ceb4f2bf668d" providerId="AD" clId="Web-{15C42F21-A54C-4FA9-9DE8-AB6E59DD1C16}" dt="2022-03-02T07:09:28.209" v="71" actId="20577"/>
          <ac:spMkLst>
            <pc:docMk/>
            <pc:sldMk cId="1069477415" sldId="360"/>
            <ac:spMk id="4" creationId="{679154EF-4B26-4C65-ADF5-53FE646CF2FD}"/>
          </ac:spMkLst>
        </pc:spChg>
        <pc:spChg chg="mod">
          <ac:chgData name="李菲菲(Feifei Li) Senior Supervisor DICI" userId="S::feifei.li@doosan.com::a4140b9e-fef3-45a0-9ae1-ceb4f2bf668d" providerId="AD" clId="Web-{15C42F21-A54C-4FA9-9DE8-AB6E59DD1C16}" dt="2022-03-02T07:10:40.443" v="83" actId="20577"/>
          <ac:spMkLst>
            <pc:docMk/>
            <pc:sldMk cId="1069477415" sldId="360"/>
            <ac:spMk id="12" creationId="{C1C4B85D-DE51-460E-B776-381922F67299}"/>
          </ac:spMkLst>
        </pc:spChg>
      </pc:sldChg>
    </pc:docChg>
  </pc:docChgLst>
  <pc:docChgLst>
    <pc:chgData clId="Web-{BBF57F6C-EB1F-4962-80DF-59083F82F3F3}"/>
    <pc:docChg chg="modSld">
      <pc:chgData name="" userId="" providerId="" clId="Web-{BBF57F6C-EB1F-4962-80DF-59083F82F3F3}" dt="2022-02-23T01:40:42.690" v="0" actId="20577"/>
      <pc:docMkLst>
        <pc:docMk/>
      </pc:docMkLst>
      <pc:sldChg chg="modSp">
        <pc:chgData name="" userId="" providerId="" clId="Web-{BBF57F6C-EB1F-4962-80DF-59083F82F3F3}" dt="2022-02-23T01:40:42.690" v="0" actId="20577"/>
        <pc:sldMkLst>
          <pc:docMk/>
          <pc:sldMk cId="1999716725" sldId="351"/>
        </pc:sldMkLst>
        <pc:spChg chg="mod">
          <ac:chgData name="" userId="" providerId="" clId="Web-{BBF57F6C-EB1F-4962-80DF-59083F82F3F3}" dt="2022-02-23T01:40:42.690" v="0" actId="20577"/>
          <ac:spMkLst>
            <pc:docMk/>
            <pc:sldMk cId="1999716725" sldId="351"/>
            <ac:spMk id="3" creationId="{476C744D-C169-4196-ADCA-1E41482DD349}"/>
          </ac:spMkLst>
        </pc:spChg>
      </pc:sldChg>
    </pc:docChg>
  </pc:docChgLst>
  <pc:docChgLst>
    <pc:chgData name="程国前(Guoqian Cheng) Manager DICI" userId="S::guoqian.cheng@doosan.com::62df963a-90a1-4059-9560-4efe3a0595d2" providerId="AD" clId="Web-{9E3B5129-0454-41B0-96BE-DC0A90A1ACBC}"/>
    <pc:docChg chg="modSld">
      <pc:chgData name="程国前(Guoqian Cheng) Manager DICI" userId="S::guoqian.cheng@doosan.com::62df963a-90a1-4059-9560-4efe3a0595d2" providerId="AD" clId="Web-{9E3B5129-0454-41B0-96BE-DC0A90A1ACBC}" dt="2022-02-16T04:23:13.842" v="2" actId="20577"/>
      <pc:docMkLst>
        <pc:docMk/>
      </pc:docMkLst>
      <pc:sldChg chg="modSp">
        <pc:chgData name="程国前(Guoqian Cheng) Manager DICI" userId="S::guoqian.cheng@doosan.com::62df963a-90a1-4059-9560-4efe3a0595d2" providerId="AD" clId="Web-{9E3B5129-0454-41B0-96BE-DC0A90A1ACBC}" dt="2022-02-16T04:23:13.842" v="2" actId="20577"/>
        <pc:sldMkLst>
          <pc:docMk/>
          <pc:sldMk cId="754416650" sldId="363"/>
        </pc:sldMkLst>
        <pc:spChg chg="mod">
          <ac:chgData name="程国前(Guoqian Cheng) Manager DICI" userId="S::guoqian.cheng@doosan.com::62df963a-90a1-4059-9560-4efe3a0595d2" providerId="AD" clId="Web-{9E3B5129-0454-41B0-96BE-DC0A90A1ACBC}" dt="2022-02-16T04:23:13.842" v="2" actId="20577"/>
          <ac:spMkLst>
            <pc:docMk/>
            <pc:sldMk cId="754416650" sldId="363"/>
            <ac:spMk id="4" creationId="{679154EF-4B26-4C65-ADF5-53FE646CF2FD}"/>
          </ac:spMkLst>
        </pc:spChg>
      </pc:sldChg>
    </pc:docChg>
  </pc:docChgLst>
  <pc:docChgLst>
    <pc:chgData name="李菲菲(Feifei Li) Senior Supervisor DICI" userId="S::feifei.li@doosan.com::a4140b9e-fef3-45a0-9ae1-ceb4f2bf668d" providerId="AD" clId="Web-{F2A1DC7F-5084-461A-8F6D-906216E4A27D}"/>
    <pc:docChg chg="modSld">
      <pc:chgData name="李菲菲(Feifei Li) Senior Supervisor DICI" userId="S::feifei.li@doosan.com::a4140b9e-fef3-45a0-9ae1-ceb4f2bf668d" providerId="AD" clId="Web-{F2A1DC7F-5084-461A-8F6D-906216E4A27D}" dt="2022-03-09T03:09:27.140" v="470" actId="20577"/>
      <pc:docMkLst>
        <pc:docMk/>
      </pc:docMkLst>
      <pc:sldChg chg="modSp">
        <pc:chgData name="李菲菲(Feifei Li) Senior Supervisor DICI" userId="S::feifei.li@doosan.com::a4140b9e-fef3-45a0-9ae1-ceb4f2bf668d" providerId="AD" clId="Web-{F2A1DC7F-5084-461A-8F6D-906216E4A27D}" dt="2022-03-09T03:09:27.140" v="470" actId="20577"/>
        <pc:sldMkLst>
          <pc:docMk/>
          <pc:sldMk cId="1069477415" sldId="360"/>
        </pc:sldMkLst>
        <pc:spChg chg="mod">
          <ac:chgData name="李菲菲(Feifei Li) Senior Supervisor DICI" userId="S::feifei.li@doosan.com::a4140b9e-fef3-45a0-9ae1-ceb4f2bf668d" providerId="AD" clId="Web-{F2A1DC7F-5084-461A-8F6D-906216E4A27D}" dt="2022-03-09T03:09:27.140" v="470" actId="20577"/>
          <ac:spMkLst>
            <pc:docMk/>
            <pc:sldMk cId="1069477415" sldId="360"/>
            <ac:spMk id="12" creationId="{C1C4B85D-DE51-460E-B776-381922F67299}"/>
          </ac:spMkLst>
        </pc:spChg>
      </pc:sldChg>
    </pc:docChg>
  </pc:docChgLst>
  <pc:docChgLst>
    <pc:chgData name="于勇刚(Yonggang Yu) Senior Supervisor DICI" userId="S::yonggang.yu@doosan.com::a30d1530-d6aa-402d-81a3-f4a388fe5fb2" providerId="AD" clId="Web-{A1D61D96-536A-4271-8B4B-55BB2F216A6A}"/>
    <pc:docChg chg="modSld">
      <pc:chgData name="于勇刚(Yonggang Yu) Senior Supervisor DICI" userId="S::yonggang.yu@doosan.com::a30d1530-d6aa-402d-81a3-f4a388fe5fb2" providerId="AD" clId="Web-{A1D61D96-536A-4271-8B4B-55BB2F216A6A}" dt="2022-02-16T07:36:49.358" v="3" actId="20577"/>
      <pc:docMkLst>
        <pc:docMk/>
      </pc:docMkLst>
      <pc:sldChg chg="modSp">
        <pc:chgData name="于勇刚(Yonggang Yu) Senior Supervisor DICI" userId="S::yonggang.yu@doosan.com::a30d1530-d6aa-402d-81a3-f4a388fe5fb2" providerId="AD" clId="Web-{A1D61D96-536A-4271-8B4B-55BB2F216A6A}" dt="2022-02-16T07:36:49.358" v="3" actId="20577"/>
        <pc:sldMkLst>
          <pc:docMk/>
          <pc:sldMk cId="808505278" sldId="361"/>
        </pc:sldMkLst>
        <pc:spChg chg="mod">
          <ac:chgData name="于勇刚(Yonggang Yu) Senior Supervisor DICI" userId="S::yonggang.yu@doosan.com::a30d1530-d6aa-402d-81a3-f4a388fe5fb2" providerId="AD" clId="Web-{A1D61D96-536A-4271-8B4B-55BB2F216A6A}" dt="2022-02-16T07:36:49.358" v="3" actId="20577"/>
          <ac:spMkLst>
            <pc:docMk/>
            <pc:sldMk cId="808505278" sldId="361"/>
            <ac:spMk id="4" creationId="{679154EF-4B26-4C65-ADF5-53FE646CF2FD}"/>
          </ac:spMkLst>
        </pc:spChg>
        <pc:spChg chg="mod">
          <ac:chgData name="于勇刚(Yonggang Yu) Senior Supervisor DICI" userId="S::yonggang.yu@doosan.com::a30d1530-d6aa-402d-81a3-f4a388fe5fb2" providerId="AD" clId="Web-{A1D61D96-536A-4271-8B4B-55BB2F216A6A}" dt="2022-02-16T07:36:43.296" v="1" actId="20577"/>
          <ac:spMkLst>
            <pc:docMk/>
            <pc:sldMk cId="808505278" sldId="361"/>
            <ac:spMk id="12" creationId="{C1C4B85D-DE51-460E-B776-381922F67299}"/>
          </ac:spMkLst>
        </pc:spChg>
      </pc:sldChg>
    </pc:docChg>
  </pc:docChgLst>
  <pc:docChgLst>
    <pc:chgData clId="Web-{5A8EACFB-F428-4FC5-B661-78EAC7BFA43E}"/>
    <pc:docChg chg="modSld">
      <pc:chgData name="" userId="" providerId="" clId="Web-{5A8EACFB-F428-4FC5-B661-78EAC7BFA43E}" dt="2022-02-09T00:22:09.415" v="4" actId="20577"/>
      <pc:docMkLst>
        <pc:docMk/>
      </pc:docMkLst>
      <pc:sldChg chg="modSp">
        <pc:chgData name="" userId="" providerId="" clId="Web-{5A8EACFB-F428-4FC5-B661-78EAC7BFA43E}" dt="2022-02-09T00:22:09.415" v="4" actId="20577"/>
        <pc:sldMkLst>
          <pc:docMk/>
          <pc:sldMk cId="1999716725" sldId="351"/>
        </pc:sldMkLst>
        <pc:spChg chg="mod">
          <ac:chgData name="" userId="" providerId="" clId="Web-{5A8EACFB-F428-4FC5-B661-78EAC7BFA43E}" dt="2022-02-09T00:22:09.415" v="4" actId="20577"/>
          <ac:spMkLst>
            <pc:docMk/>
            <pc:sldMk cId="1999716725" sldId="351"/>
            <ac:spMk id="3" creationId="{476C744D-C169-4196-ADCA-1E41482DD349}"/>
          </ac:spMkLst>
        </pc:spChg>
      </pc:sldChg>
    </pc:docChg>
  </pc:docChgLst>
  <pc:docChgLst>
    <pc:chgData name="徐立东(Lidong Xu) Senior Supervisor DICI" userId="S::ic1100690@doosan.com::374523ea-ca44-4476-929e-d4198a430ab8" providerId="AD" clId="Web-{0B05DECA-0194-4A89-87D9-BC922A66D52C}"/>
    <pc:docChg chg="modSld">
      <pc:chgData name="徐立东(Lidong Xu) Senior Supervisor DICI" userId="S::ic1100690@doosan.com::374523ea-ca44-4476-929e-d4198a430ab8" providerId="AD" clId="Web-{0B05DECA-0194-4A89-87D9-BC922A66D52C}" dt="2022-03-02T02:37:10.307" v="4" actId="20577"/>
      <pc:docMkLst>
        <pc:docMk/>
      </pc:docMkLst>
      <pc:sldChg chg="modSp">
        <pc:chgData name="徐立东(Lidong Xu) Senior Supervisor DICI" userId="S::ic1100690@doosan.com::374523ea-ca44-4476-929e-d4198a430ab8" providerId="AD" clId="Web-{0B05DECA-0194-4A89-87D9-BC922A66D52C}" dt="2022-03-02T02:37:10.307" v="4" actId="20577"/>
        <pc:sldMkLst>
          <pc:docMk/>
          <pc:sldMk cId="1949078007" sldId="362"/>
        </pc:sldMkLst>
        <pc:spChg chg="mod">
          <ac:chgData name="徐立东(Lidong Xu) Senior Supervisor DICI" userId="S::ic1100690@doosan.com::374523ea-ca44-4476-929e-d4198a430ab8" providerId="AD" clId="Web-{0B05DECA-0194-4A89-87D9-BC922A66D52C}" dt="2022-03-02T02:37:10.307" v="4" actId="20577"/>
          <ac:spMkLst>
            <pc:docMk/>
            <pc:sldMk cId="1949078007" sldId="362"/>
            <ac:spMk id="4" creationId="{679154EF-4B26-4C65-ADF5-53FE646CF2FD}"/>
          </ac:spMkLst>
        </pc:spChg>
      </pc:sldChg>
    </pc:docChg>
  </pc:docChgLst>
  <pc:docChgLst>
    <pc:chgData name="王圣民(Shengmin Wang) Deputy General Manager DDI China" userId="S::shengmin.wang@doosan.com::73f74af9-cc29-49b7-a296-63969f9819e4" providerId="AD" clId="Web-{985F23F4-82FB-40D2-AF23-2C1BFD18D5D9}"/>
    <pc:docChg chg="modSld">
      <pc:chgData name="王圣民(Shengmin Wang) Deputy General Manager DDI China" userId="S::shengmin.wang@doosan.com::73f74af9-cc29-49b7-a296-63969f9819e4" providerId="AD" clId="Web-{985F23F4-82FB-40D2-AF23-2C1BFD18D5D9}" dt="2022-02-23T02:02:37.216" v="3" actId="20577"/>
      <pc:docMkLst>
        <pc:docMk/>
      </pc:docMkLst>
      <pc:sldChg chg="modSp">
        <pc:chgData name="王圣民(Shengmin Wang) Deputy General Manager DDI China" userId="S::shengmin.wang@doosan.com::73f74af9-cc29-49b7-a296-63969f9819e4" providerId="AD" clId="Web-{985F23F4-82FB-40D2-AF23-2C1BFD18D5D9}" dt="2022-02-23T02:02:37.216" v="3" actId="20577"/>
        <pc:sldMkLst>
          <pc:docMk/>
          <pc:sldMk cId="913674899" sldId="365"/>
        </pc:sldMkLst>
        <pc:spChg chg="mod">
          <ac:chgData name="王圣民(Shengmin Wang) Deputy General Manager DDI China" userId="S::shengmin.wang@doosan.com::73f74af9-cc29-49b7-a296-63969f9819e4" providerId="AD" clId="Web-{985F23F4-82FB-40D2-AF23-2C1BFD18D5D9}" dt="2022-02-23T02:02:37.216" v="3" actId="20577"/>
          <ac:spMkLst>
            <pc:docMk/>
            <pc:sldMk cId="913674899" sldId="365"/>
            <ac:spMk id="4" creationId="{679154EF-4B26-4C65-ADF5-53FE646CF2FD}"/>
          </ac:spMkLst>
        </pc:spChg>
      </pc:sldChg>
    </pc:docChg>
  </pc:docChgLst>
  <pc:docChgLst>
    <pc:chgData name="程国前(Guoqian Cheng) Manager DICI" userId="S::guoqian.cheng@doosan.com::62df963a-90a1-4059-9560-4efe3a0595d2" providerId="AD" clId="Web-{1ABAEEAA-0908-4278-A541-DDAEAE4CEC2F}"/>
    <pc:docChg chg="modSld">
      <pc:chgData name="程国前(Guoqian Cheng) Manager DICI" userId="S::guoqian.cheng@doosan.com::62df963a-90a1-4059-9560-4efe3a0595d2" providerId="AD" clId="Web-{1ABAEEAA-0908-4278-A541-DDAEAE4CEC2F}" dt="2022-03-02T01:38:57.533" v="179" actId="20577"/>
      <pc:docMkLst>
        <pc:docMk/>
      </pc:docMkLst>
      <pc:sldChg chg="modSp">
        <pc:chgData name="程国前(Guoqian Cheng) Manager DICI" userId="S::guoqian.cheng@doosan.com::62df963a-90a1-4059-9560-4efe3a0595d2" providerId="AD" clId="Web-{1ABAEEAA-0908-4278-A541-DDAEAE4CEC2F}" dt="2022-03-02T01:34:02.906" v="1" actId="20577"/>
        <pc:sldMkLst>
          <pc:docMk/>
          <pc:sldMk cId="1999716725" sldId="351"/>
        </pc:sldMkLst>
        <pc:spChg chg="mod">
          <ac:chgData name="程国前(Guoqian Cheng) Manager DICI" userId="S::guoqian.cheng@doosan.com::62df963a-90a1-4059-9560-4efe3a0595d2" providerId="AD" clId="Web-{1ABAEEAA-0908-4278-A541-DDAEAE4CEC2F}" dt="2022-03-02T01:34:02.906" v="1" actId="20577"/>
          <ac:spMkLst>
            <pc:docMk/>
            <pc:sldMk cId="1999716725" sldId="351"/>
            <ac:spMk id="3" creationId="{476C744D-C169-4196-ADCA-1E41482DD349}"/>
          </ac:spMkLst>
        </pc:spChg>
      </pc:sldChg>
      <pc:sldChg chg="modSp">
        <pc:chgData name="程国前(Guoqian Cheng) Manager DICI" userId="S::guoqian.cheng@doosan.com::62df963a-90a1-4059-9560-4efe3a0595d2" providerId="AD" clId="Web-{1ABAEEAA-0908-4278-A541-DDAEAE4CEC2F}" dt="2022-03-02T01:34:15.485" v="13" actId="20577"/>
        <pc:sldMkLst>
          <pc:docMk/>
          <pc:sldMk cId="4196983096" sldId="359"/>
        </pc:sldMkLst>
        <pc:spChg chg="mod">
          <ac:chgData name="程国前(Guoqian Cheng) Manager DICI" userId="S::guoqian.cheng@doosan.com::62df963a-90a1-4059-9560-4efe3a0595d2" providerId="AD" clId="Web-{1ABAEEAA-0908-4278-A541-DDAEAE4CEC2F}" dt="2022-03-02T01:34:15.485" v="13" actId="20577"/>
          <ac:spMkLst>
            <pc:docMk/>
            <pc:sldMk cId="4196983096" sldId="359"/>
            <ac:spMk id="12" creationId="{C1C4B85D-DE51-460E-B776-381922F67299}"/>
          </ac:spMkLst>
        </pc:spChg>
      </pc:sldChg>
      <pc:sldChg chg="modSp">
        <pc:chgData name="程国前(Guoqian Cheng) Manager DICI" userId="S::guoqian.cheng@doosan.com::62df963a-90a1-4059-9560-4efe3a0595d2" providerId="AD" clId="Web-{1ABAEEAA-0908-4278-A541-DDAEAE4CEC2F}" dt="2022-03-02T01:38:57.533" v="179" actId="20577"/>
        <pc:sldMkLst>
          <pc:docMk/>
          <pc:sldMk cId="754416650" sldId="363"/>
        </pc:sldMkLst>
        <pc:spChg chg="mod">
          <ac:chgData name="程国前(Guoqian Cheng) Manager DICI" userId="S::guoqian.cheng@doosan.com::62df963a-90a1-4059-9560-4efe3a0595d2" providerId="AD" clId="Web-{1ABAEEAA-0908-4278-A541-DDAEAE4CEC2F}" dt="2022-03-02T01:37:26.830" v="111" actId="20577"/>
          <ac:spMkLst>
            <pc:docMk/>
            <pc:sldMk cId="754416650" sldId="363"/>
            <ac:spMk id="4" creationId="{679154EF-4B26-4C65-ADF5-53FE646CF2FD}"/>
          </ac:spMkLst>
        </pc:spChg>
        <pc:spChg chg="mod">
          <ac:chgData name="程国前(Guoqian Cheng) Manager DICI" userId="S::guoqian.cheng@doosan.com::62df963a-90a1-4059-9560-4efe3a0595d2" providerId="AD" clId="Web-{1ABAEEAA-0908-4278-A541-DDAEAE4CEC2F}" dt="2022-03-02T01:38:57.533" v="179" actId="20577"/>
          <ac:spMkLst>
            <pc:docMk/>
            <pc:sldMk cId="754416650" sldId="363"/>
            <ac:spMk id="12" creationId="{C1C4B85D-DE51-460E-B776-381922F67299}"/>
          </ac:spMkLst>
        </pc:spChg>
      </pc:sldChg>
    </pc:docChg>
  </pc:docChgLst>
  <pc:docChgLst>
    <pc:chgData name="王圣民(Shengmin Wang) Deputy General Manager DDI China" userId="73f74af9-cc29-49b7-a296-63969f9819e4" providerId="ADAL" clId="{742FB208-7630-463B-AE19-60E7A875F8F6}"/>
    <pc:docChg chg="modSld">
      <pc:chgData name="王圣民(Shengmin Wang) Deputy General Manager DDI China" userId="73f74af9-cc29-49b7-a296-63969f9819e4" providerId="ADAL" clId="{742FB208-7630-463B-AE19-60E7A875F8F6}" dt="2022-02-23T02:09:40.896" v="187"/>
      <pc:docMkLst>
        <pc:docMk/>
      </pc:docMkLst>
      <pc:sldChg chg="modSp mod">
        <pc:chgData name="王圣民(Shengmin Wang) Deputy General Manager DDI China" userId="73f74af9-cc29-49b7-a296-63969f9819e4" providerId="ADAL" clId="{742FB208-7630-463B-AE19-60E7A875F8F6}" dt="2022-02-23T02:09:40.896" v="187"/>
        <pc:sldMkLst>
          <pc:docMk/>
          <pc:sldMk cId="913674899" sldId="365"/>
        </pc:sldMkLst>
        <pc:spChg chg="mod">
          <ac:chgData name="王圣民(Shengmin Wang) Deputy General Manager DDI China" userId="73f74af9-cc29-49b7-a296-63969f9819e4" providerId="ADAL" clId="{742FB208-7630-463B-AE19-60E7A875F8F6}" dt="2022-02-23T02:09:40.896" v="187"/>
          <ac:spMkLst>
            <pc:docMk/>
            <pc:sldMk cId="913674899" sldId="365"/>
            <ac:spMk id="12" creationId="{C1C4B85D-DE51-460E-B776-381922F67299}"/>
          </ac:spMkLst>
        </pc:spChg>
      </pc:sldChg>
    </pc:docChg>
  </pc:docChgLst>
  <pc:docChgLst>
    <pc:chgData name="程国前(Guoqian Cheng) Manager DICI" userId="S::guoqian.cheng@doosan.com::62df963a-90a1-4059-9560-4efe3a0595d2" providerId="AD" clId="Web-{71103BD6-8FB0-4771-BAB7-6507993E992D}"/>
    <pc:docChg chg="modSld">
      <pc:chgData name="程国前(Guoqian Cheng) Manager DICI" userId="S::guoqian.cheng@doosan.com::62df963a-90a1-4059-9560-4efe3a0595d2" providerId="AD" clId="Web-{71103BD6-8FB0-4771-BAB7-6507993E992D}" dt="2022-01-26T03:14:26.866" v="13" actId="20577"/>
      <pc:docMkLst>
        <pc:docMk/>
      </pc:docMkLst>
      <pc:sldChg chg="modSp">
        <pc:chgData name="程国前(Guoqian Cheng) Manager DICI" userId="S::guoqian.cheng@doosan.com::62df963a-90a1-4059-9560-4efe3a0595d2" providerId="AD" clId="Web-{71103BD6-8FB0-4771-BAB7-6507993E992D}" dt="2022-01-26T03:14:26.866" v="13" actId="20577"/>
        <pc:sldMkLst>
          <pc:docMk/>
          <pc:sldMk cId="754416650" sldId="363"/>
        </pc:sldMkLst>
        <pc:spChg chg="mod">
          <ac:chgData name="程国前(Guoqian Cheng) Manager DICI" userId="S::guoqian.cheng@doosan.com::62df963a-90a1-4059-9560-4efe3a0595d2" providerId="AD" clId="Web-{71103BD6-8FB0-4771-BAB7-6507993E992D}" dt="2022-01-26T03:14:26.866" v="13" actId="20577"/>
          <ac:spMkLst>
            <pc:docMk/>
            <pc:sldMk cId="754416650" sldId="363"/>
            <ac:spMk id="12" creationId="{C1C4B85D-DE51-460E-B776-381922F67299}"/>
          </ac:spMkLst>
        </pc:spChg>
      </pc:sldChg>
    </pc:docChg>
  </pc:docChgLst>
  <pc:docChgLst>
    <pc:chgData name="徐立东(Lidong Xu) Senior Supervisor DICI" userId="S::ic1100690@doosan.com::374523ea-ca44-4476-929e-d4198a430ab8" providerId="AD" clId="Web-{1798902B-EF8B-493E-975B-BB12577D6AF4}"/>
    <pc:docChg chg="modSld">
      <pc:chgData name="徐立东(Lidong Xu) Senior Supervisor DICI" userId="S::ic1100690@doosan.com::374523ea-ca44-4476-929e-d4198a430ab8" providerId="AD" clId="Web-{1798902B-EF8B-493E-975B-BB12577D6AF4}" dt="2022-02-09T00:45:25.402" v="8" actId="20577"/>
      <pc:docMkLst>
        <pc:docMk/>
      </pc:docMkLst>
      <pc:sldChg chg="modSp">
        <pc:chgData name="徐立东(Lidong Xu) Senior Supervisor DICI" userId="S::ic1100690@doosan.com::374523ea-ca44-4476-929e-d4198a430ab8" providerId="AD" clId="Web-{1798902B-EF8B-493E-975B-BB12577D6AF4}" dt="2022-02-09T00:45:25.402" v="8" actId="20577"/>
        <pc:sldMkLst>
          <pc:docMk/>
          <pc:sldMk cId="1949078007" sldId="362"/>
        </pc:sldMkLst>
        <pc:spChg chg="mod">
          <ac:chgData name="徐立东(Lidong Xu) Senior Supervisor DICI" userId="S::ic1100690@doosan.com::374523ea-ca44-4476-929e-d4198a430ab8" providerId="AD" clId="Web-{1798902B-EF8B-493E-975B-BB12577D6AF4}" dt="2022-02-09T00:45:02.652" v="3" actId="20577"/>
          <ac:spMkLst>
            <pc:docMk/>
            <pc:sldMk cId="1949078007" sldId="362"/>
            <ac:spMk id="4" creationId="{679154EF-4B26-4C65-ADF5-53FE646CF2FD}"/>
          </ac:spMkLst>
        </pc:spChg>
        <pc:spChg chg="mod">
          <ac:chgData name="徐立东(Lidong Xu) Senior Supervisor DICI" userId="S::ic1100690@doosan.com::374523ea-ca44-4476-929e-d4198a430ab8" providerId="AD" clId="Web-{1798902B-EF8B-493E-975B-BB12577D6AF4}" dt="2022-02-09T00:45:25.402" v="8" actId="20577"/>
          <ac:spMkLst>
            <pc:docMk/>
            <pc:sldMk cId="1949078007" sldId="362"/>
            <ac:spMk id="12" creationId="{C1C4B85D-DE51-460E-B776-381922F67299}"/>
          </ac:spMkLst>
        </pc:spChg>
      </pc:sldChg>
    </pc:docChg>
  </pc:docChgLst>
  <pc:docChgLst>
    <pc:chgData name="侯艳艳(Yanyan Hou) Senior Supervisor DICI" userId="a0f19c3f-1e5f-4db3-99d5-027febdc63f9" providerId="ADAL" clId="{70BA0CCD-2D3B-4F45-A111-6D94245FD32E}"/>
    <pc:docChg chg="custSel modSld">
      <pc:chgData name="侯艳艳(Yanyan Hou) Senior Supervisor DICI" userId="a0f19c3f-1e5f-4db3-99d5-027febdc63f9" providerId="ADAL" clId="{70BA0CCD-2D3B-4F45-A111-6D94245FD32E}" dt="2022-01-26T10:14:21.265" v="5" actId="20577"/>
      <pc:docMkLst>
        <pc:docMk/>
      </pc:docMkLst>
      <pc:sldChg chg="addSp delSp modSp mod">
        <pc:chgData name="侯艳艳(Yanyan Hou) Senior Supervisor DICI" userId="a0f19c3f-1e5f-4db3-99d5-027febdc63f9" providerId="ADAL" clId="{70BA0CCD-2D3B-4F45-A111-6D94245FD32E}" dt="2022-01-26T10:14:21.265" v="5" actId="20577"/>
        <pc:sldMkLst>
          <pc:docMk/>
          <pc:sldMk cId="2299939790" sldId="364"/>
        </pc:sldMkLst>
        <pc:spChg chg="mod">
          <ac:chgData name="侯艳艳(Yanyan Hou) Senior Supervisor DICI" userId="a0f19c3f-1e5f-4db3-99d5-027febdc63f9" providerId="ADAL" clId="{70BA0CCD-2D3B-4F45-A111-6D94245FD32E}" dt="2022-01-26T10:14:21.265" v="5" actId="20577"/>
          <ac:spMkLst>
            <pc:docMk/>
            <pc:sldMk cId="2299939790" sldId="364"/>
            <ac:spMk id="4" creationId="{679154EF-4B26-4C65-ADF5-53FE646CF2FD}"/>
          </ac:spMkLst>
        </pc:spChg>
        <pc:spChg chg="add mod">
          <ac:chgData name="侯艳艳(Yanyan Hou) Senior Supervisor DICI" userId="a0f19c3f-1e5f-4db3-99d5-027febdc63f9" providerId="ADAL" clId="{70BA0CCD-2D3B-4F45-A111-6D94245FD32E}" dt="2022-01-26T10:14:15.898" v="1"/>
          <ac:spMkLst>
            <pc:docMk/>
            <pc:sldMk cId="2299939790" sldId="364"/>
            <ac:spMk id="10" creationId="{3C53625F-6816-4DA8-A209-05D07F003A8B}"/>
          </ac:spMkLst>
        </pc:spChg>
        <pc:spChg chg="del">
          <ac:chgData name="侯艳艳(Yanyan Hou) Senior Supervisor DICI" userId="a0f19c3f-1e5f-4db3-99d5-027febdc63f9" providerId="ADAL" clId="{70BA0CCD-2D3B-4F45-A111-6D94245FD32E}" dt="2022-01-26T10:14:15.483" v="0" actId="478"/>
          <ac:spMkLst>
            <pc:docMk/>
            <pc:sldMk cId="2299939790" sldId="364"/>
            <ac:spMk id="13" creationId="{D36C18D3-DF77-48F6-8C64-62957783BDF3}"/>
          </ac:spMkLst>
        </pc:spChg>
        <pc:spChg chg="del">
          <ac:chgData name="侯艳艳(Yanyan Hou) Senior Supervisor DICI" userId="a0f19c3f-1e5f-4db3-99d5-027febdc63f9" providerId="ADAL" clId="{70BA0CCD-2D3B-4F45-A111-6D94245FD32E}" dt="2022-01-26T10:14:15.483" v="0" actId="478"/>
          <ac:spMkLst>
            <pc:docMk/>
            <pc:sldMk cId="2299939790" sldId="364"/>
            <ac:spMk id="15" creationId="{17437EA1-36F2-4E19-872F-E88599E4B837}"/>
          </ac:spMkLst>
        </pc:spChg>
        <pc:spChg chg="add mod">
          <ac:chgData name="侯艳艳(Yanyan Hou) Senior Supervisor DICI" userId="a0f19c3f-1e5f-4db3-99d5-027febdc63f9" providerId="ADAL" clId="{70BA0CCD-2D3B-4F45-A111-6D94245FD32E}" dt="2022-01-26T10:14:15.898" v="1"/>
          <ac:spMkLst>
            <pc:docMk/>
            <pc:sldMk cId="2299939790" sldId="364"/>
            <ac:spMk id="17" creationId="{4B07E7CC-7A9F-4D9A-90E7-6A274C57B64F}"/>
          </ac:spMkLst>
        </pc:spChg>
        <pc:graphicFrameChg chg="del">
          <ac:chgData name="侯艳艳(Yanyan Hou) Senior Supervisor DICI" userId="a0f19c3f-1e5f-4db3-99d5-027febdc63f9" providerId="ADAL" clId="{70BA0CCD-2D3B-4F45-A111-6D94245FD32E}" dt="2022-01-26T10:14:15.483" v="0" actId="478"/>
          <ac:graphicFrameMkLst>
            <pc:docMk/>
            <pc:sldMk cId="2299939790" sldId="364"/>
            <ac:graphicFrameMk id="16" creationId="{5B689E69-754B-4527-B475-28B948579106}"/>
          </ac:graphicFrameMkLst>
        </pc:graphicFrameChg>
        <pc:graphicFrameChg chg="add mod">
          <ac:chgData name="侯艳艳(Yanyan Hou) Senior Supervisor DICI" userId="a0f19c3f-1e5f-4db3-99d5-027febdc63f9" providerId="ADAL" clId="{70BA0CCD-2D3B-4F45-A111-6D94245FD32E}" dt="2022-01-26T10:14:15.898" v="1"/>
          <ac:graphicFrameMkLst>
            <pc:docMk/>
            <pc:sldMk cId="2299939790" sldId="364"/>
            <ac:graphicFrameMk id="18" creationId="{5B583243-00A5-4BAA-9EAD-659A625DBC82}"/>
          </ac:graphicFrameMkLst>
        </pc:graphicFrameChg>
      </pc:sldChg>
    </pc:docChg>
  </pc:docChgLst>
  <pc:docChgLst>
    <pc:chgData name="程国前(Guoqian Cheng) Manager DICI" userId="S::guoqian.cheng@doosan.com::62df963a-90a1-4059-9560-4efe3a0595d2" providerId="AD" clId="Web-{9ADEA63A-84D7-4574-A0AD-C3926C1B3691}"/>
    <pc:docChg chg="modSld">
      <pc:chgData name="程国前(Guoqian Cheng) Manager DICI" userId="S::guoqian.cheng@doosan.com::62df963a-90a1-4059-9560-4efe3a0595d2" providerId="AD" clId="Web-{9ADEA63A-84D7-4574-A0AD-C3926C1B3691}" dt="2022-03-09T01:34:07.031" v="59" actId="20577"/>
      <pc:docMkLst>
        <pc:docMk/>
      </pc:docMkLst>
      <pc:sldChg chg="modSp">
        <pc:chgData name="程国前(Guoqian Cheng) Manager DICI" userId="S::guoqian.cheng@doosan.com::62df963a-90a1-4059-9560-4efe3a0595d2" providerId="AD" clId="Web-{9ADEA63A-84D7-4574-A0AD-C3926C1B3691}" dt="2022-03-09T01:32:43.469" v="2" actId="20577"/>
        <pc:sldMkLst>
          <pc:docMk/>
          <pc:sldMk cId="1999716725" sldId="351"/>
        </pc:sldMkLst>
        <pc:spChg chg="mod">
          <ac:chgData name="程国前(Guoqian Cheng) Manager DICI" userId="S::guoqian.cheng@doosan.com::62df963a-90a1-4059-9560-4efe3a0595d2" providerId="AD" clId="Web-{9ADEA63A-84D7-4574-A0AD-C3926C1B3691}" dt="2022-03-09T01:32:43.469" v="2" actId="20577"/>
          <ac:spMkLst>
            <pc:docMk/>
            <pc:sldMk cId="1999716725" sldId="351"/>
            <ac:spMk id="3" creationId="{476C744D-C169-4196-ADCA-1E41482DD349}"/>
          </ac:spMkLst>
        </pc:spChg>
      </pc:sldChg>
      <pc:sldChg chg="modSp">
        <pc:chgData name="程国前(Guoqian Cheng) Manager DICI" userId="S::guoqian.cheng@doosan.com::62df963a-90a1-4059-9560-4efe3a0595d2" providerId="AD" clId="Web-{9ADEA63A-84D7-4574-A0AD-C3926C1B3691}" dt="2022-03-09T01:34:07.031" v="59" actId="20577"/>
        <pc:sldMkLst>
          <pc:docMk/>
          <pc:sldMk cId="754416650" sldId="363"/>
        </pc:sldMkLst>
        <pc:spChg chg="mod">
          <ac:chgData name="程国前(Guoqian Cheng) Manager DICI" userId="S::guoqian.cheng@doosan.com::62df963a-90a1-4059-9560-4efe3a0595d2" providerId="AD" clId="Web-{9ADEA63A-84D7-4574-A0AD-C3926C1B3691}" dt="2022-03-09T01:34:07.031" v="59" actId="20577"/>
          <ac:spMkLst>
            <pc:docMk/>
            <pc:sldMk cId="754416650" sldId="363"/>
            <ac:spMk id="4" creationId="{679154EF-4B26-4C65-ADF5-53FE646CF2FD}"/>
          </ac:spMkLst>
        </pc:spChg>
        <pc:spChg chg="mod">
          <ac:chgData name="程国前(Guoqian Cheng) Manager DICI" userId="S::guoqian.cheng@doosan.com::62df963a-90a1-4059-9560-4efe3a0595d2" providerId="AD" clId="Web-{9ADEA63A-84D7-4574-A0AD-C3926C1B3691}" dt="2022-03-09T01:34:01.625" v="57" actId="20577"/>
          <ac:spMkLst>
            <pc:docMk/>
            <pc:sldMk cId="754416650" sldId="363"/>
            <ac:spMk id="12" creationId="{C1C4B85D-DE51-460E-B776-381922F67299}"/>
          </ac:spMkLst>
        </pc:spChg>
      </pc:sldChg>
    </pc:docChg>
  </pc:docChgLst>
  <pc:docChgLst>
    <pc:chgData name="王圣民(Shengmin Wang) Deputy General Manager DDI China" userId="S::shengmin.wang@doosan.com::73f74af9-cc29-49b7-a296-63969f9819e4" providerId="AD" clId="Web-{9A951222-A66E-4B7B-9A60-F6CEBA664194}"/>
    <pc:docChg chg="modSld">
      <pc:chgData name="王圣民(Shengmin Wang) Deputy General Manager DDI China" userId="S::shengmin.wang@doosan.com::73f74af9-cc29-49b7-a296-63969f9819e4" providerId="AD" clId="Web-{9A951222-A66E-4B7B-9A60-F6CEBA664194}" dt="2022-03-09T04:47:24.589" v="66" actId="20577"/>
      <pc:docMkLst>
        <pc:docMk/>
      </pc:docMkLst>
      <pc:sldChg chg="modSp">
        <pc:chgData name="王圣民(Shengmin Wang) Deputy General Manager DDI China" userId="S::shengmin.wang@doosan.com::73f74af9-cc29-49b7-a296-63969f9819e4" providerId="AD" clId="Web-{9A951222-A66E-4B7B-9A60-F6CEBA664194}" dt="2022-03-09T04:47:24.589" v="66" actId="20577"/>
        <pc:sldMkLst>
          <pc:docMk/>
          <pc:sldMk cId="913674899" sldId="365"/>
        </pc:sldMkLst>
        <pc:spChg chg="mod">
          <ac:chgData name="王圣民(Shengmin Wang) Deputy General Manager DDI China" userId="S::shengmin.wang@doosan.com::73f74af9-cc29-49b7-a296-63969f9819e4" providerId="AD" clId="Web-{9A951222-A66E-4B7B-9A60-F6CEBA664194}" dt="2022-03-09T04:47:24.589" v="66" actId="20577"/>
          <ac:spMkLst>
            <pc:docMk/>
            <pc:sldMk cId="913674899" sldId="365"/>
            <ac:spMk id="4" creationId="{679154EF-4B26-4C65-ADF5-53FE646CF2FD}"/>
          </ac:spMkLst>
        </pc:spChg>
        <pc:spChg chg="mod">
          <ac:chgData name="王圣民(Shengmin Wang) Deputy General Manager DDI China" userId="S::shengmin.wang@doosan.com::73f74af9-cc29-49b7-a296-63969f9819e4" providerId="AD" clId="Web-{9A951222-A66E-4B7B-9A60-F6CEBA664194}" dt="2022-03-09T04:47:20.386" v="63" actId="20577"/>
          <ac:spMkLst>
            <pc:docMk/>
            <pc:sldMk cId="913674899" sldId="365"/>
            <ac:spMk id="12" creationId="{C1C4B85D-DE51-460E-B776-381922F67299}"/>
          </ac:spMkLst>
        </pc:spChg>
      </pc:sldChg>
    </pc:docChg>
  </pc:docChgLst>
  <pc:docChgLst>
    <pc:chgData name="程国前(Guoqian Cheng) Manager DICI" userId="S::guoqian.cheng@doosan.com::62df963a-90a1-4059-9560-4efe3a0595d2" providerId="AD" clId="Web-{2270F97B-FB5C-4C3E-858D-1308515A1990}"/>
    <pc:docChg chg="modSld">
      <pc:chgData name="程国前(Guoqian Cheng) Manager DICI" userId="S::guoqian.cheng@doosan.com::62df963a-90a1-4059-9560-4efe3a0595d2" providerId="AD" clId="Web-{2270F97B-FB5C-4C3E-858D-1308515A1990}" dt="2022-02-16T06:42:59.769" v="79" actId="20577"/>
      <pc:docMkLst>
        <pc:docMk/>
      </pc:docMkLst>
      <pc:sldChg chg="modSp">
        <pc:chgData name="程国前(Guoqian Cheng) Manager DICI" userId="S::guoqian.cheng@doosan.com::62df963a-90a1-4059-9560-4efe3a0595d2" providerId="AD" clId="Web-{2270F97B-FB5C-4C3E-858D-1308515A1990}" dt="2022-02-16T06:42:59.769" v="79" actId="20577"/>
        <pc:sldMkLst>
          <pc:docMk/>
          <pc:sldMk cId="754416650" sldId="363"/>
        </pc:sldMkLst>
        <pc:spChg chg="mod">
          <ac:chgData name="程国前(Guoqian Cheng) Manager DICI" userId="S::guoqian.cheng@doosan.com::62df963a-90a1-4059-9560-4efe3a0595d2" providerId="AD" clId="Web-{2270F97B-FB5C-4C3E-858D-1308515A1990}" dt="2022-02-16T06:42:59.769" v="79" actId="20577"/>
          <ac:spMkLst>
            <pc:docMk/>
            <pc:sldMk cId="754416650" sldId="363"/>
            <ac:spMk id="12" creationId="{C1C4B85D-DE51-460E-B776-381922F67299}"/>
          </ac:spMkLst>
        </pc:spChg>
      </pc:sldChg>
    </pc:docChg>
  </pc:docChgLst>
  <pc:docChgLst>
    <pc:chgData name="徐立东(Lidong Xu) Senior Supervisor DICI" userId="S::ic1100690@doosan.com::374523ea-ca44-4476-929e-d4198a430ab8" providerId="AD" clId="Web-{A04B9230-D692-44A2-AE5F-2742EE2FC93E}"/>
    <pc:docChg chg="modSld">
      <pc:chgData name="徐立东(Lidong Xu) Senior Supervisor DICI" userId="S::ic1100690@doosan.com::374523ea-ca44-4476-929e-d4198a430ab8" providerId="AD" clId="Web-{A04B9230-D692-44A2-AE5F-2742EE2FC93E}" dt="2022-03-02T02:40:23.263" v="21" actId="20577"/>
      <pc:docMkLst>
        <pc:docMk/>
      </pc:docMkLst>
      <pc:sldChg chg="modSp">
        <pc:chgData name="徐立东(Lidong Xu) Senior Supervisor DICI" userId="S::ic1100690@doosan.com::374523ea-ca44-4476-929e-d4198a430ab8" providerId="AD" clId="Web-{A04B9230-D692-44A2-AE5F-2742EE2FC93E}" dt="2022-03-02T02:40:23.263" v="21" actId="20577"/>
        <pc:sldMkLst>
          <pc:docMk/>
          <pc:sldMk cId="1949078007" sldId="362"/>
        </pc:sldMkLst>
        <pc:spChg chg="mod">
          <ac:chgData name="徐立东(Lidong Xu) Senior Supervisor DICI" userId="S::ic1100690@doosan.com::374523ea-ca44-4476-929e-d4198a430ab8" providerId="AD" clId="Web-{A04B9230-D692-44A2-AE5F-2742EE2FC93E}" dt="2022-03-02T02:40:23.263" v="21" actId="20577"/>
          <ac:spMkLst>
            <pc:docMk/>
            <pc:sldMk cId="1949078007" sldId="362"/>
            <ac:spMk id="12" creationId="{C1C4B85D-DE51-460E-B776-381922F67299}"/>
          </ac:spMkLst>
        </pc:spChg>
      </pc:sldChg>
    </pc:docChg>
  </pc:docChgLst>
  <pc:docChgLst>
    <pc:chgData name="程国前(Guoqian Cheng) Manager DICI" userId="S::guoqian.cheng@doosan.com::62df963a-90a1-4059-9560-4efe3a0595d2" providerId="AD" clId="Web-{66AD886A-999A-4FC3-A5BA-F75BF262000B}"/>
    <pc:docChg chg="modSld">
      <pc:chgData name="程国前(Guoqian Cheng) Manager DICI" userId="S::guoqian.cheng@doosan.com::62df963a-90a1-4059-9560-4efe3a0595d2" providerId="AD" clId="Web-{66AD886A-999A-4FC3-A5BA-F75BF262000B}" dt="2022-02-09T02:44:27.548" v="22" actId="20577"/>
      <pc:docMkLst>
        <pc:docMk/>
      </pc:docMkLst>
      <pc:sldChg chg="modSp">
        <pc:chgData name="程国前(Guoqian Cheng) Manager DICI" userId="S::guoqian.cheng@doosan.com::62df963a-90a1-4059-9560-4efe3a0595d2" providerId="AD" clId="Web-{66AD886A-999A-4FC3-A5BA-F75BF262000B}" dt="2022-02-09T02:44:27.548" v="22" actId="20577"/>
        <pc:sldMkLst>
          <pc:docMk/>
          <pc:sldMk cId="754416650" sldId="363"/>
        </pc:sldMkLst>
        <pc:spChg chg="mod">
          <ac:chgData name="程国前(Guoqian Cheng) Manager DICI" userId="S::guoqian.cheng@doosan.com::62df963a-90a1-4059-9560-4efe3a0595d2" providerId="AD" clId="Web-{66AD886A-999A-4FC3-A5BA-F75BF262000B}" dt="2022-02-09T02:44:27.548" v="22" actId="20577"/>
          <ac:spMkLst>
            <pc:docMk/>
            <pc:sldMk cId="754416650" sldId="363"/>
            <ac:spMk id="12" creationId="{C1C4B85D-DE51-460E-B776-381922F67299}"/>
          </ac:spMkLst>
        </pc:spChg>
      </pc:sldChg>
    </pc:docChg>
  </pc:docChgLst>
  <pc:docChgLst>
    <pc:chgData name="李菲菲(Feifei Li) Senior Supervisor DICI" userId="S::feifei.li@doosan.com::a4140b9e-fef3-45a0-9ae1-ceb4f2bf668d" providerId="AD" clId="Web-{EE485898-92EE-46EF-B7CA-5333630CBA94}"/>
    <pc:docChg chg="modSld">
      <pc:chgData name="李菲菲(Feifei Li) Senior Supervisor DICI" userId="S::feifei.li@doosan.com::a4140b9e-fef3-45a0-9ae1-ceb4f2bf668d" providerId="AD" clId="Web-{EE485898-92EE-46EF-B7CA-5333630CBA94}" dt="2022-02-16T06:06:07.207" v="33" actId="20577"/>
      <pc:docMkLst>
        <pc:docMk/>
      </pc:docMkLst>
      <pc:sldChg chg="modSp">
        <pc:chgData name="李菲菲(Feifei Li) Senior Supervisor DICI" userId="S::feifei.li@doosan.com::a4140b9e-fef3-45a0-9ae1-ceb4f2bf668d" providerId="AD" clId="Web-{EE485898-92EE-46EF-B7CA-5333630CBA94}" dt="2022-02-16T06:06:07.207" v="33" actId="20577"/>
        <pc:sldMkLst>
          <pc:docMk/>
          <pc:sldMk cId="1069477415" sldId="360"/>
        </pc:sldMkLst>
        <pc:spChg chg="mod">
          <ac:chgData name="李菲菲(Feifei Li) Senior Supervisor DICI" userId="S::feifei.li@doosan.com::a4140b9e-fef3-45a0-9ae1-ceb4f2bf668d" providerId="AD" clId="Web-{EE485898-92EE-46EF-B7CA-5333630CBA94}" dt="2022-02-16T06:06:07.207" v="33" actId="20577"/>
          <ac:spMkLst>
            <pc:docMk/>
            <pc:sldMk cId="1069477415" sldId="360"/>
            <ac:spMk id="4" creationId="{679154EF-4B26-4C65-ADF5-53FE646CF2FD}"/>
          </ac:spMkLst>
        </pc:spChg>
        <pc:spChg chg="mod">
          <ac:chgData name="李菲菲(Feifei Li) Senior Supervisor DICI" userId="S::feifei.li@doosan.com::a4140b9e-fef3-45a0-9ae1-ceb4f2bf668d" providerId="AD" clId="Web-{EE485898-92EE-46EF-B7CA-5333630CBA94}" dt="2022-02-16T06:06:05.457" v="30" actId="20577"/>
          <ac:spMkLst>
            <pc:docMk/>
            <pc:sldMk cId="1069477415" sldId="360"/>
            <ac:spMk id="12" creationId="{C1C4B85D-DE51-460E-B776-381922F67299}"/>
          </ac:spMkLst>
        </pc:spChg>
      </pc:sldChg>
    </pc:docChg>
  </pc:docChgLst>
  <pc:docChgLst>
    <pc:chgData name="徐立东(Lidong Xu) Senior Supervisor DICI" userId="S::ic1100690@doosan.com::374523ea-ca44-4476-929e-d4198a430ab8" providerId="AD" clId="Web-{3808B25E-68F6-46EA-8FE3-955851677BDA}"/>
    <pc:docChg chg="modSld">
      <pc:chgData name="徐立东(Lidong Xu) Senior Supervisor DICI" userId="S::ic1100690@doosan.com::374523ea-ca44-4476-929e-d4198a430ab8" providerId="AD" clId="Web-{3808B25E-68F6-46EA-8FE3-955851677BDA}" dt="2022-03-09T02:11:04.247" v="4" actId="20577"/>
      <pc:docMkLst>
        <pc:docMk/>
      </pc:docMkLst>
      <pc:sldChg chg="modSp">
        <pc:chgData name="徐立东(Lidong Xu) Senior Supervisor DICI" userId="S::ic1100690@doosan.com::374523ea-ca44-4476-929e-d4198a430ab8" providerId="AD" clId="Web-{3808B25E-68F6-46EA-8FE3-955851677BDA}" dt="2022-03-09T02:11:04.247" v="4" actId="20577"/>
        <pc:sldMkLst>
          <pc:docMk/>
          <pc:sldMk cId="1949078007" sldId="362"/>
        </pc:sldMkLst>
        <pc:spChg chg="mod">
          <ac:chgData name="徐立东(Lidong Xu) Senior Supervisor DICI" userId="S::ic1100690@doosan.com::374523ea-ca44-4476-929e-d4198a430ab8" providerId="AD" clId="Web-{3808B25E-68F6-46EA-8FE3-955851677BDA}" dt="2022-03-09T02:11:04.247" v="4" actId="20577"/>
          <ac:spMkLst>
            <pc:docMk/>
            <pc:sldMk cId="1949078007" sldId="362"/>
            <ac:spMk id="4" creationId="{679154EF-4B26-4C65-ADF5-53FE646CF2FD}"/>
          </ac:spMkLst>
        </pc:spChg>
        <pc:spChg chg="mod">
          <ac:chgData name="徐立东(Lidong Xu) Senior Supervisor DICI" userId="S::ic1100690@doosan.com::374523ea-ca44-4476-929e-d4198a430ab8" providerId="AD" clId="Web-{3808B25E-68F6-46EA-8FE3-955851677BDA}" dt="2022-03-09T02:10:56.419" v="1" actId="20577"/>
          <ac:spMkLst>
            <pc:docMk/>
            <pc:sldMk cId="1949078007" sldId="362"/>
            <ac:spMk id="12" creationId="{C1C4B85D-DE51-460E-B776-381922F67299}"/>
          </ac:spMkLst>
        </pc:spChg>
      </pc:sldChg>
    </pc:docChg>
  </pc:docChgLst>
  <pc:docChgLst>
    <pc:chgData name="徐立东(Lidong Xu) Senior Supervisor DICI" userId="S::ic1100690@doosan.com::374523ea-ca44-4476-929e-d4198a430ab8" providerId="AD" clId="Web-{38D8505E-2380-43E1-B669-9399A274916B}"/>
    <pc:docChg chg="modSld">
      <pc:chgData name="徐立东(Lidong Xu) Senior Supervisor DICI" userId="S::ic1100690@doosan.com::374523ea-ca44-4476-929e-d4198a430ab8" providerId="AD" clId="Web-{38D8505E-2380-43E1-B669-9399A274916B}" dt="2022-01-26T02:31:15.799" v="4" actId="20577"/>
      <pc:docMkLst>
        <pc:docMk/>
      </pc:docMkLst>
      <pc:sldChg chg="modSp">
        <pc:chgData name="徐立东(Lidong Xu) Senior Supervisor DICI" userId="S::ic1100690@doosan.com::374523ea-ca44-4476-929e-d4198a430ab8" providerId="AD" clId="Web-{38D8505E-2380-43E1-B669-9399A274916B}" dt="2022-01-26T02:31:15.799" v="4" actId="20577"/>
        <pc:sldMkLst>
          <pc:docMk/>
          <pc:sldMk cId="1949078007" sldId="362"/>
        </pc:sldMkLst>
        <pc:spChg chg="mod">
          <ac:chgData name="徐立东(Lidong Xu) Senior Supervisor DICI" userId="S::ic1100690@doosan.com::374523ea-ca44-4476-929e-d4198a430ab8" providerId="AD" clId="Web-{38D8505E-2380-43E1-B669-9399A274916B}" dt="2022-01-26T02:30:59.736" v="2" actId="20577"/>
          <ac:spMkLst>
            <pc:docMk/>
            <pc:sldMk cId="1949078007" sldId="362"/>
            <ac:spMk id="4" creationId="{679154EF-4B26-4C65-ADF5-53FE646CF2FD}"/>
          </ac:spMkLst>
        </pc:spChg>
        <pc:spChg chg="mod">
          <ac:chgData name="徐立东(Lidong Xu) Senior Supervisor DICI" userId="S::ic1100690@doosan.com::374523ea-ca44-4476-929e-d4198a430ab8" providerId="AD" clId="Web-{38D8505E-2380-43E1-B669-9399A274916B}" dt="2022-01-26T02:31:15.799" v="4" actId="20577"/>
          <ac:spMkLst>
            <pc:docMk/>
            <pc:sldMk cId="1949078007" sldId="362"/>
            <ac:spMk id="12" creationId="{C1C4B85D-DE51-460E-B776-381922F67299}"/>
          </ac:spMkLst>
        </pc:spChg>
      </pc:sldChg>
    </pc:docChg>
  </pc:docChgLst>
  <pc:docChgLst>
    <pc:chgData name="李菲菲(Feifei Li) Senior Supervisor DICI" userId="S::feifei.li@doosan.com::a4140b9e-fef3-45a0-9ae1-ceb4f2bf668d" providerId="AD" clId="Web-{F5A261D9-1B56-4AB0-849F-5EA16FF8644D}"/>
    <pc:docChg chg="modSld">
      <pc:chgData name="李菲菲(Feifei Li) Senior Supervisor DICI" userId="S::feifei.li@doosan.com::a4140b9e-fef3-45a0-9ae1-ceb4f2bf668d" providerId="AD" clId="Web-{F5A261D9-1B56-4AB0-849F-5EA16FF8644D}" dt="2022-03-02T07:05:04.239" v="469" actId="20577"/>
      <pc:docMkLst>
        <pc:docMk/>
      </pc:docMkLst>
      <pc:sldChg chg="modSp">
        <pc:chgData name="李菲菲(Feifei Li) Senior Supervisor DICI" userId="S::feifei.li@doosan.com::a4140b9e-fef3-45a0-9ae1-ceb4f2bf668d" providerId="AD" clId="Web-{F5A261D9-1B56-4AB0-849F-5EA16FF8644D}" dt="2022-03-02T07:05:04.239" v="469" actId="20577"/>
        <pc:sldMkLst>
          <pc:docMk/>
          <pc:sldMk cId="1069477415" sldId="360"/>
        </pc:sldMkLst>
        <pc:spChg chg="mod">
          <ac:chgData name="李菲菲(Feifei Li) Senior Supervisor DICI" userId="S::feifei.li@doosan.com::a4140b9e-fef3-45a0-9ae1-ceb4f2bf668d" providerId="AD" clId="Web-{F5A261D9-1B56-4AB0-849F-5EA16FF8644D}" dt="2022-03-02T07:05:04.239" v="469" actId="20577"/>
          <ac:spMkLst>
            <pc:docMk/>
            <pc:sldMk cId="1069477415" sldId="360"/>
            <ac:spMk id="12" creationId="{C1C4B85D-DE51-460E-B776-381922F67299}"/>
          </ac:spMkLst>
        </pc:spChg>
      </pc:sldChg>
    </pc:docChg>
  </pc:docChgLst>
  <pc:docChgLst>
    <pc:chgData name="徐立东(Lidong Xu) Senior Supervisor DICI" userId="S::ic1100690@doosan.com::374523ea-ca44-4476-929e-d4198a430ab8" providerId="AD" clId="Web-{C8111E4E-23BF-483C-BF2F-07E920F5BFC6}"/>
    <pc:docChg chg="modSld">
      <pc:chgData name="徐立东(Lidong Xu) Senior Supervisor DICI" userId="S::ic1100690@doosan.com::374523ea-ca44-4476-929e-d4198a430ab8" providerId="AD" clId="Web-{C8111E4E-23BF-483C-BF2F-07E920F5BFC6}" dt="2022-02-16T05:10:45.263" v="7" actId="20577"/>
      <pc:docMkLst>
        <pc:docMk/>
      </pc:docMkLst>
      <pc:sldChg chg="modSp">
        <pc:chgData name="徐立东(Lidong Xu) Senior Supervisor DICI" userId="S::ic1100690@doosan.com::374523ea-ca44-4476-929e-d4198a430ab8" providerId="AD" clId="Web-{C8111E4E-23BF-483C-BF2F-07E920F5BFC6}" dt="2022-02-16T05:10:45.263" v="7" actId="20577"/>
        <pc:sldMkLst>
          <pc:docMk/>
          <pc:sldMk cId="1949078007" sldId="362"/>
        </pc:sldMkLst>
        <pc:spChg chg="mod">
          <ac:chgData name="徐立东(Lidong Xu) Senior Supervisor DICI" userId="S::ic1100690@doosan.com::374523ea-ca44-4476-929e-d4198a430ab8" providerId="AD" clId="Web-{C8111E4E-23BF-483C-BF2F-07E920F5BFC6}" dt="2022-02-16T05:10:26.904" v="3" actId="20577"/>
          <ac:spMkLst>
            <pc:docMk/>
            <pc:sldMk cId="1949078007" sldId="362"/>
            <ac:spMk id="4" creationId="{679154EF-4B26-4C65-ADF5-53FE646CF2FD}"/>
          </ac:spMkLst>
        </pc:spChg>
        <pc:spChg chg="mod">
          <ac:chgData name="徐立东(Lidong Xu) Senior Supervisor DICI" userId="S::ic1100690@doosan.com::374523ea-ca44-4476-929e-d4198a430ab8" providerId="AD" clId="Web-{C8111E4E-23BF-483C-BF2F-07E920F5BFC6}" dt="2022-02-16T05:10:45.263" v="7" actId="20577"/>
          <ac:spMkLst>
            <pc:docMk/>
            <pc:sldMk cId="1949078007" sldId="362"/>
            <ac:spMk id="12" creationId="{C1C4B85D-DE51-460E-B776-381922F67299}"/>
          </ac:spMkLst>
        </pc:spChg>
      </pc:sldChg>
    </pc:docChg>
  </pc:docChgLst>
  <pc:docChgLst>
    <pc:chgData name="王圣民(Shengmin Wang) Deputy General Manager DDI China" userId="73f74af9-cc29-49b7-a296-63969f9819e4" providerId="ADAL" clId="{5F197959-DD43-46A4-AC23-22AFD6D32617}"/>
    <pc:docChg chg="undo custSel modSld">
      <pc:chgData name="王圣民(Shengmin Wang) Deputy General Manager DDI China" userId="73f74af9-cc29-49b7-a296-63969f9819e4" providerId="ADAL" clId="{5F197959-DD43-46A4-AC23-22AFD6D32617}" dt="2022-01-26T03:31:50.413" v="478" actId="20577"/>
      <pc:docMkLst>
        <pc:docMk/>
      </pc:docMkLst>
      <pc:sldChg chg="modSp mod">
        <pc:chgData name="王圣民(Shengmin Wang) Deputy General Manager DDI China" userId="73f74af9-cc29-49b7-a296-63969f9819e4" providerId="ADAL" clId="{5F197959-DD43-46A4-AC23-22AFD6D32617}" dt="2022-01-26T03:31:50.413" v="478" actId="20577"/>
        <pc:sldMkLst>
          <pc:docMk/>
          <pc:sldMk cId="913674899" sldId="365"/>
        </pc:sldMkLst>
        <pc:spChg chg="mod">
          <ac:chgData name="王圣民(Shengmin Wang) Deputy General Manager DDI China" userId="73f74af9-cc29-49b7-a296-63969f9819e4" providerId="ADAL" clId="{5F197959-DD43-46A4-AC23-22AFD6D32617}" dt="2022-01-26T03:26:17.628" v="5"/>
          <ac:spMkLst>
            <pc:docMk/>
            <pc:sldMk cId="913674899" sldId="365"/>
            <ac:spMk id="4" creationId="{679154EF-4B26-4C65-ADF5-53FE646CF2FD}"/>
          </ac:spMkLst>
        </pc:spChg>
        <pc:spChg chg="mod">
          <ac:chgData name="王圣民(Shengmin Wang) Deputy General Manager DDI China" userId="73f74af9-cc29-49b7-a296-63969f9819e4" providerId="ADAL" clId="{5F197959-DD43-46A4-AC23-22AFD6D32617}" dt="2022-01-26T03:31:50.413" v="478" actId="20577"/>
          <ac:spMkLst>
            <pc:docMk/>
            <pc:sldMk cId="913674899" sldId="365"/>
            <ac:spMk id="12" creationId="{C1C4B85D-DE51-460E-B776-381922F67299}"/>
          </ac:spMkLst>
        </pc:spChg>
      </pc:sldChg>
    </pc:docChg>
  </pc:docChgLst>
  <pc:docChgLst>
    <pc:chgData name="徐立东(Lidong Xu) Senior Supervisor DICI" userId="S::ic1100690@doosan.com::374523ea-ca44-4476-929e-d4198a430ab8" providerId="AD" clId="Web-{0387A243-63D4-4034-983A-803B94B4284B}"/>
    <pc:docChg chg="modSld">
      <pc:chgData name="徐立东(Lidong Xu) Senior Supervisor DICI" userId="S::ic1100690@doosan.com::374523ea-ca44-4476-929e-d4198a430ab8" providerId="AD" clId="Web-{0387A243-63D4-4034-983A-803B94B4284B}" dt="2022-02-23T06:27:37.727" v="3" actId="20577"/>
      <pc:docMkLst>
        <pc:docMk/>
      </pc:docMkLst>
      <pc:sldChg chg="modSp">
        <pc:chgData name="徐立东(Lidong Xu) Senior Supervisor DICI" userId="S::ic1100690@doosan.com::374523ea-ca44-4476-929e-d4198a430ab8" providerId="AD" clId="Web-{0387A243-63D4-4034-983A-803B94B4284B}" dt="2022-02-23T06:27:37.727" v="3" actId="20577"/>
        <pc:sldMkLst>
          <pc:docMk/>
          <pc:sldMk cId="1949078007" sldId="362"/>
        </pc:sldMkLst>
        <pc:spChg chg="mod">
          <ac:chgData name="徐立东(Lidong Xu) Senior Supervisor DICI" userId="S::ic1100690@doosan.com::374523ea-ca44-4476-929e-d4198a430ab8" providerId="AD" clId="Web-{0387A243-63D4-4034-983A-803B94B4284B}" dt="2022-02-23T06:27:37.727" v="3" actId="20577"/>
          <ac:spMkLst>
            <pc:docMk/>
            <pc:sldMk cId="1949078007" sldId="362"/>
            <ac:spMk id="12" creationId="{C1C4B85D-DE51-460E-B776-381922F67299}"/>
          </ac:spMkLst>
        </pc:spChg>
      </pc:sldChg>
    </pc:docChg>
  </pc:docChgLst>
  <pc:docChgLst>
    <pc:chgData name="程国前(Guoqian Cheng) Manager DICI" userId="S::guoqian.cheng@doosan.com::62df963a-90a1-4059-9560-4efe3a0595d2" providerId="AD" clId="Web-{71CA9C08-CAB2-4B9C-BAA2-45484BC7A502}"/>
    <pc:docChg chg="modSld">
      <pc:chgData name="程国前(Guoqian Cheng) Manager DICI" userId="S::guoqian.cheng@doosan.com::62df963a-90a1-4059-9560-4efe3a0595d2" providerId="AD" clId="Web-{71CA9C08-CAB2-4B9C-BAA2-45484BC7A502}" dt="2022-01-26T02:49:21.914" v="7" actId="20577"/>
      <pc:docMkLst>
        <pc:docMk/>
      </pc:docMkLst>
      <pc:sldChg chg="modSp">
        <pc:chgData name="程国前(Guoqian Cheng) Manager DICI" userId="S::guoqian.cheng@doosan.com::62df963a-90a1-4059-9560-4efe3a0595d2" providerId="AD" clId="Web-{71CA9C08-CAB2-4B9C-BAA2-45484BC7A502}" dt="2022-01-26T02:49:21.914" v="7" actId="20577"/>
        <pc:sldMkLst>
          <pc:docMk/>
          <pc:sldMk cId="754416650" sldId="363"/>
        </pc:sldMkLst>
        <pc:spChg chg="mod">
          <ac:chgData name="程国前(Guoqian Cheng) Manager DICI" userId="S::guoqian.cheng@doosan.com::62df963a-90a1-4059-9560-4efe3a0595d2" providerId="AD" clId="Web-{71CA9C08-CAB2-4B9C-BAA2-45484BC7A502}" dt="2022-01-26T02:49:21.914" v="7" actId="20577"/>
          <ac:spMkLst>
            <pc:docMk/>
            <pc:sldMk cId="754416650" sldId="363"/>
            <ac:spMk id="12" creationId="{C1C4B85D-DE51-460E-B776-381922F67299}"/>
          </ac:spMkLst>
        </pc:spChg>
      </pc:sldChg>
    </pc:docChg>
  </pc:docChgLst>
  <pc:docChgLst>
    <pc:chgData name="于勇刚(Yonggang Yu) Senior Supervisor DICI" userId="S::yonggang.yu@doosan.com::a30d1530-d6aa-402d-81a3-f4a388fe5fb2" providerId="AD" clId="Web-{B7ECE6A2-9ABD-4A49-A6D6-437613B437FA}"/>
    <pc:docChg chg="modSld">
      <pc:chgData name="于勇刚(Yonggang Yu) Senior Supervisor DICI" userId="S::yonggang.yu@doosan.com::a30d1530-d6aa-402d-81a3-f4a388fe5fb2" providerId="AD" clId="Web-{B7ECE6A2-9ABD-4A49-A6D6-437613B437FA}" dt="2022-01-26T02:54:10.419" v="7"/>
      <pc:docMkLst>
        <pc:docMk/>
      </pc:docMkLst>
      <pc:sldChg chg="addSp delSp modSp">
        <pc:chgData name="于勇刚(Yonggang Yu) Senior Supervisor DICI" userId="S::yonggang.yu@doosan.com::a30d1530-d6aa-402d-81a3-f4a388fe5fb2" providerId="AD" clId="Web-{B7ECE6A2-9ABD-4A49-A6D6-437613B437FA}" dt="2022-01-26T02:54:10.419" v="7"/>
        <pc:sldMkLst>
          <pc:docMk/>
          <pc:sldMk cId="808505278" sldId="361"/>
        </pc:sldMkLst>
        <pc:spChg chg="add del">
          <ac:chgData name="于勇刚(Yonggang Yu) Senior Supervisor DICI" userId="S::yonggang.yu@doosan.com::a30d1530-d6aa-402d-81a3-f4a388fe5fb2" providerId="AD" clId="Web-{B7ECE6A2-9ABD-4A49-A6D6-437613B437FA}" dt="2022-01-26T02:50:57.092" v="3"/>
          <ac:spMkLst>
            <pc:docMk/>
            <pc:sldMk cId="808505278" sldId="361"/>
            <ac:spMk id="2" creationId="{9FB0DA99-3D1E-470D-816F-EB60C33ED91A}"/>
          </ac:spMkLst>
        </pc:spChg>
        <pc:spChg chg="add del">
          <ac:chgData name="于勇刚(Yonggang Yu) Senior Supervisor DICI" userId="S::yonggang.yu@doosan.com::a30d1530-d6aa-402d-81a3-f4a388fe5fb2" providerId="AD" clId="Web-{B7ECE6A2-9ABD-4A49-A6D6-437613B437FA}" dt="2022-01-26T02:54:10.419" v="7"/>
          <ac:spMkLst>
            <pc:docMk/>
            <pc:sldMk cId="808505278" sldId="361"/>
            <ac:spMk id="3" creationId="{F18A9195-0966-4056-A49A-72E36D4C6692}"/>
          </ac:spMkLst>
        </pc:spChg>
        <pc:spChg chg="add del">
          <ac:chgData name="于勇刚(Yonggang Yu) Senior Supervisor DICI" userId="S::yonggang.yu@doosan.com::a30d1530-d6aa-402d-81a3-f4a388fe5fb2" providerId="AD" clId="Web-{B7ECE6A2-9ABD-4A49-A6D6-437613B437FA}" dt="2022-01-26T02:54:08.747" v="6"/>
          <ac:spMkLst>
            <pc:docMk/>
            <pc:sldMk cId="808505278" sldId="361"/>
            <ac:spMk id="5" creationId="{05004B02-9780-4BC8-A4A0-97667D51D04C}"/>
          </ac:spMkLst>
        </pc:spChg>
        <pc:spChg chg="mod">
          <ac:chgData name="于勇刚(Yonggang Yu) Senior Supervisor DICI" userId="S::yonggang.yu@doosan.com::a30d1530-d6aa-402d-81a3-f4a388fe5fb2" providerId="AD" clId="Web-{B7ECE6A2-9ABD-4A49-A6D6-437613B437FA}" dt="2022-01-26T02:36:10.706" v="1" actId="20577"/>
          <ac:spMkLst>
            <pc:docMk/>
            <pc:sldMk cId="808505278" sldId="361"/>
            <ac:spMk id="12" creationId="{C1C4B85D-DE51-460E-B776-381922F67299}"/>
          </ac:spMkLst>
        </pc:spChg>
      </pc:sldChg>
    </pc:docChg>
  </pc:docChgLst>
  <pc:docChgLst>
    <pc:chgData name="程国前(Guoqian Cheng) Manager DICI" userId="S::guoqian.cheng@doosan.com::62df963a-90a1-4059-9560-4efe3a0595d2" providerId="AD" clId="Web-{BBF57F6C-EB1F-4962-80DF-59083F82F3F3}"/>
    <pc:docChg chg="modSld">
      <pc:chgData name="程国前(Guoqian Cheng) Manager DICI" userId="S::guoqian.cheng@doosan.com::62df963a-90a1-4059-9560-4efe3a0595d2" providerId="AD" clId="Web-{BBF57F6C-EB1F-4962-80DF-59083F82F3F3}" dt="2022-02-23T01:44:52.568" v="64" actId="20577"/>
      <pc:docMkLst>
        <pc:docMk/>
      </pc:docMkLst>
      <pc:sldChg chg="modSp">
        <pc:chgData name="程国前(Guoqian Cheng) Manager DICI" userId="S::guoqian.cheng@doosan.com::62df963a-90a1-4059-9560-4efe3a0595d2" providerId="AD" clId="Web-{BBF57F6C-EB1F-4962-80DF-59083F82F3F3}" dt="2022-02-23T01:40:43.377" v="0" actId="20577"/>
        <pc:sldMkLst>
          <pc:docMk/>
          <pc:sldMk cId="1999716725" sldId="351"/>
        </pc:sldMkLst>
        <pc:spChg chg="mod">
          <ac:chgData name="程国前(Guoqian Cheng) Manager DICI" userId="S::guoqian.cheng@doosan.com::62df963a-90a1-4059-9560-4efe3a0595d2" providerId="AD" clId="Web-{BBF57F6C-EB1F-4962-80DF-59083F82F3F3}" dt="2022-02-23T01:40:43.377" v="0" actId="20577"/>
          <ac:spMkLst>
            <pc:docMk/>
            <pc:sldMk cId="1999716725" sldId="351"/>
            <ac:spMk id="3" creationId="{476C744D-C169-4196-ADCA-1E41482DD349}"/>
          </ac:spMkLst>
        </pc:spChg>
      </pc:sldChg>
      <pc:sldChg chg="modSp">
        <pc:chgData name="程国前(Guoqian Cheng) Manager DICI" userId="S::guoqian.cheng@doosan.com::62df963a-90a1-4059-9560-4efe3a0595d2" providerId="AD" clId="Web-{BBF57F6C-EB1F-4962-80DF-59083F82F3F3}" dt="2022-02-23T01:44:52.568" v="64" actId="20577"/>
        <pc:sldMkLst>
          <pc:docMk/>
          <pc:sldMk cId="4196983096" sldId="359"/>
        </pc:sldMkLst>
        <pc:spChg chg="mod">
          <ac:chgData name="程国前(Guoqian Cheng) Manager DICI" userId="S::guoqian.cheng@doosan.com::62df963a-90a1-4059-9560-4efe3a0595d2" providerId="AD" clId="Web-{BBF57F6C-EB1F-4962-80DF-59083F82F3F3}" dt="2022-02-23T01:44:52.568" v="64" actId="20577"/>
          <ac:spMkLst>
            <pc:docMk/>
            <pc:sldMk cId="4196983096" sldId="359"/>
            <ac:spMk id="12" creationId="{C1C4B85D-DE51-460E-B776-381922F67299}"/>
          </ac:spMkLst>
        </pc:spChg>
      </pc:sldChg>
      <pc:sldChg chg="modSp">
        <pc:chgData name="程国前(Guoqian Cheng) Manager DICI" userId="S::guoqian.cheng@doosan.com::62df963a-90a1-4059-9560-4efe3a0595d2" providerId="AD" clId="Web-{BBF57F6C-EB1F-4962-80DF-59083F82F3F3}" dt="2022-02-23T01:43:11.819" v="55" actId="20577"/>
        <pc:sldMkLst>
          <pc:docMk/>
          <pc:sldMk cId="754416650" sldId="363"/>
        </pc:sldMkLst>
        <pc:spChg chg="mod">
          <ac:chgData name="程国前(Guoqian Cheng) Manager DICI" userId="S::guoqian.cheng@doosan.com::62df963a-90a1-4059-9560-4efe3a0595d2" providerId="AD" clId="Web-{BBF57F6C-EB1F-4962-80DF-59083F82F3F3}" dt="2022-02-23T01:43:11.819" v="55" actId="20577"/>
          <ac:spMkLst>
            <pc:docMk/>
            <pc:sldMk cId="754416650" sldId="363"/>
            <ac:spMk id="4" creationId="{679154EF-4B26-4C65-ADF5-53FE646CF2FD}"/>
          </ac:spMkLst>
        </pc:spChg>
        <pc:spChg chg="mod">
          <ac:chgData name="程国前(Guoqian Cheng) Manager DICI" userId="S::guoqian.cheng@doosan.com::62df963a-90a1-4059-9560-4efe3a0595d2" providerId="AD" clId="Web-{BBF57F6C-EB1F-4962-80DF-59083F82F3F3}" dt="2022-02-23T01:43:11.741" v="54" actId="20577"/>
          <ac:spMkLst>
            <pc:docMk/>
            <pc:sldMk cId="754416650" sldId="363"/>
            <ac:spMk id="12" creationId="{C1C4B85D-DE51-460E-B776-381922F67299}"/>
          </ac:spMkLst>
        </pc:spChg>
      </pc:sldChg>
    </pc:docChg>
  </pc:docChgLst>
  <pc:docChgLst>
    <pc:chgData name="程国前(Guoqian Cheng) Manager DICI" userId="S::guoqian.cheng@doosan.com::62df963a-90a1-4059-9560-4efe3a0595d2" providerId="AD" clId="Web-{AE3E8E01-05FC-4E20-905E-C0B04BDB4FF8}"/>
    <pc:docChg chg="modSld">
      <pc:chgData name="程国前(Guoqian Cheng) Manager DICI" userId="S::guoqian.cheng@doosan.com::62df963a-90a1-4059-9560-4efe3a0595d2" providerId="AD" clId="Web-{AE3E8E01-05FC-4E20-905E-C0B04BDB4FF8}" dt="2022-03-09T07:36:46.898" v="1" actId="20577"/>
      <pc:docMkLst>
        <pc:docMk/>
      </pc:docMkLst>
      <pc:sldChg chg="modSp">
        <pc:chgData name="程国前(Guoqian Cheng) Manager DICI" userId="S::guoqian.cheng@doosan.com::62df963a-90a1-4059-9560-4efe3a0595d2" providerId="AD" clId="Web-{AE3E8E01-05FC-4E20-905E-C0B04BDB4FF8}" dt="2022-03-09T07:36:46.898" v="1" actId="20577"/>
        <pc:sldMkLst>
          <pc:docMk/>
          <pc:sldMk cId="1069477415" sldId="360"/>
        </pc:sldMkLst>
        <pc:spChg chg="mod">
          <ac:chgData name="程国前(Guoqian Cheng) Manager DICI" userId="S::guoqian.cheng@doosan.com::62df963a-90a1-4059-9560-4efe3a0595d2" providerId="AD" clId="Web-{AE3E8E01-05FC-4E20-905E-C0B04BDB4FF8}" dt="2022-03-09T07:36:46.898" v="1" actId="20577"/>
          <ac:spMkLst>
            <pc:docMk/>
            <pc:sldMk cId="1069477415" sldId="360"/>
            <ac:spMk id="12" creationId="{C1C4B85D-DE51-460E-B776-381922F67299}"/>
          </ac:spMkLst>
        </pc:spChg>
      </pc:sldChg>
    </pc:docChg>
  </pc:docChgLst>
  <pc:docChgLst>
    <pc:chgData name="李菲菲(Feifei Li) Senior Supervisor DICI" userId="S::feifei.li@doosan.com::a4140b9e-fef3-45a0-9ae1-ceb4f2bf668d" providerId="AD" clId="Web-{DFD63976-A036-4675-83CE-9636771E705B}"/>
    <pc:docChg chg="modSld">
      <pc:chgData name="李菲菲(Feifei Li) Senior Supervisor DICI" userId="S::feifei.li@doosan.com::a4140b9e-fef3-45a0-9ae1-ceb4f2bf668d" providerId="AD" clId="Web-{DFD63976-A036-4675-83CE-9636771E705B}" dt="2022-02-09T02:44:46.094" v="53" actId="20577"/>
      <pc:docMkLst>
        <pc:docMk/>
      </pc:docMkLst>
      <pc:sldChg chg="modSp">
        <pc:chgData name="李菲菲(Feifei Li) Senior Supervisor DICI" userId="S::feifei.li@doosan.com::a4140b9e-fef3-45a0-9ae1-ceb4f2bf668d" providerId="AD" clId="Web-{DFD63976-A036-4675-83CE-9636771E705B}" dt="2022-02-09T02:44:46.094" v="53" actId="20577"/>
        <pc:sldMkLst>
          <pc:docMk/>
          <pc:sldMk cId="1069477415" sldId="360"/>
        </pc:sldMkLst>
        <pc:spChg chg="mod">
          <ac:chgData name="李菲菲(Feifei Li) Senior Supervisor DICI" userId="S::feifei.li@doosan.com::a4140b9e-fef3-45a0-9ae1-ceb4f2bf668d" providerId="AD" clId="Web-{DFD63976-A036-4675-83CE-9636771E705B}" dt="2022-02-09T02:44:46.094" v="53" actId="20577"/>
          <ac:spMkLst>
            <pc:docMk/>
            <pc:sldMk cId="1069477415" sldId="360"/>
            <ac:spMk id="12" creationId="{C1C4B85D-DE51-460E-B776-381922F67299}"/>
          </ac:spMkLst>
        </pc:spChg>
      </pc:sldChg>
    </pc:docChg>
  </pc:docChgLst>
  <pc:docChgLst>
    <pc:chgData name="程国前(Guoqian Cheng) Manager DICI" userId="S::guoqian.cheng@doosan.com::62df963a-90a1-4059-9560-4efe3a0595d2" providerId="AD" clId="Web-{5A8EACFB-F428-4FC5-B661-78EAC7BFA43E}"/>
    <pc:docChg chg="modSld">
      <pc:chgData name="程国前(Guoqian Cheng) Manager DICI" userId="S::guoqian.cheng@doosan.com::62df963a-90a1-4059-9560-4efe3a0595d2" providerId="AD" clId="Web-{5A8EACFB-F428-4FC5-B661-78EAC7BFA43E}" dt="2022-02-09T00:23:47.994" v="40" actId="20577"/>
      <pc:docMkLst>
        <pc:docMk/>
      </pc:docMkLst>
      <pc:sldChg chg="modSp">
        <pc:chgData name="程国前(Guoqian Cheng) Manager DICI" userId="S::guoqian.cheng@doosan.com::62df963a-90a1-4059-9560-4efe3a0595d2" providerId="AD" clId="Web-{5A8EACFB-F428-4FC5-B661-78EAC7BFA43E}" dt="2022-02-09T00:23:47.994" v="40" actId="20577"/>
        <pc:sldMkLst>
          <pc:docMk/>
          <pc:sldMk cId="754416650" sldId="363"/>
        </pc:sldMkLst>
        <pc:spChg chg="mod">
          <ac:chgData name="程国前(Guoqian Cheng) Manager DICI" userId="S::guoqian.cheng@doosan.com::62df963a-90a1-4059-9560-4efe3a0595d2" providerId="AD" clId="Web-{5A8EACFB-F428-4FC5-B661-78EAC7BFA43E}" dt="2022-02-09T00:22:29.900" v="4" actId="20577"/>
          <ac:spMkLst>
            <pc:docMk/>
            <pc:sldMk cId="754416650" sldId="363"/>
            <ac:spMk id="4" creationId="{679154EF-4B26-4C65-ADF5-53FE646CF2FD}"/>
          </ac:spMkLst>
        </pc:spChg>
        <pc:spChg chg="mod">
          <ac:chgData name="程国前(Guoqian Cheng) Manager DICI" userId="S::guoqian.cheng@doosan.com::62df963a-90a1-4059-9560-4efe3a0595d2" providerId="AD" clId="Web-{5A8EACFB-F428-4FC5-B661-78EAC7BFA43E}" dt="2022-02-09T00:23:47.994" v="40" actId="20577"/>
          <ac:spMkLst>
            <pc:docMk/>
            <pc:sldMk cId="754416650" sldId="363"/>
            <ac:spMk id="12" creationId="{C1C4B85D-DE51-460E-B776-381922F67299}"/>
          </ac:spMkLst>
        </pc:spChg>
      </pc:sldChg>
    </pc:docChg>
  </pc:docChgLst>
  <pc:docChgLst>
    <pc:chgData name="Yanyan Hou 후염염" userId="a0f19c3f-1e5f-4db3-99d5-027febdc63f9" providerId="ADAL" clId="{473A5689-F88B-4F94-9B38-342D779E2277}"/>
    <pc:docChg chg="custSel modSld">
      <pc:chgData name="Yanyan Hou 후염염" userId="a0f19c3f-1e5f-4db3-99d5-027febdc63f9" providerId="ADAL" clId="{473A5689-F88B-4F94-9B38-342D779E2277}" dt="2022-02-16T09:40:43.627" v="8" actId="1076"/>
      <pc:docMkLst>
        <pc:docMk/>
      </pc:docMkLst>
      <pc:sldChg chg="addSp delSp modSp mod">
        <pc:chgData name="Yanyan Hou 후염염" userId="a0f19c3f-1e5f-4db3-99d5-027febdc63f9" providerId="ADAL" clId="{473A5689-F88B-4F94-9B38-342D779E2277}" dt="2022-02-16T09:40:43.627" v="8" actId="1076"/>
        <pc:sldMkLst>
          <pc:docMk/>
          <pc:sldMk cId="2299939790" sldId="364"/>
        </pc:sldMkLst>
        <pc:spChg chg="mod">
          <ac:chgData name="Yanyan Hou 후염염" userId="a0f19c3f-1e5f-4db3-99d5-027febdc63f9" providerId="ADAL" clId="{473A5689-F88B-4F94-9B38-342D779E2277}" dt="2022-02-16T09:40:14.177" v="3" actId="20577"/>
          <ac:spMkLst>
            <pc:docMk/>
            <pc:sldMk cId="2299939790" sldId="364"/>
            <ac:spMk id="4" creationId="{679154EF-4B26-4C65-ADF5-53FE646CF2FD}"/>
          </ac:spMkLst>
        </pc:spChg>
        <pc:spChg chg="add mod">
          <ac:chgData name="Yanyan Hou 후염염" userId="a0f19c3f-1e5f-4db3-99d5-027febdc63f9" providerId="ADAL" clId="{473A5689-F88B-4F94-9B38-342D779E2277}" dt="2022-02-16T09:40:43.627" v="8" actId="1076"/>
          <ac:spMkLst>
            <pc:docMk/>
            <pc:sldMk cId="2299939790" sldId="364"/>
            <ac:spMk id="10" creationId="{C5FFA31E-B159-4492-8CDC-445AE9FAAF65}"/>
          </ac:spMkLst>
        </pc:spChg>
        <pc:spChg chg="del">
          <ac:chgData name="Yanyan Hou 후염염" userId="a0f19c3f-1e5f-4db3-99d5-027febdc63f9" providerId="ADAL" clId="{473A5689-F88B-4F94-9B38-342D779E2277}" dt="2022-02-16T09:40:29.187" v="4" actId="478"/>
          <ac:spMkLst>
            <pc:docMk/>
            <pc:sldMk cId="2299939790" sldId="364"/>
            <ac:spMk id="13" creationId="{24691BCE-964E-4788-9EF3-13093287CE75}"/>
          </ac:spMkLst>
        </pc:spChg>
        <pc:spChg chg="del">
          <ac:chgData name="Yanyan Hou 후염염" userId="a0f19c3f-1e5f-4db3-99d5-027febdc63f9" providerId="ADAL" clId="{473A5689-F88B-4F94-9B38-342D779E2277}" dt="2022-02-16T09:40:29.187" v="4" actId="478"/>
          <ac:spMkLst>
            <pc:docMk/>
            <pc:sldMk cId="2299939790" sldId="364"/>
            <ac:spMk id="15" creationId="{2B97A470-0AB2-4F91-89E1-A9459CD2D24D}"/>
          </ac:spMkLst>
        </pc:spChg>
        <pc:spChg chg="add mod">
          <ac:chgData name="Yanyan Hou 후염염" userId="a0f19c3f-1e5f-4db3-99d5-027febdc63f9" providerId="ADAL" clId="{473A5689-F88B-4F94-9B38-342D779E2277}" dt="2022-02-16T09:40:43.627" v="8" actId="1076"/>
          <ac:spMkLst>
            <pc:docMk/>
            <pc:sldMk cId="2299939790" sldId="364"/>
            <ac:spMk id="17" creationId="{423AAE83-E0EA-4E8C-AF19-ED0DD3D525D1}"/>
          </ac:spMkLst>
        </pc:spChg>
        <pc:graphicFrameChg chg="del">
          <ac:chgData name="Yanyan Hou 후염염" userId="a0f19c3f-1e5f-4db3-99d5-027febdc63f9" providerId="ADAL" clId="{473A5689-F88B-4F94-9B38-342D779E2277}" dt="2022-02-16T09:40:36.784" v="6" actId="478"/>
          <ac:graphicFrameMkLst>
            <pc:docMk/>
            <pc:sldMk cId="2299939790" sldId="364"/>
            <ac:graphicFrameMk id="16" creationId="{D7B164FF-DBB9-4AFF-AED4-4D7F64C0C66A}"/>
          </ac:graphicFrameMkLst>
        </pc:graphicFrameChg>
        <pc:graphicFrameChg chg="add mod">
          <ac:chgData name="Yanyan Hou 후염염" userId="a0f19c3f-1e5f-4db3-99d5-027febdc63f9" providerId="ADAL" clId="{473A5689-F88B-4F94-9B38-342D779E2277}" dt="2022-02-16T09:40:43.627" v="8" actId="1076"/>
          <ac:graphicFrameMkLst>
            <pc:docMk/>
            <pc:sldMk cId="2299939790" sldId="364"/>
            <ac:graphicFrameMk id="18" creationId="{3E3E7B5E-C717-41CB-B8D5-0719157ED242}"/>
          </ac:graphicFrameMkLst>
        </pc:graphicFrameChg>
      </pc:sldChg>
    </pc:docChg>
  </pc:docChgLst>
  <pc:docChgLst>
    <pc:chgData name="李菲菲(Feifei Li) Senior Supervisor DICI" userId="S::feifei.li@doosan.com::a4140b9e-fef3-45a0-9ae1-ceb4f2bf668d" providerId="AD" clId="Web-{9FB4597B-227A-482B-9170-7FE5CD94B5D1}"/>
    <pc:docChg chg="modSld">
      <pc:chgData name="李菲菲(Feifei Li) Senior Supervisor DICI" userId="S::feifei.li@doosan.com::a4140b9e-fef3-45a0-9ae1-ceb4f2bf668d" providerId="AD" clId="Web-{9FB4597B-227A-482B-9170-7FE5CD94B5D1}" dt="2022-03-09T03:10:26.999" v="0" actId="20577"/>
      <pc:docMkLst>
        <pc:docMk/>
      </pc:docMkLst>
      <pc:sldChg chg="modSp">
        <pc:chgData name="李菲菲(Feifei Li) Senior Supervisor DICI" userId="S::feifei.li@doosan.com::a4140b9e-fef3-45a0-9ae1-ceb4f2bf668d" providerId="AD" clId="Web-{9FB4597B-227A-482B-9170-7FE5CD94B5D1}" dt="2022-03-09T03:10:26.999" v="0" actId="20577"/>
        <pc:sldMkLst>
          <pc:docMk/>
          <pc:sldMk cId="1069477415" sldId="360"/>
        </pc:sldMkLst>
        <pc:spChg chg="mod">
          <ac:chgData name="李菲菲(Feifei Li) Senior Supervisor DICI" userId="S::feifei.li@doosan.com::a4140b9e-fef3-45a0-9ae1-ceb4f2bf668d" providerId="AD" clId="Web-{9FB4597B-227A-482B-9170-7FE5CD94B5D1}" dt="2022-03-09T03:10:26.999" v="0" actId="20577"/>
          <ac:spMkLst>
            <pc:docMk/>
            <pc:sldMk cId="1069477415" sldId="360"/>
            <ac:spMk id="4" creationId="{679154EF-4B26-4C65-ADF5-53FE646CF2FD}"/>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2022 IT</a:t>
            </a:r>
            <a:r>
              <a:rPr lang="zh-CN" altLang="en-US"/>
              <a:t>资产盘点计划</a:t>
            </a:r>
            <a:r>
              <a:rPr lang="en-US" altLang="zh-CN"/>
              <a:t>&amp;</a:t>
            </a:r>
            <a:r>
              <a:rPr lang="zh-CN" altLang="en-US"/>
              <a:t>实绩</a:t>
            </a:r>
            <a:r>
              <a:rPr lang="en-US" altLang="zh-CN"/>
              <a:t>&amp;</a:t>
            </a:r>
            <a:r>
              <a:rPr lang="zh-CN" altLang="en-US"/>
              <a:t>补正报表</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1"/>
          <c:order val="1"/>
          <c:tx>
            <c:strRef>
              <c:f>Sheet5!$E$4</c:f>
              <c:strCache>
                <c:ptCount val="1"/>
                <c:pt idx="0">
                  <c:v>实绩数</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Sheet5!$C$5:$C$10</c:f>
              <c:strCache>
                <c:ptCount val="6"/>
                <c:pt idx="0">
                  <c:v>电脑</c:v>
                </c:pt>
                <c:pt idx="1">
                  <c:v>PPC</c:v>
                </c:pt>
                <c:pt idx="2">
                  <c:v>显示器</c:v>
                </c:pt>
                <c:pt idx="3">
                  <c:v>扫描枪</c:v>
                </c:pt>
                <c:pt idx="4">
                  <c:v>PAD</c:v>
                </c:pt>
                <c:pt idx="5">
                  <c:v>PDA</c:v>
                </c:pt>
              </c:strCache>
            </c:strRef>
          </c:cat>
          <c:val>
            <c:numRef>
              <c:f>Sheet5!$E$5:$E$10</c:f>
              <c:numCache>
                <c:formatCode>General</c:formatCode>
                <c:ptCount val="6"/>
                <c:pt idx="0">
                  <c:v>999</c:v>
                </c:pt>
                <c:pt idx="1">
                  <c:v>495</c:v>
                </c:pt>
                <c:pt idx="2">
                  <c:v>1501</c:v>
                </c:pt>
                <c:pt idx="3">
                  <c:v>199</c:v>
                </c:pt>
                <c:pt idx="4">
                  <c:v>200</c:v>
                </c:pt>
                <c:pt idx="5">
                  <c:v>100</c:v>
                </c:pt>
              </c:numCache>
            </c:numRef>
          </c:val>
          <c:extLst>
            <c:ext xmlns:c16="http://schemas.microsoft.com/office/drawing/2014/chart" uri="{C3380CC4-5D6E-409C-BE32-E72D297353CC}">
              <c16:uniqueId val="{00000000-8FE7-4021-B23F-6DBED049D1E8}"/>
            </c:ext>
          </c:extLst>
        </c:ser>
        <c:ser>
          <c:idx val="0"/>
          <c:order val="0"/>
          <c:tx>
            <c:strRef>
              <c:f>Sheet5!$D$4</c:f>
              <c:strCache>
                <c:ptCount val="1"/>
                <c:pt idx="0">
                  <c:v>计划数</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Sheet5!$C$5:$C$10</c:f>
              <c:strCache>
                <c:ptCount val="6"/>
                <c:pt idx="0">
                  <c:v>电脑</c:v>
                </c:pt>
                <c:pt idx="1">
                  <c:v>PPC</c:v>
                </c:pt>
                <c:pt idx="2">
                  <c:v>显示器</c:v>
                </c:pt>
                <c:pt idx="3">
                  <c:v>扫描枪</c:v>
                </c:pt>
                <c:pt idx="4">
                  <c:v>PAD</c:v>
                </c:pt>
                <c:pt idx="5">
                  <c:v>PDA</c:v>
                </c:pt>
              </c:strCache>
            </c:strRef>
          </c:cat>
          <c:val>
            <c:numRef>
              <c:f>Sheet5!$D$5:$D$10</c:f>
              <c:numCache>
                <c:formatCode>General</c:formatCode>
                <c:ptCount val="6"/>
                <c:pt idx="0">
                  <c:v>1000</c:v>
                </c:pt>
                <c:pt idx="1">
                  <c:v>500</c:v>
                </c:pt>
                <c:pt idx="2">
                  <c:v>1500</c:v>
                </c:pt>
                <c:pt idx="3">
                  <c:v>200</c:v>
                </c:pt>
                <c:pt idx="4">
                  <c:v>200</c:v>
                </c:pt>
                <c:pt idx="5">
                  <c:v>100</c:v>
                </c:pt>
              </c:numCache>
            </c:numRef>
          </c:val>
          <c:extLst>
            <c:ext xmlns:c16="http://schemas.microsoft.com/office/drawing/2014/chart" uri="{C3380CC4-5D6E-409C-BE32-E72D297353CC}">
              <c16:uniqueId val="{00000001-8FE7-4021-B23F-6DBED049D1E8}"/>
            </c:ext>
          </c:extLst>
        </c:ser>
        <c:dLbls>
          <c:showLegendKey val="0"/>
          <c:showVal val="0"/>
          <c:showCatName val="0"/>
          <c:showSerName val="0"/>
          <c:showPercent val="0"/>
          <c:showBubbleSize val="0"/>
        </c:dLbls>
        <c:gapWidth val="219"/>
        <c:axId val="1713888336"/>
        <c:axId val="1713887088"/>
        <c:extLst>
          <c:ext xmlns:c15="http://schemas.microsoft.com/office/drawing/2012/chart" uri="{02D57815-91ED-43cb-92C2-25804820EDAC}">
            <c15:filteredBarSeries>
              <c15:ser>
                <c:idx val="4"/>
                <c:order val="4"/>
                <c:tx>
                  <c:strRef>
                    <c:extLst>
                      <c:ext uri="{02D57815-91ED-43cb-92C2-25804820EDAC}">
                        <c15:formulaRef>
                          <c15:sqref>Sheet5!$H$4</c15:sqref>
                        </c15:formulaRef>
                      </c:ext>
                    </c:extLst>
                    <c:strCache>
                      <c:ptCount val="1"/>
                      <c:pt idx="0">
                        <c:v>不一致率</c:v>
                      </c:pt>
                    </c:strCache>
                  </c:strRef>
                </c:tx>
                <c:spPr>
                  <a:solidFill>
                    <a:schemeClr val="accent5"/>
                  </a:solidFill>
                  <a:ln>
                    <a:noFill/>
                  </a:ln>
                  <a:effectLst/>
                </c:spPr>
                <c:invertIfNegative val="0"/>
                <c:cat>
                  <c:strRef>
                    <c:extLst>
                      <c:ext uri="{02D57815-91ED-43cb-92C2-25804820EDAC}">
                        <c15:formulaRef>
                          <c15:sqref>Sheet5!$C$5:$C$10</c15:sqref>
                        </c15:formulaRef>
                      </c:ext>
                    </c:extLst>
                    <c:strCache>
                      <c:ptCount val="6"/>
                      <c:pt idx="0">
                        <c:v>电脑</c:v>
                      </c:pt>
                      <c:pt idx="1">
                        <c:v>PPC</c:v>
                      </c:pt>
                      <c:pt idx="2">
                        <c:v>显示器</c:v>
                      </c:pt>
                      <c:pt idx="3">
                        <c:v>扫描枪</c:v>
                      </c:pt>
                      <c:pt idx="4">
                        <c:v>PAD</c:v>
                      </c:pt>
                      <c:pt idx="5">
                        <c:v>PDA</c:v>
                      </c:pt>
                    </c:strCache>
                  </c:strRef>
                </c:cat>
                <c:val>
                  <c:numRef>
                    <c:extLst>
                      <c:ext uri="{02D57815-91ED-43cb-92C2-25804820EDAC}">
                        <c15:formulaRef>
                          <c15:sqref>Sheet5!$H$5:$H$10</c15:sqref>
                        </c15:formulaRef>
                      </c:ext>
                    </c:extLst>
                    <c:numCache>
                      <c:formatCode>0.00%</c:formatCode>
                      <c:ptCount val="6"/>
                      <c:pt idx="0">
                        <c:v>-1E-3</c:v>
                      </c:pt>
                      <c:pt idx="1">
                        <c:v>-0.01</c:v>
                      </c:pt>
                      <c:pt idx="2">
                        <c:v>6.6666666666666664E-4</c:v>
                      </c:pt>
                      <c:pt idx="3">
                        <c:v>-5.0000000000000001E-3</c:v>
                      </c:pt>
                      <c:pt idx="4">
                        <c:v>0</c:v>
                      </c:pt>
                      <c:pt idx="5">
                        <c:v>0</c:v>
                      </c:pt>
                    </c:numCache>
                  </c:numRef>
                </c:val>
                <c:extLst>
                  <c:ext xmlns:c16="http://schemas.microsoft.com/office/drawing/2014/chart" uri="{C3380CC4-5D6E-409C-BE32-E72D297353CC}">
                    <c16:uniqueId val="{00000005-8FE7-4021-B23F-6DBED049D1E8}"/>
                  </c:ext>
                </c:extLst>
              </c15:ser>
            </c15:filteredBarSeries>
            <c15:filteredBarSeries>
              <c15:ser>
                <c:idx val="5"/>
                <c:order val="5"/>
                <c:tx>
                  <c:strRef>
                    <c:extLst xmlns:c15="http://schemas.microsoft.com/office/drawing/2012/chart">
                      <c:ext xmlns:c15="http://schemas.microsoft.com/office/drawing/2012/chart" uri="{02D57815-91ED-43cb-92C2-25804820EDAC}">
                        <c15:formulaRef>
                          <c15:sqref>Sheet5!$I$4</c15:sqref>
                        </c15:formulaRef>
                      </c:ext>
                    </c:extLst>
                    <c:strCache>
                      <c:ptCount val="1"/>
                      <c:pt idx="0">
                        <c:v>不足</c:v>
                      </c:pt>
                    </c:strCache>
                  </c:strRef>
                </c:tx>
                <c:spPr>
                  <a:solidFill>
                    <a:schemeClr val="accent6"/>
                  </a:solidFill>
                  <a:ln>
                    <a:noFill/>
                  </a:ln>
                  <a:effectLst/>
                </c:spPr>
                <c:invertIfNegative val="0"/>
                <c:cat>
                  <c:strRef>
                    <c:extLst xmlns:c15="http://schemas.microsoft.com/office/drawing/2012/chart">
                      <c:ext xmlns:c15="http://schemas.microsoft.com/office/drawing/2012/chart" uri="{02D57815-91ED-43cb-92C2-25804820EDAC}">
                        <c15:formulaRef>
                          <c15:sqref>Sheet5!$C$5:$C$10</c15:sqref>
                        </c15:formulaRef>
                      </c:ext>
                    </c:extLst>
                    <c:strCache>
                      <c:ptCount val="6"/>
                      <c:pt idx="0">
                        <c:v>电脑</c:v>
                      </c:pt>
                      <c:pt idx="1">
                        <c:v>PPC</c:v>
                      </c:pt>
                      <c:pt idx="2">
                        <c:v>显示器</c:v>
                      </c:pt>
                      <c:pt idx="3">
                        <c:v>扫描枪</c:v>
                      </c:pt>
                      <c:pt idx="4">
                        <c:v>PAD</c:v>
                      </c:pt>
                      <c:pt idx="5">
                        <c:v>PDA</c:v>
                      </c:pt>
                    </c:strCache>
                  </c:strRef>
                </c:cat>
                <c:val>
                  <c:numRef>
                    <c:extLst xmlns:c15="http://schemas.microsoft.com/office/drawing/2012/chart">
                      <c:ext xmlns:c15="http://schemas.microsoft.com/office/drawing/2012/chart" uri="{02D57815-91ED-43cb-92C2-25804820EDAC}">
                        <c15:formulaRef>
                          <c15:sqref>Sheet5!$I$5:$I$10</c15:sqref>
                        </c15:formulaRef>
                      </c:ext>
                    </c:extLst>
                    <c:numCache>
                      <c:formatCode>General</c:formatCode>
                      <c:ptCount val="6"/>
                      <c:pt idx="0">
                        <c:v>1</c:v>
                      </c:pt>
                      <c:pt idx="1">
                        <c:v>5</c:v>
                      </c:pt>
                      <c:pt idx="2">
                        <c:v>0</c:v>
                      </c:pt>
                      <c:pt idx="3">
                        <c:v>1</c:v>
                      </c:pt>
                      <c:pt idx="4">
                        <c:v>0</c:v>
                      </c:pt>
                      <c:pt idx="5">
                        <c:v>0</c:v>
                      </c:pt>
                    </c:numCache>
                  </c:numRef>
                </c:val>
                <c:extLst xmlns:c15="http://schemas.microsoft.com/office/drawing/2012/chart">
                  <c:ext xmlns:c16="http://schemas.microsoft.com/office/drawing/2014/chart" uri="{C3380CC4-5D6E-409C-BE32-E72D297353CC}">
                    <c16:uniqueId val="{00000006-8FE7-4021-B23F-6DBED049D1E8}"/>
                  </c:ext>
                </c:extLst>
              </c15:ser>
            </c15:filteredBarSeries>
            <c15:filteredBarSeries>
              <c15:ser>
                <c:idx val="6"/>
                <c:order val="6"/>
                <c:tx>
                  <c:strRef>
                    <c:extLst xmlns:c15="http://schemas.microsoft.com/office/drawing/2012/chart">
                      <c:ext xmlns:c15="http://schemas.microsoft.com/office/drawing/2012/chart" uri="{02D57815-91ED-43cb-92C2-25804820EDAC}">
                        <c15:formulaRef>
                          <c15:sqref>Sheet5!$J$4</c15:sqref>
                        </c15:formulaRef>
                      </c:ext>
                    </c:extLst>
                    <c:strCache>
                      <c:ptCount val="1"/>
                      <c:pt idx="0">
                        <c:v>盈余</c:v>
                      </c:pt>
                    </c:strCache>
                  </c:strRef>
                </c:tx>
                <c:spPr>
                  <a:solidFill>
                    <a:schemeClr val="accent1">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Sheet5!$C$5:$C$10</c15:sqref>
                        </c15:formulaRef>
                      </c:ext>
                    </c:extLst>
                    <c:strCache>
                      <c:ptCount val="6"/>
                      <c:pt idx="0">
                        <c:v>电脑</c:v>
                      </c:pt>
                      <c:pt idx="1">
                        <c:v>PPC</c:v>
                      </c:pt>
                      <c:pt idx="2">
                        <c:v>显示器</c:v>
                      </c:pt>
                      <c:pt idx="3">
                        <c:v>扫描枪</c:v>
                      </c:pt>
                      <c:pt idx="4">
                        <c:v>PAD</c:v>
                      </c:pt>
                      <c:pt idx="5">
                        <c:v>PDA</c:v>
                      </c:pt>
                    </c:strCache>
                  </c:strRef>
                </c:cat>
                <c:val>
                  <c:numRef>
                    <c:extLst xmlns:c15="http://schemas.microsoft.com/office/drawing/2012/chart">
                      <c:ext xmlns:c15="http://schemas.microsoft.com/office/drawing/2012/chart" uri="{02D57815-91ED-43cb-92C2-25804820EDAC}">
                        <c15:formulaRef>
                          <c15:sqref>Sheet5!$J$5:$J$10</c15:sqref>
                        </c15:formulaRef>
                      </c:ext>
                    </c:extLst>
                    <c:numCache>
                      <c:formatCode>General</c:formatCode>
                      <c:ptCount val="6"/>
                      <c:pt idx="0">
                        <c:v>0</c:v>
                      </c:pt>
                      <c:pt idx="1">
                        <c:v>0</c:v>
                      </c:pt>
                      <c:pt idx="2">
                        <c:v>1</c:v>
                      </c:pt>
                      <c:pt idx="3">
                        <c:v>0</c:v>
                      </c:pt>
                      <c:pt idx="4">
                        <c:v>0</c:v>
                      </c:pt>
                      <c:pt idx="5">
                        <c:v>0</c:v>
                      </c:pt>
                    </c:numCache>
                  </c:numRef>
                </c:val>
                <c:extLst xmlns:c15="http://schemas.microsoft.com/office/drawing/2012/chart">
                  <c:ext xmlns:c16="http://schemas.microsoft.com/office/drawing/2014/chart" uri="{C3380CC4-5D6E-409C-BE32-E72D297353CC}">
                    <c16:uniqueId val="{00000007-8FE7-4021-B23F-6DBED049D1E8}"/>
                  </c:ext>
                </c:extLst>
              </c15:ser>
            </c15:filteredBarSeries>
            <c15:filteredBarSeries>
              <c15:ser>
                <c:idx val="7"/>
                <c:order val="7"/>
                <c:tx>
                  <c:strRef>
                    <c:extLst xmlns:c15="http://schemas.microsoft.com/office/drawing/2012/chart">
                      <c:ext xmlns:c15="http://schemas.microsoft.com/office/drawing/2012/chart" uri="{02D57815-91ED-43cb-92C2-25804820EDAC}">
                        <c15:formulaRef>
                          <c15:sqref>Sheet5!$K$4</c15:sqref>
                        </c15:formulaRef>
                      </c:ext>
                    </c:extLst>
                    <c:strCache>
                      <c:ptCount val="1"/>
                      <c:pt idx="0">
                        <c:v>补正不足</c:v>
                      </c:pt>
                    </c:strCache>
                  </c:strRef>
                </c:tx>
                <c:spPr>
                  <a:solidFill>
                    <a:schemeClr val="accent2">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Sheet5!$C$5:$C$10</c15:sqref>
                        </c15:formulaRef>
                      </c:ext>
                    </c:extLst>
                    <c:strCache>
                      <c:ptCount val="6"/>
                      <c:pt idx="0">
                        <c:v>电脑</c:v>
                      </c:pt>
                      <c:pt idx="1">
                        <c:v>PPC</c:v>
                      </c:pt>
                      <c:pt idx="2">
                        <c:v>显示器</c:v>
                      </c:pt>
                      <c:pt idx="3">
                        <c:v>扫描枪</c:v>
                      </c:pt>
                      <c:pt idx="4">
                        <c:v>PAD</c:v>
                      </c:pt>
                      <c:pt idx="5">
                        <c:v>PDA</c:v>
                      </c:pt>
                    </c:strCache>
                  </c:strRef>
                </c:cat>
                <c:val>
                  <c:numRef>
                    <c:extLst xmlns:c15="http://schemas.microsoft.com/office/drawing/2012/chart">
                      <c:ext xmlns:c15="http://schemas.microsoft.com/office/drawing/2012/chart" uri="{02D57815-91ED-43cb-92C2-25804820EDAC}">
                        <c15:formulaRef>
                          <c15:sqref>Sheet5!$K$5:$K$10</c15:sqref>
                        </c15:formulaRef>
                      </c:ext>
                    </c:extLst>
                    <c:numCache>
                      <c:formatCode>General</c:formatCode>
                      <c:ptCount val="6"/>
                      <c:pt idx="0">
                        <c:v>1</c:v>
                      </c:pt>
                      <c:pt idx="1">
                        <c:v>4</c:v>
                      </c:pt>
                      <c:pt idx="2">
                        <c:v>0</c:v>
                      </c:pt>
                      <c:pt idx="3">
                        <c:v>1</c:v>
                      </c:pt>
                      <c:pt idx="4">
                        <c:v>0</c:v>
                      </c:pt>
                      <c:pt idx="5">
                        <c:v>0</c:v>
                      </c:pt>
                    </c:numCache>
                  </c:numRef>
                </c:val>
                <c:extLst xmlns:c15="http://schemas.microsoft.com/office/drawing/2012/chart">
                  <c:ext xmlns:c16="http://schemas.microsoft.com/office/drawing/2014/chart" uri="{C3380CC4-5D6E-409C-BE32-E72D297353CC}">
                    <c16:uniqueId val="{00000008-8FE7-4021-B23F-6DBED049D1E8}"/>
                  </c:ext>
                </c:extLst>
              </c15:ser>
            </c15:filteredBarSeries>
            <c15:filteredBarSeries>
              <c15:ser>
                <c:idx val="8"/>
                <c:order val="8"/>
                <c:tx>
                  <c:strRef>
                    <c:extLst xmlns:c15="http://schemas.microsoft.com/office/drawing/2012/chart">
                      <c:ext xmlns:c15="http://schemas.microsoft.com/office/drawing/2012/chart" uri="{02D57815-91ED-43cb-92C2-25804820EDAC}">
                        <c15:formulaRef>
                          <c15:sqref>Sheet5!$L$4</c15:sqref>
                        </c15:formulaRef>
                      </c:ext>
                    </c:extLst>
                    <c:strCache>
                      <c:ptCount val="1"/>
                      <c:pt idx="0">
                        <c:v>补正盈余</c:v>
                      </c:pt>
                    </c:strCache>
                  </c:strRef>
                </c:tx>
                <c:spPr>
                  <a:solidFill>
                    <a:schemeClr val="accent3">
                      <a:lumMod val="60000"/>
                    </a:schemeClr>
                  </a:solidFill>
                  <a:ln>
                    <a:noFill/>
                  </a:ln>
                  <a:effectLst/>
                </c:spPr>
                <c:invertIfNegative val="0"/>
                <c:cat>
                  <c:strRef>
                    <c:extLst xmlns:c15="http://schemas.microsoft.com/office/drawing/2012/chart">
                      <c:ext xmlns:c15="http://schemas.microsoft.com/office/drawing/2012/chart" uri="{02D57815-91ED-43cb-92C2-25804820EDAC}">
                        <c15:formulaRef>
                          <c15:sqref>Sheet5!$C$5:$C$10</c15:sqref>
                        </c15:formulaRef>
                      </c:ext>
                    </c:extLst>
                    <c:strCache>
                      <c:ptCount val="6"/>
                      <c:pt idx="0">
                        <c:v>电脑</c:v>
                      </c:pt>
                      <c:pt idx="1">
                        <c:v>PPC</c:v>
                      </c:pt>
                      <c:pt idx="2">
                        <c:v>显示器</c:v>
                      </c:pt>
                      <c:pt idx="3">
                        <c:v>扫描枪</c:v>
                      </c:pt>
                      <c:pt idx="4">
                        <c:v>PAD</c:v>
                      </c:pt>
                      <c:pt idx="5">
                        <c:v>PDA</c:v>
                      </c:pt>
                    </c:strCache>
                  </c:strRef>
                </c:cat>
                <c:val>
                  <c:numRef>
                    <c:extLst xmlns:c15="http://schemas.microsoft.com/office/drawing/2012/chart">
                      <c:ext xmlns:c15="http://schemas.microsoft.com/office/drawing/2012/chart" uri="{02D57815-91ED-43cb-92C2-25804820EDAC}">
                        <c15:formulaRef>
                          <c15:sqref>Sheet5!$L$5:$L$10</c15:sqref>
                        </c15:formulaRef>
                      </c:ext>
                    </c:extLst>
                    <c:numCache>
                      <c:formatCode>General</c:formatCode>
                      <c:ptCount val="6"/>
                      <c:pt idx="0">
                        <c:v>0</c:v>
                      </c:pt>
                      <c:pt idx="1">
                        <c:v>0</c:v>
                      </c:pt>
                      <c:pt idx="2">
                        <c:v>1</c:v>
                      </c:pt>
                      <c:pt idx="3">
                        <c:v>0</c:v>
                      </c:pt>
                      <c:pt idx="4">
                        <c:v>0</c:v>
                      </c:pt>
                      <c:pt idx="5">
                        <c:v>0</c:v>
                      </c:pt>
                    </c:numCache>
                  </c:numRef>
                </c:val>
                <c:extLst xmlns:c15="http://schemas.microsoft.com/office/drawing/2012/chart">
                  <c:ext xmlns:c16="http://schemas.microsoft.com/office/drawing/2014/chart" uri="{C3380CC4-5D6E-409C-BE32-E72D297353CC}">
                    <c16:uniqueId val="{00000009-8FE7-4021-B23F-6DBED049D1E8}"/>
                  </c:ext>
                </c:extLst>
              </c15:ser>
            </c15:filteredBarSeries>
          </c:ext>
        </c:extLst>
      </c:barChart>
      <c:lineChart>
        <c:grouping val="standard"/>
        <c:varyColors val="0"/>
        <c:ser>
          <c:idx val="3"/>
          <c:order val="3"/>
          <c:tx>
            <c:strRef>
              <c:f>Sheet5!$G$4</c:f>
              <c:strCache>
                <c:ptCount val="1"/>
                <c:pt idx="0">
                  <c:v>一致率</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Sheet5!$C$5:$C$10</c:f>
              <c:strCache>
                <c:ptCount val="6"/>
                <c:pt idx="0">
                  <c:v>电脑</c:v>
                </c:pt>
                <c:pt idx="1">
                  <c:v>PPC</c:v>
                </c:pt>
                <c:pt idx="2">
                  <c:v>显示器</c:v>
                </c:pt>
                <c:pt idx="3">
                  <c:v>扫描枪</c:v>
                </c:pt>
                <c:pt idx="4">
                  <c:v>PAD</c:v>
                </c:pt>
                <c:pt idx="5">
                  <c:v>PDA</c:v>
                </c:pt>
              </c:strCache>
            </c:strRef>
          </c:cat>
          <c:val>
            <c:numRef>
              <c:f>Sheet5!$G$5:$G$10</c:f>
              <c:numCache>
                <c:formatCode>0.00%</c:formatCode>
                <c:ptCount val="6"/>
                <c:pt idx="0">
                  <c:v>0.999</c:v>
                </c:pt>
                <c:pt idx="1">
                  <c:v>0.99</c:v>
                </c:pt>
                <c:pt idx="2">
                  <c:v>1.0006666666666666</c:v>
                </c:pt>
                <c:pt idx="3">
                  <c:v>0.995</c:v>
                </c:pt>
                <c:pt idx="4">
                  <c:v>1</c:v>
                </c:pt>
                <c:pt idx="5">
                  <c:v>1</c:v>
                </c:pt>
              </c:numCache>
            </c:numRef>
          </c:val>
          <c:smooth val="0"/>
          <c:extLst>
            <c:ext xmlns:c16="http://schemas.microsoft.com/office/drawing/2014/chart" uri="{C3380CC4-5D6E-409C-BE32-E72D297353CC}">
              <c16:uniqueId val="{00000002-8FE7-4021-B23F-6DBED049D1E8}"/>
            </c:ext>
          </c:extLst>
        </c:ser>
        <c:ser>
          <c:idx val="9"/>
          <c:order val="9"/>
          <c:tx>
            <c:strRef>
              <c:f>Sheet5!$M$4</c:f>
              <c:strCache>
                <c:ptCount val="1"/>
                <c:pt idx="0">
                  <c:v>补正率</c:v>
                </c:pt>
              </c:strCache>
            </c:strRef>
          </c:tx>
          <c:spPr>
            <a:ln w="28575" cap="rnd">
              <a:solidFill>
                <a:schemeClr val="accent4">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Sheet5!$C$5:$C$10</c:f>
              <c:strCache>
                <c:ptCount val="6"/>
                <c:pt idx="0">
                  <c:v>电脑</c:v>
                </c:pt>
                <c:pt idx="1">
                  <c:v>PPC</c:v>
                </c:pt>
                <c:pt idx="2">
                  <c:v>显示器</c:v>
                </c:pt>
                <c:pt idx="3">
                  <c:v>扫描枪</c:v>
                </c:pt>
                <c:pt idx="4">
                  <c:v>PAD</c:v>
                </c:pt>
                <c:pt idx="5">
                  <c:v>PDA</c:v>
                </c:pt>
              </c:strCache>
            </c:strRef>
          </c:cat>
          <c:val>
            <c:numRef>
              <c:f>Sheet5!$M$5:$M$10</c:f>
              <c:numCache>
                <c:formatCode>0.00%</c:formatCode>
                <c:ptCount val="6"/>
                <c:pt idx="0">
                  <c:v>1</c:v>
                </c:pt>
                <c:pt idx="1">
                  <c:v>0.8</c:v>
                </c:pt>
                <c:pt idx="2">
                  <c:v>1</c:v>
                </c:pt>
                <c:pt idx="3">
                  <c:v>1</c:v>
                </c:pt>
              </c:numCache>
            </c:numRef>
          </c:val>
          <c:smooth val="0"/>
          <c:extLst>
            <c:ext xmlns:c16="http://schemas.microsoft.com/office/drawing/2014/chart" uri="{C3380CC4-5D6E-409C-BE32-E72D297353CC}">
              <c16:uniqueId val="{00000003-8FE7-4021-B23F-6DBED049D1E8}"/>
            </c:ext>
          </c:extLst>
        </c:ser>
        <c:dLbls>
          <c:showLegendKey val="0"/>
          <c:showVal val="0"/>
          <c:showCatName val="0"/>
          <c:showSerName val="0"/>
          <c:showPercent val="0"/>
          <c:showBubbleSize val="0"/>
        </c:dLbls>
        <c:marker val="1"/>
        <c:smooth val="0"/>
        <c:axId val="1713885424"/>
        <c:axId val="1713888752"/>
      </c:lineChart>
      <c:scatterChart>
        <c:scatterStyle val="lineMarker"/>
        <c:varyColors val="0"/>
        <c:ser>
          <c:idx val="2"/>
          <c:order val="2"/>
          <c:tx>
            <c:strRef>
              <c:f>Sheet5!$F$4</c:f>
              <c:strCache>
                <c:ptCount val="1"/>
                <c:pt idx="0">
                  <c:v>不一致数</c:v>
                </c:pt>
              </c:strCache>
            </c:strRef>
          </c:tx>
          <c:spPr>
            <a:ln w="25400" cap="rnd">
              <a:noFill/>
              <a:round/>
            </a:ln>
            <a:effectLst/>
          </c:spPr>
          <c:marker>
            <c:symbol val="circle"/>
            <c:size val="5"/>
            <c:spPr>
              <a:solidFill>
                <a:srgbClr val="FF0000"/>
              </a:solidFill>
              <a:ln w="12700">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Sheet5!$C$5:$C$10</c:f>
              <c:strCache>
                <c:ptCount val="6"/>
                <c:pt idx="0">
                  <c:v>电脑</c:v>
                </c:pt>
                <c:pt idx="1">
                  <c:v>PPC</c:v>
                </c:pt>
                <c:pt idx="2">
                  <c:v>显示器</c:v>
                </c:pt>
                <c:pt idx="3">
                  <c:v>扫描枪</c:v>
                </c:pt>
                <c:pt idx="4">
                  <c:v>PAD</c:v>
                </c:pt>
                <c:pt idx="5">
                  <c:v>PDA</c:v>
                </c:pt>
              </c:strCache>
            </c:strRef>
          </c:xVal>
          <c:yVal>
            <c:numRef>
              <c:f>Sheet5!$F$5:$F$10</c:f>
              <c:numCache>
                <c:formatCode>General</c:formatCode>
                <c:ptCount val="6"/>
                <c:pt idx="0">
                  <c:v>-1</c:v>
                </c:pt>
                <c:pt idx="1">
                  <c:v>-5</c:v>
                </c:pt>
                <c:pt idx="2">
                  <c:v>1</c:v>
                </c:pt>
                <c:pt idx="3">
                  <c:v>-1</c:v>
                </c:pt>
                <c:pt idx="4">
                  <c:v>0</c:v>
                </c:pt>
                <c:pt idx="5">
                  <c:v>0</c:v>
                </c:pt>
              </c:numCache>
            </c:numRef>
          </c:yVal>
          <c:smooth val="0"/>
          <c:extLst>
            <c:ext xmlns:c16="http://schemas.microsoft.com/office/drawing/2014/chart" uri="{C3380CC4-5D6E-409C-BE32-E72D297353CC}">
              <c16:uniqueId val="{00000004-8FE7-4021-B23F-6DBED049D1E8}"/>
            </c:ext>
          </c:extLst>
        </c:ser>
        <c:dLbls>
          <c:showLegendKey val="0"/>
          <c:showVal val="0"/>
          <c:showCatName val="0"/>
          <c:showSerName val="0"/>
          <c:showPercent val="0"/>
          <c:showBubbleSize val="0"/>
        </c:dLbls>
        <c:axId val="1713888336"/>
        <c:axId val="1713887088"/>
      </c:scatterChart>
      <c:catAx>
        <c:axId val="1713888336"/>
        <c:scaling>
          <c:orientation val="minMax"/>
        </c:scaling>
        <c:delete val="0"/>
        <c:axPos val="b"/>
        <c:numFmt formatCode="General" sourceLinked="1"/>
        <c:majorTickMark val="none"/>
        <c:minorTickMark val="none"/>
        <c:tickLblPos val="nextTo"/>
        <c:spPr>
          <a:noFill/>
          <a:ln w="9525" cap="flat" cmpd="sng" algn="ctr">
            <a:solidFill>
              <a:schemeClr val="bg1">
                <a:lumMod val="50000"/>
              </a:schemeClr>
            </a:solidFill>
            <a:round/>
            <a:tailEnd type="triangle"/>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713887088"/>
        <c:crosses val="autoZero"/>
        <c:auto val="1"/>
        <c:lblAlgn val="ctr"/>
        <c:lblOffset val="100"/>
        <c:noMultiLvlLbl val="0"/>
      </c:catAx>
      <c:valAx>
        <c:axId val="1713887088"/>
        <c:scaling>
          <c:orientation val="minMax"/>
          <c:max val="1500"/>
          <c:min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solidFill>
              <a:schemeClr val="bg1">
                <a:lumMod val="50000"/>
              </a:schemeClr>
            </a:solidFill>
            <a:headEnd type="none"/>
            <a:tailEnd type="triangle"/>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713888336"/>
        <c:crosses val="autoZero"/>
        <c:crossBetween val="between"/>
      </c:valAx>
      <c:valAx>
        <c:axId val="1713888752"/>
        <c:scaling>
          <c:orientation val="minMax"/>
          <c:min val="0.60000000000000009"/>
        </c:scaling>
        <c:delete val="0"/>
        <c:axPos val="r"/>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713885424"/>
        <c:crosses val="max"/>
        <c:crossBetween val="between"/>
      </c:valAx>
      <c:catAx>
        <c:axId val="1713885424"/>
        <c:scaling>
          <c:orientation val="minMax"/>
        </c:scaling>
        <c:delete val="1"/>
        <c:axPos val="b"/>
        <c:numFmt formatCode="General" sourceLinked="1"/>
        <c:majorTickMark val="none"/>
        <c:minorTickMark val="none"/>
        <c:tickLblPos val="nextTo"/>
        <c:crossAx val="171388875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45659" cy="496411"/>
          </a:xfrm>
          <a:prstGeom prst="rect">
            <a:avLst/>
          </a:prstGeom>
        </p:spPr>
        <p:txBody>
          <a:bodyPr vert="horz" lIns="91321" tIns="45661" rIns="91321" bIns="45661" rtlCol="0"/>
          <a:lstStyle>
            <a:lvl1pPr algn="l">
              <a:defRPr sz="1200"/>
            </a:lvl1pPr>
          </a:lstStyle>
          <a:p>
            <a:endParaRPr lang="ko-KR" altLang="en-US"/>
          </a:p>
        </p:txBody>
      </p:sp>
      <p:sp>
        <p:nvSpPr>
          <p:cNvPr id="3" name="날짜 개체 틀 2"/>
          <p:cNvSpPr>
            <a:spLocks noGrp="1"/>
          </p:cNvSpPr>
          <p:nvPr>
            <p:ph type="dt" sz="quarter" idx="1"/>
          </p:nvPr>
        </p:nvSpPr>
        <p:spPr>
          <a:xfrm>
            <a:off x="3850443" y="1"/>
            <a:ext cx="2945659" cy="496411"/>
          </a:xfrm>
          <a:prstGeom prst="rect">
            <a:avLst/>
          </a:prstGeom>
        </p:spPr>
        <p:txBody>
          <a:bodyPr vert="horz" lIns="91321" tIns="45661" rIns="91321" bIns="45661" rtlCol="0"/>
          <a:lstStyle>
            <a:lvl1pPr algn="r">
              <a:defRPr sz="1200"/>
            </a:lvl1pPr>
          </a:lstStyle>
          <a:p>
            <a:fld id="{34C59E3E-FA21-4ED6-8C61-AE4E24BEEB5A}" type="datetimeFigureOut">
              <a:rPr lang="ko-KR" altLang="en-US" smtClean="0"/>
              <a:t>2022-06-02</a:t>
            </a:fld>
            <a:endParaRPr lang="ko-KR" altLang="en-US"/>
          </a:p>
        </p:txBody>
      </p:sp>
      <p:sp>
        <p:nvSpPr>
          <p:cNvPr id="4" name="바닥글 개체 틀 3"/>
          <p:cNvSpPr>
            <a:spLocks noGrp="1"/>
          </p:cNvSpPr>
          <p:nvPr>
            <p:ph type="ftr" sz="quarter" idx="2"/>
          </p:nvPr>
        </p:nvSpPr>
        <p:spPr>
          <a:xfrm>
            <a:off x="1" y="9430091"/>
            <a:ext cx="2945659" cy="496411"/>
          </a:xfrm>
          <a:prstGeom prst="rect">
            <a:avLst/>
          </a:prstGeom>
        </p:spPr>
        <p:txBody>
          <a:bodyPr vert="horz" lIns="91321" tIns="45661" rIns="91321" bIns="45661"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50443" y="9430091"/>
            <a:ext cx="2945659" cy="496411"/>
          </a:xfrm>
          <a:prstGeom prst="rect">
            <a:avLst/>
          </a:prstGeom>
        </p:spPr>
        <p:txBody>
          <a:bodyPr vert="horz" lIns="91321" tIns="45661" rIns="91321" bIns="45661" rtlCol="0" anchor="b"/>
          <a:lstStyle>
            <a:lvl1pPr algn="r">
              <a:defRPr sz="1200"/>
            </a:lvl1pPr>
          </a:lstStyle>
          <a:p>
            <a:fld id="{34ABD364-5257-4768-B0DC-B414FE4FA1EE}" type="slidenum">
              <a:rPr lang="ko-KR" altLang="en-US" smtClean="0"/>
              <a:t>‹#›</a:t>
            </a:fld>
            <a:endParaRPr lang="ko-KR" altLang="en-US"/>
          </a:p>
        </p:txBody>
      </p:sp>
    </p:spTree>
    <p:extLst>
      <p:ext uri="{BB962C8B-B14F-4D97-AF65-F5344CB8AC3E}">
        <p14:creationId xmlns:p14="http://schemas.microsoft.com/office/powerpoint/2010/main" val="38001238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45659" cy="496411"/>
          </a:xfrm>
          <a:prstGeom prst="rect">
            <a:avLst/>
          </a:prstGeom>
        </p:spPr>
        <p:txBody>
          <a:bodyPr vert="horz" lIns="91321" tIns="45661" rIns="91321" bIns="45661" rtlCol="0"/>
          <a:lstStyle>
            <a:lvl1pPr algn="l">
              <a:defRPr sz="1200"/>
            </a:lvl1pPr>
          </a:lstStyle>
          <a:p>
            <a:endParaRPr lang="ko-KR" altLang="en-US"/>
          </a:p>
        </p:txBody>
      </p:sp>
      <p:sp>
        <p:nvSpPr>
          <p:cNvPr id="3" name="날짜 개체 틀 2"/>
          <p:cNvSpPr>
            <a:spLocks noGrp="1"/>
          </p:cNvSpPr>
          <p:nvPr>
            <p:ph type="dt" idx="1"/>
          </p:nvPr>
        </p:nvSpPr>
        <p:spPr>
          <a:xfrm>
            <a:off x="3850443" y="1"/>
            <a:ext cx="2945659" cy="496411"/>
          </a:xfrm>
          <a:prstGeom prst="rect">
            <a:avLst/>
          </a:prstGeom>
        </p:spPr>
        <p:txBody>
          <a:bodyPr vert="horz" lIns="91321" tIns="45661" rIns="91321" bIns="45661" rtlCol="0"/>
          <a:lstStyle>
            <a:lvl1pPr algn="r">
              <a:defRPr sz="1200"/>
            </a:lvl1pPr>
          </a:lstStyle>
          <a:p>
            <a:fld id="{28E5DD8E-8DD4-4001-983A-C1FAAFF15003}" type="datetimeFigureOut">
              <a:rPr lang="ko-KR" altLang="en-US" smtClean="0"/>
              <a:t>2022-06-02</a:t>
            </a:fld>
            <a:endParaRPr lang="ko-KR" altLang="en-US"/>
          </a:p>
        </p:txBody>
      </p:sp>
      <p:sp>
        <p:nvSpPr>
          <p:cNvPr id="4" name="슬라이드 이미지 개체 틀 3"/>
          <p:cNvSpPr>
            <a:spLocks noGrp="1" noRot="1" noChangeAspect="1"/>
          </p:cNvSpPr>
          <p:nvPr>
            <p:ph type="sldImg" idx="2"/>
          </p:nvPr>
        </p:nvSpPr>
        <p:spPr>
          <a:xfrm>
            <a:off x="711200" y="744538"/>
            <a:ext cx="5375275" cy="3722687"/>
          </a:xfrm>
          <a:prstGeom prst="rect">
            <a:avLst/>
          </a:prstGeom>
          <a:noFill/>
          <a:ln w="12700">
            <a:solidFill>
              <a:prstClr val="black"/>
            </a:solidFill>
          </a:ln>
        </p:spPr>
        <p:txBody>
          <a:bodyPr vert="horz" lIns="91321" tIns="45661" rIns="91321" bIns="45661" rtlCol="0" anchor="ctr"/>
          <a:lstStyle/>
          <a:p>
            <a:endParaRPr lang="ko-KR" altLang="en-US"/>
          </a:p>
        </p:txBody>
      </p:sp>
      <p:sp>
        <p:nvSpPr>
          <p:cNvPr id="5" name="슬라이드 노트 개체 틀 4"/>
          <p:cNvSpPr>
            <a:spLocks noGrp="1"/>
          </p:cNvSpPr>
          <p:nvPr>
            <p:ph type="body" sz="quarter" idx="3"/>
          </p:nvPr>
        </p:nvSpPr>
        <p:spPr>
          <a:xfrm>
            <a:off x="679768" y="4715907"/>
            <a:ext cx="5438140" cy="4467701"/>
          </a:xfrm>
          <a:prstGeom prst="rect">
            <a:avLst/>
          </a:prstGeom>
        </p:spPr>
        <p:txBody>
          <a:bodyPr vert="horz" lIns="91321" tIns="45661" rIns="91321" bIns="45661"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1" y="9430091"/>
            <a:ext cx="2945659" cy="496411"/>
          </a:xfrm>
          <a:prstGeom prst="rect">
            <a:avLst/>
          </a:prstGeom>
        </p:spPr>
        <p:txBody>
          <a:bodyPr vert="horz" lIns="91321" tIns="45661" rIns="91321" bIns="45661"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30091"/>
            <a:ext cx="2945659" cy="496411"/>
          </a:xfrm>
          <a:prstGeom prst="rect">
            <a:avLst/>
          </a:prstGeom>
        </p:spPr>
        <p:txBody>
          <a:bodyPr vert="horz" lIns="91321" tIns="45661" rIns="91321" bIns="45661" rtlCol="0" anchor="b"/>
          <a:lstStyle>
            <a:lvl1pPr algn="r">
              <a:defRPr sz="1200"/>
            </a:lvl1pPr>
          </a:lstStyle>
          <a:p>
            <a:fld id="{AF31CD9C-3D43-411D-B7B8-84E222EFCC18}" type="slidenum">
              <a:rPr lang="ko-KR" altLang="en-US" smtClean="0"/>
              <a:t>‹#›</a:t>
            </a:fld>
            <a:endParaRPr lang="ko-KR" altLang="en-US"/>
          </a:p>
        </p:txBody>
      </p:sp>
    </p:spTree>
    <p:extLst>
      <p:ext uri="{BB962C8B-B14F-4D97-AF65-F5344CB8AC3E}">
        <p14:creationId xmlns:p14="http://schemas.microsoft.com/office/powerpoint/2010/main" val="59909362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无需联动外协</a:t>
            </a:r>
            <a:r>
              <a:rPr lang="en-US" altLang="zh-CN" dirty="0"/>
              <a:t>E-manager:</a:t>
            </a:r>
            <a:r>
              <a:rPr lang="zh-CN" altLang="en-US" dirty="0"/>
              <a:t>原因：资产无需管理到外协实际使用人</a:t>
            </a:r>
            <a:r>
              <a:rPr lang="en-US" altLang="zh-CN" dirty="0"/>
              <a:t>level;</a:t>
            </a:r>
          </a:p>
          <a:p>
            <a:r>
              <a:rPr lang="en-US" altLang="zh-CN" dirty="0"/>
              <a:t>2.</a:t>
            </a:r>
            <a:r>
              <a:rPr lang="zh-CN" altLang="en-US" dirty="0"/>
              <a:t>资产变更、转移调拨无需在此系统审批：原因：法人间调整在</a:t>
            </a:r>
            <a:r>
              <a:rPr lang="en-US" altLang="zh-CN" dirty="0"/>
              <a:t>SAP</a:t>
            </a:r>
            <a:r>
              <a:rPr lang="zh-CN" altLang="en-US" dirty="0"/>
              <a:t>等审批及财务处理；法人内使用人变更无需在此系统进行审批。</a:t>
            </a:r>
          </a:p>
        </p:txBody>
      </p:sp>
      <p:sp>
        <p:nvSpPr>
          <p:cNvPr id="4" name="灯片编号占位符 3"/>
          <p:cNvSpPr>
            <a:spLocks noGrp="1"/>
          </p:cNvSpPr>
          <p:nvPr>
            <p:ph type="sldNum" sz="quarter" idx="5"/>
          </p:nvPr>
        </p:nvSpPr>
        <p:spPr/>
        <p:txBody>
          <a:bodyPr/>
          <a:lstStyle/>
          <a:p>
            <a:fld id="{AF31CD9C-3D43-411D-B7B8-84E222EFCC18}" type="slidenum">
              <a:rPr lang="ko-KR" altLang="en-US" smtClean="0"/>
              <a:t>4</a:t>
            </a:fld>
            <a:endParaRPr lang="ko-KR" altLang="en-US"/>
          </a:p>
        </p:txBody>
      </p:sp>
    </p:spTree>
    <p:extLst>
      <p:ext uri="{BB962C8B-B14F-4D97-AF65-F5344CB8AC3E}">
        <p14:creationId xmlns:p14="http://schemas.microsoft.com/office/powerpoint/2010/main" val="520997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zh-CN" dirty="0"/>
              <a:t>1.</a:t>
            </a:r>
            <a:r>
              <a:rPr lang="zh-CN" altLang="en-US" dirty="0"/>
              <a:t>无需联动外协</a:t>
            </a:r>
            <a:r>
              <a:rPr lang="en-US" altLang="zh-CN" dirty="0"/>
              <a:t>E-manager:</a:t>
            </a:r>
            <a:r>
              <a:rPr lang="zh-CN" altLang="en-US" dirty="0"/>
              <a:t>原因：资产无需管理到外协实际使用人</a:t>
            </a:r>
            <a:r>
              <a:rPr lang="en-US" altLang="zh-CN" dirty="0"/>
              <a:t>level; PDA,IPAD</a:t>
            </a:r>
            <a:r>
              <a:rPr lang="zh-CN" altLang="en-US" dirty="0"/>
              <a:t>等外协人员经常变动。</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F31CD9C-3D43-411D-B7B8-84E222EFCC18}" type="slidenum">
              <a:rPr lang="ko-KR" altLang="en-US" smtClean="0"/>
              <a:t>7</a:t>
            </a:fld>
            <a:endParaRPr lang="ko-KR" altLang="en-US"/>
          </a:p>
        </p:txBody>
      </p:sp>
    </p:spTree>
    <p:extLst>
      <p:ext uri="{BB962C8B-B14F-4D97-AF65-F5344CB8AC3E}">
        <p14:creationId xmlns:p14="http://schemas.microsoft.com/office/powerpoint/2010/main" val="3896364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zh-CN" dirty="0"/>
              <a:t>2.</a:t>
            </a:r>
            <a:r>
              <a:rPr lang="zh-CN" altLang="en-US" dirty="0"/>
              <a:t>资产变更、转移调拨无需在此系统审批：原因：法人间调整在</a:t>
            </a:r>
            <a:r>
              <a:rPr lang="en-US" altLang="zh-CN" dirty="0"/>
              <a:t>SAP</a:t>
            </a:r>
            <a:r>
              <a:rPr lang="zh-CN" altLang="en-US" dirty="0"/>
              <a:t>等审批及财务处理；法人内使用人变更无需在此系统进行审批。</a:t>
            </a:r>
          </a:p>
        </p:txBody>
      </p:sp>
      <p:sp>
        <p:nvSpPr>
          <p:cNvPr id="4" name="灯片编号占位符 3"/>
          <p:cNvSpPr>
            <a:spLocks noGrp="1"/>
          </p:cNvSpPr>
          <p:nvPr>
            <p:ph type="sldNum" sz="quarter" idx="5"/>
          </p:nvPr>
        </p:nvSpPr>
        <p:spPr/>
        <p:txBody>
          <a:bodyPr/>
          <a:lstStyle/>
          <a:p>
            <a:fld id="{AF31CD9C-3D43-411D-B7B8-84E222EFCC18}" type="slidenum">
              <a:rPr lang="ko-KR" altLang="en-US" smtClean="0"/>
              <a:t>9</a:t>
            </a:fld>
            <a:endParaRPr lang="ko-KR" altLang="en-US"/>
          </a:p>
        </p:txBody>
      </p:sp>
    </p:spTree>
    <p:extLst>
      <p:ext uri="{BB962C8B-B14F-4D97-AF65-F5344CB8AC3E}">
        <p14:creationId xmlns:p14="http://schemas.microsoft.com/office/powerpoint/2010/main" val="2499704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考虑网线这种耗材的进销存管理，区分申请数量、入库数量及发放数量及单位的管理。</a:t>
            </a:r>
          </a:p>
        </p:txBody>
      </p:sp>
      <p:sp>
        <p:nvSpPr>
          <p:cNvPr id="4" name="灯片编号占位符 3"/>
          <p:cNvSpPr>
            <a:spLocks noGrp="1"/>
          </p:cNvSpPr>
          <p:nvPr>
            <p:ph type="sldNum" sz="quarter" idx="5"/>
          </p:nvPr>
        </p:nvSpPr>
        <p:spPr/>
        <p:txBody>
          <a:bodyPr/>
          <a:lstStyle/>
          <a:p>
            <a:fld id="{AF31CD9C-3D43-411D-B7B8-84E222EFCC18}" type="slidenum">
              <a:rPr lang="ko-KR" altLang="en-US" smtClean="0"/>
              <a:t>10</a:t>
            </a:fld>
            <a:endParaRPr lang="ko-KR" altLang="en-US"/>
          </a:p>
        </p:txBody>
      </p:sp>
    </p:spTree>
    <p:extLst>
      <p:ext uri="{BB962C8B-B14F-4D97-AF65-F5344CB8AC3E}">
        <p14:creationId xmlns:p14="http://schemas.microsoft.com/office/powerpoint/2010/main" val="34477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标签打印状态管理：是否有必要？且是可多次打印的状态下；</a:t>
            </a:r>
            <a:r>
              <a:rPr lang="en-US" altLang="zh-CN" dirty="0"/>
              <a:t>---</a:t>
            </a:r>
            <a:r>
              <a:rPr lang="zh-CN" altLang="en-US" dirty="0"/>
              <a:t>先保留不做管理</a:t>
            </a:r>
            <a:endParaRPr lang="en-US" altLang="zh-CN" dirty="0"/>
          </a:p>
          <a:p>
            <a:r>
              <a:rPr lang="en-US" altLang="zh-CN" dirty="0"/>
              <a:t>2. </a:t>
            </a:r>
            <a:r>
              <a:rPr lang="zh-CN" altLang="en-US" dirty="0"/>
              <a:t>接收待确认、已发放、借用中的物料的库存状态都是已出库；</a:t>
            </a:r>
          </a:p>
        </p:txBody>
      </p:sp>
      <p:sp>
        <p:nvSpPr>
          <p:cNvPr id="4" name="灯片编号占位符 3"/>
          <p:cNvSpPr>
            <a:spLocks noGrp="1"/>
          </p:cNvSpPr>
          <p:nvPr>
            <p:ph type="sldNum" sz="quarter" idx="5"/>
          </p:nvPr>
        </p:nvSpPr>
        <p:spPr/>
        <p:txBody>
          <a:bodyPr/>
          <a:lstStyle/>
          <a:p>
            <a:fld id="{AF31CD9C-3D43-411D-B7B8-84E222EFCC18}" type="slidenum">
              <a:rPr lang="ko-KR" altLang="en-US" smtClean="0"/>
              <a:t>11</a:t>
            </a:fld>
            <a:endParaRPr lang="ko-KR" altLang="en-US"/>
          </a:p>
        </p:txBody>
      </p:sp>
    </p:spTree>
    <p:extLst>
      <p:ext uri="{BB962C8B-B14F-4D97-AF65-F5344CB8AC3E}">
        <p14:creationId xmlns:p14="http://schemas.microsoft.com/office/powerpoint/2010/main" val="819929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需求担当邀请增加“</a:t>
            </a:r>
            <a:r>
              <a:rPr lang="en-US" altLang="zh-CN" dirty="0"/>
              <a:t>SAP</a:t>
            </a:r>
            <a:r>
              <a:rPr lang="zh-CN" altLang="en-US" dirty="0"/>
              <a:t>是否报废”字段，手动登记管理。</a:t>
            </a:r>
          </a:p>
        </p:txBody>
      </p:sp>
      <p:sp>
        <p:nvSpPr>
          <p:cNvPr id="4" name="灯片编号占位符 3"/>
          <p:cNvSpPr>
            <a:spLocks noGrp="1"/>
          </p:cNvSpPr>
          <p:nvPr>
            <p:ph type="sldNum" sz="quarter" idx="5"/>
          </p:nvPr>
        </p:nvSpPr>
        <p:spPr/>
        <p:txBody>
          <a:bodyPr/>
          <a:lstStyle/>
          <a:p>
            <a:fld id="{AF31CD9C-3D43-411D-B7B8-84E222EFCC18}" type="slidenum">
              <a:rPr lang="ko-KR" altLang="en-US" smtClean="0"/>
              <a:t>12</a:t>
            </a:fld>
            <a:endParaRPr lang="ko-KR" altLang="en-US"/>
          </a:p>
        </p:txBody>
      </p:sp>
    </p:spTree>
    <p:extLst>
      <p:ext uri="{BB962C8B-B14F-4D97-AF65-F5344CB8AC3E}">
        <p14:creationId xmlns:p14="http://schemas.microsoft.com/office/powerpoint/2010/main" val="3683416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无需盘点任务提醒功能。</a:t>
            </a:r>
            <a:endParaRPr lang="en-US" altLang="zh-CN" dirty="0"/>
          </a:p>
          <a:p>
            <a:r>
              <a:rPr lang="zh-CN" altLang="en-US" dirty="0"/>
              <a:t>资产标签和设备标签照片上传功能：暂不需要。</a:t>
            </a:r>
          </a:p>
        </p:txBody>
      </p:sp>
      <p:sp>
        <p:nvSpPr>
          <p:cNvPr id="4" name="灯片编号占位符 3"/>
          <p:cNvSpPr>
            <a:spLocks noGrp="1"/>
          </p:cNvSpPr>
          <p:nvPr>
            <p:ph type="sldNum" sz="quarter" idx="5"/>
          </p:nvPr>
        </p:nvSpPr>
        <p:spPr/>
        <p:txBody>
          <a:bodyPr/>
          <a:lstStyle/>
          <a:p>
            <a:fld id="{AF31CD9C-3D43-411D-B7B8-84E222EFCC18}" type="slidenum">
              <a:rPr lang="ko-KR" altLang="en-US" smtClean="0"/>
              <a:t>13</a:t>
            </a:fld>
            <a:endParaRPr lang="ko-KR" altLang="en-US"/>
          </a:p>
        </p:txBody>
      </p:sp>
    </p:spTree>
    <p:extLst>
      <p:ext uri="{BB962C8B-B14F-4D97-AF65-F5344CB8AC3E}">
        <p14:creationId xmlns:p14="http://schemas.microsoft.com/office/powerpoint/2010/main" val="2677345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资产盘点报表：需不需要？</a:t>
            </a:r>
          </a:p>
        </p:txBody>
      </p:sp>
      <p:sp>
        <p:nvSpPr>
          <p:cNvPr id="4" name="灯片编号占位符 3"/>
          <p:cNvSpPr>
            <a:spLocks noGrp="1"/>
          </p:cNvSpPr>
          <p:nvPr>
            <p:ph type="sldNum" sz="quarter" idx="5"/>
          </p:nvPr>
        </p:nvSpPr>
        <p:spPr/>
        <p:txBody>
          <a:bodyPr/>
          <a:lstStyle/>
          <a:p>
            <a:fld id="{AF31CD9C-3D43-411D-B7B8-84E222EFCC18}" type="slidenum">
              <a:rPr lang="ko-KR" altLang="en-US" smtClean="0"/>
              <a:t>15</a:t>
            </a:fld>
            <a:endParaRPr lang="ko-KR" altLang="en-US"/>
          </a:p>
        </p:txBody>
      </p:sp>
    </p:spTree>
    <p:extLst>
      <p:ext uri="{BB962C8B-B14F-4D97-AF65-F5344CB8AC3E}">
        <p14:creationId xmlns:p14="http://schemas.microsoft.com/office/powerpoint/2010/main" val="5812314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표지">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1AE12A70-F73A-419E-8548-10228A00C422}"/>
              </a:ext>
            </a:extLst>
          </p:cNvPr>
          <p:cNvSpPr/>
          <p:nvPr userDrawn="1"/>
        </p:nvSpPr>
        <p:spPr>
          <a:xfrm>
            <a:off x="0" y="5298698"/>
            <a:ext cx="9906000" cy="45719"/>
          </a:xfrm>
          <a:prstGeom prst="rect">
            <a:avLst/>
          </a:prstGeom>
          <a:solidFill>
            <a:srgbClr val="EC61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현대체Medium" panose="02020603020101020101" pitchFamily="18" charset="-127"/>
              <a:ea typeface="현대체Medium" panose="02020603020101020101" pitchFamily="18" charset="-127"/>
            </a:endParaRPr>
          </a:p>
        </p:txBody>
      </p:sp>
      <p:pic>
        <p:nvPicPr>
          <p:cNvPr id="15" name="그림 14">
            <a:extLst>
              <a:ext uri="{FF2B5EF4-FFF2-40B4-BE49-F238E27FC236}">
                <a16:creationId xmlns:a16="http://schemas.microsoft.com/office/drawing/2014/main" id="{51A4C9ED-D67E-4F50-BA1D-92ADEB3A4680}"/>
              </a:ext>
            </a:extLst>
          </p:cNvPr>
          <p:cNvPicPr>
            <a:picLocks noChangeAspect="1"/>
          </p:cNvPicPr>
          <p:nvPr userDrawn="1"/>
        </p:nvPicPr>
        <p:blipFill>
          <a:blip r:embed="rId2"/>
          <a:stretch>
            <a:fillRect/>
          </a:stretch>
        </p:blipFill>
        <p:spPr>
          <a:xfrm>
            <a:off x="632520" y="5663362"/>
            <a:ext cx="6480720" cy="751763"/>
          </a:xfrm>
          <a:prstGeom prst="rect">
            <a:avLst/>
          </a:prstGeom>
        </p:spPr>
      </p:pic>
      <p:pic>
        <p:nvPicPr>
          <p:cNvPr id="10" name="그림 9">
            <a:extLst>
              <a:ext uri="{FF2B5EF4-FFF2-40B4-BE49-F238E27FC236}">
                <a16:creationId xmlns:a16="http://schemas.microsoft.com/office/drawing/2014/main" id="{AC7B95F5-06B3-4DC8-ABA7-9BC05A8B1EDB}"/>
              </a:ext>
            </a:extLst>
          </p:cNvPr>
          <p:cNvPicPr>
            <a:picLocks noChangeAspect="1"/>
          </p:cNvPicPr>
          <p:nvPr userDrawn="1"/>
        </p:nvPicPr>
        <p:blipFill>
          <a:blip r:embed="rId3"/>
          <a:stretch>
            <a:fillRect/>
          </a:stretch>
        </p:blipFill>
        <p:spPr>
          <a:xfrm>
            <a:off x="8192978" y="5910476"/>
            <a:ext cx="1427435" cy="330717"/>
          </a:xfrm>
          <a:prstGeom prst="rect">
            <a:avLst/>
          </a:prstGeom>
        </p:spPr>
      </p:pic>
      <p:sp>
        <p:nvSpPr>
          <p:cNvPr id="11" name="제목 1">
            <a:extLst>
              <a:ext uri="{FF2B5EF4-FFF2-40B4-BE49-F238E27FC236}">
                <a16:creationId xmlns:a16="http://schemas.microsoft.com/office/drawing/2014/main" id="{DF6B7C90-3BD4-43A5-B71C-89CA425CB5FD}"/>
              </a:ext>
            </a:extLst>
          </p:cNvPr>
          <p:cNvSpPr>
            <a:spLocks noGrp="1"/>
          </p:cNvSpPr>
          <p:nvPr>
            <p:ph type="ctrTitle" hasCustomPrompt="1"/>
          </p:nvPr>
        </p:nvSpPr>
        <p:spPr>
          <a:xfrm>
            <a:off x="799783" y="1453383"/>
            <a:ext cx="7378402" cy="1707718"/>
          </a:xfrm>
          <a:prstGeom prst="rect">
            <a:avLst/>
          </a:prstGeom>
        </p:spPr>
        <p:txBody>
          <a:bodyPr>
            <a:normAutofit/>
          </a:bodyPr>
          <a:lstStyle>
            <a:lvl1pPr>
              <a:lnSpc>
                <a:spcPts val="4500"/>
              </a:lnSpc>
              <a:defRPr sz="4000" baseline="0">
                <a:solidFill>
                  <a:schemeClr val="tx1"/>
                </a:solidFill>
                <a:latin typeface="현대체Bold" panose="02020603020101020101" pitchFamily="18" charset="-127"/>
                <a:ea typeface="현대체Bold" panose="02020603020101020101" pitchFamily="18" charset="-127"/>
                <a:cs typeface="현대체 Bold" panose="02020503020101020101" pitchFamily="18" charset="-127"/>
              </a:defRPr>
            </a:lvl1pPr>
          </a:lstStyle>
          <a:p>
            <a:r>
              <a:rPr lang="en-US" altLang="ko-KR"/>
              <a:t>1~3</a:t>
            </a:r>
            <a:r>
              <a:rPr lang="ko-KR" altLang="en-US"/>
              <a:t>줄</a:t>
            </a:r>
            <a:r>
              <a:rPr lang="en-US" altLang="ko-KR"/>
              <a:t> </a:t>
            </a:r>
            <a:r>
              <a:rPr lang="ko-KR" altLang="en-US"/>
              <a:t>제목 입력</a:t>
            </a:r>
          </a:p>
        </p:txBody>
      </p:sp>
      <p:pic>
        <p:nvPicPr>
          <p:cNvPr id="16" name="그림 15">
            <a:extLst>
              <a:ext uri="{FF2B5EF4-FFF2-40B4-BE49-F238E27FC236}">
                <a16:creationId xmlns:a16="http://schemas.microsoft.com/office/drawing/2014/main" id="{2A8AEA74-1E3D-4136-A0D7-20017C104E89}"/>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44668" b="41585"/>
          <a:stretch/>
        </p:blipFill>
        <p:spPr>
          <a:xfrm>
            <a:off x="722303" y="526529"/>
            <a:ext cx="2450750" cy="238175"/>
          </a:xfrm>
          <a:prstGeom prst="rect">
            <a:avLst/>
          </a:prstGeom>
        </p:spPr>
      </p:pic>
      <p:sp>
        <p:nvSpPr>
          <p:cNvPr id="18" name="텍스트 개체 틀 9">
            <a:extLst>
              <a:ext uri="{FF2B5EF4-FFF2-40B4-BE49-F238E27FC236}">
                <a16:creationId xmlns:a16="http://schemas.microsoft.com/office/drawing/2014/main" id="{034B90D6-7CD9-4FDC-9A3B-F3B5FB99ECB2}"/>
              </a:ext>
            </a:extLst>
          </p:cNvPr>
          <p:cNvSpPr>
            <a:spLocks noGrp="1"/>
          </p:cNvSpPr>
          <p:nvPr>
            <p:ph type="body" sz="quarter" idx="13" hasCustomPrompt="1"/>
          </p:nvPr>
        </p:nvSpPr>
        <p:spPr>
          <a:xfrm>
            <a:off x="799783" y="3849780"/>
            <a:ext cx="1656184" cy="576957"/>
          </a:xfrm>
          <a:prstGeom prst="rect">
            <a:avLst/>
          </a:prstGeom>
        </p:spPr>
        <p:txBody>
          <a:bodyPr>
            <a:noAutofit/>
          </a:bodyPr>
          <a:lstStyle>
            <a:lvl1pPr marL="0" marR="0" indent="0" algn="l" defTabSz="914400" rtl="0" eaLnBrk="1" fontAlgn="auto" latinLnBrk="1" hangingPunct="1">
              <a:lnSpc>
                <a:spcPct val="100000"/>
              </a:lnSpc>
              <a:spcBef>
                <a:spcPct val="20000"/>
              </a:spcBef>
              <a:spcAft>
                <a:spcPts val="0"/>
              </a:spcAft>
              <a:buClrTx/>
              <a:buSzTx/>
              <a:buFont typeface="현대체 Medium" panose="02020503020101020101" pitchFamily="18" charset="-127"/>
              <a:buNone/>
              <a:tabLst/>
              <a:defRPr sz="1300">
                <a:solidFill>
                  <a:srgbClr val="48535A"/>
                </a:solidFill>
              </a:defRPr>
            </a:lvl1pPr>
          </a:lstStyle>
          <a:p>
            <a:pPr marL="0" marR="0" lvl="0" indent="0" algn="l" defTabSz="914400" rtl="0" eaLnBrk="1" fontAlgn="auto" latinLnBrk="1" hangingPunct="1">
              <a:lnSpc>
                <a:spcPct val="100000"/>
              </a:lnSpc>
              <a:spcBef>
                <a:spcPct val="20000"/>
              </a:spcBef>
              <a:spcAft>
                <a:spcPts val="0"/>
              </a:spcAft>
              <a:buClrTx/>
              <a:buSzTx/>
              <a:buFont typeface="현대체 Medium" panose="02020503020101020101" pitchFamily="18" charset="-127"/>
              <a:buNone/>
              <a:tabLst/>
              <a:defRPr/>
            </a:pPr>
            <a:r>
              <a:rPr lang="ko-KR" altLang="en-US"/>
              <a:t>발표자</a:t>
            </a:r>
            <a:endParaRPr lang="en-US" altLang="ko-KR"/>
          </a:p>
          <a:p>
            <a:pPr marL="0" marR="0" lvl="0" indent="0" algn="l" defTabSz="914400" rtl="0" eaLnBrk="1" fontAlgn="auto" latinLnBrk="1" hangingPunct="1">
              <a:lnSpc>
                <a:spcPct val="100000"/>
              </a:lnSpc>
              <a:spcBef>
                <a:spcPct val="20000"/>
              </a:spcBef>
              <a:spcAft>
                <a:spcPts val="0"/>
              </a:spcAft>
              <a:buClrTx/>
              <a:buSzTx/>
              <a:buFont typeface="현대체 Medium" panose="02020503020101020101" pitchFamily="18" charset="-127"/>
              <a:buNone/>
              <a:tabLst/>
              <a:defRPr/>
            </a:pPr>
            <a:r>
              <a:rPr lang="ko-KR" altLang="en-US"/>
              <a:t>날짜</a:t>
            </a:r>
          </a:p>
        </p:txBody>
      </p:sp>
    </p:spTree>
    <p:extLst>
      <p:ext uri="{BB962C8B-B14F-4D97-AF65-F5344CB8AC3E}">
        <p14:creationId xmlns:p14="http://schemas.microsoft.com/office/powerpoint/2010/main" val="4040594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간지">
    <p:spTree>
      <p:nvGrpSpPr>
        <p:cNvPr id="1" name=""/>
        <p:cNvGrpSpPr/>
        <p:nvPr/>
      </p:nvGrpSpPr>
      <p:grpSpPr>
        <a:xfrm>
          <a:off x="0" y="0"/>
          <a:ext cx="0" cy="0"/>
          <a:chOff x="0" y="0"/>
          <a:chExt cx="0" cy="0"/>
        </a:xfrm>
      </p:grpSpPr>
      <p:sp>
        <p:nvSpPr>
          <p:cNvPr id="2" name="제목 1"/>
          <p:cNvSpPr>
            <a:spLocks noGrp="1"/>
          </p:cNvSpPr>
          <p:nvPr>
            <p:ph type="ctrTitle" hasCustomPrompt="1"/>
          </p:nvPr>
        </p:nvSpPr>
        <p:spPr>
          <a:xfrm>
            <a:off x="742950" y="2463031"/>
            <a:ext cx="8420100" cy="1470025"/>
          </a:xfrm>
          <a:prstGeom prst="rect">
            <a:avLst/>
          </a:prstGeom>
        </p:spPr>
        <p:txBody>
          <a:bodyPr>
            <a:normAutofit/>
          </a:bodyPr>
          <a:lstStyle>
            <a:lvl1pPr>
              <a:defRPr sz="4000">
                <a:solidFill>
                  <a:srgbClr val="48535A"/>
                </a:solidFill>
                <a:latin typeface="현대체Medium" panose="02020603020101020101" pitchFamily="18" charset="-127"/>
                <a:ea typeface="현대체Medium" panose="02020603020101020101" pitchFamily="18" charset="-127"/>
                <a:cs typeface="현대체Medium" panose="02020603020101020101" pitchFamily="18" charset="-127"/>
              </a:defRPr>
            </a:lvl1pPr>
          </a:lstStyle>
          <a:p>
            <a:r>
              <a:rPr lang="ko-KR" altLang="en-US"/>
              <a:t>간지 제목</a:t>
            </a:r>
          </a:p>
        </p:txBody>
      </p:sp>
      <p:sp>
        <p:nvSpPr>
          <p:cNvPr id="5" name="직사각형 4"/>
          <p:cNvSpPr/>
          <p:nvPr userDrawn="1"/>
        </p:nvSpPr>
        <p:spPr>
          <a:xfrm>
            <a:off x="1" y="3743321"/>
            <a:ext cx="9906000" cy="45719"/>
          </a:xfrm>
          <a:prstGeom prst="rect">
            <a:avLst/>
          </a:prstGeom>
          <a:solidFill>
            <a:srgbClr val="EC61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현대체Medium" panose="02020603020101020101" pitchFamily="18" charset="-127"/>
              <a:ea typeface="현대체Medium" panose="02020603020101020101" pitchFamily="18" charset="-127"/>
            </a:endParaRPr>
          </a:p>
        </p:txBody>
      </p:sp>
    </p:spTree>
    <p:extLst>
      <p:ext uri="{BB962C8B-B14F-4D97-AF65-F5344CB8AC3E}">
        <p14:creationId xmlns:p14="http://schemas.microsoft.com/office/powerpoint/2010/main" val="683215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내지">
    <p:spTree>
      <p:nvGrpSpPr>
        <p:cNvPr id="1" name=""/>
        <p:cNvGrpSpPr/>
        <p:nvPr/>
      </p:nvGrpSpPr>
      <p:grpSpPr>
        <a:xfrm>
          <a:off x="0" y="0"/>
          <a:ext cx="0" cy="0"/>
          <a:chOff x="0" y="0"/>
          <a:chExt cx="0" cy="0"/>
        </a:xfrm>
      </p:grpSpPr>
      <p:sp>
        <p:nvSpPr>
          <p:cNvPr id="11" name="내용 개체 틀 2">
            <a:extLst>
              <a:ext uri="{FF2B5EF4-FFF2-40B4-BE49-F238E27FC236}">
                <a16:creationId xmlns:a16="http://schemas.microsoft.com/office/drawing/2014/main" id="{9AB40EFF-E2AC-4956-BB66-B344D02D45A8}"/>
              </a:ext>
            </a:extLst>
          </p:cNvPr>
          <p:cNvSpPr>
            <a:spLocks noGrp="1"/>
          </p:cNvSpPr>
          <p:nvPr>
            <p:ph idx="13" hasCustomPrompt="1"/>
          </p:nvPr>
        </p:nvSpPr>
        <p:spPr>
          <a:xfrm>
            <a:off x="436088" y="1096289"/>
            <a:ext cx="8974611" cy="5120237"/>
          </a:xfrm>
          <a:prstGeom prst="rect">
            <a:avLst/>
          </a:prstGeom>
        </p:spPr>
        <p:txBody>
          <a:bodyPr>
            <a:normAutofit/>
          </a:bodyPr>
          <a:lstStyle>
            <a:lvl1pPr marL="180975" indent="-180975">
              <a:buFont typeface="Arial" panose="020B0604020202020204" pitchFamily="34" charset="0"/>
              <a:buChar char="•"/>
              <a:defRPr sz="1400">
                <a:solidFill>
                  <a:schemeClr val="tx1"/>
                </a:solidFill>
                <a:latin typeface="현대체 Light" panose="02020603020101020101" pitchFamily="18" charset="-127"/>
                <a:ea typeface="현대체 Light" panose="02020603020101020101" pitchFamily="18" charset="-127"/>
              </a:defRPr>
            </a:lvl1pPr>
            <a:lvl2pPr marL="457200" indent="0">
              <a:buNone/>
              <a:defRPr sz="1500">
                <a:solidFill>
                  <a:schemeClr val="tx1"/>
                </a:solidFill>
              </a:defRPr>
            </a:lvl2pPr>
            <a:lvl3pPr marL="361950" indent="-163513">
              <a:defRPr sz="1400">
                <a:solidFill>
                  <a:schemeClr val="tx1"/>
                </a:solidFill>
                <a:latin typeface="현대체 Light" panose="02020603020101020101" pitchFamily="18" charset="-127"/>
                <a:ea typeface="현대체 Light" panose="02020603020101020101" pitchFamily="18" charset="-127"/>
              </a:defRPr>
            </a:lvl3pPr>
            <a:lvl4pPr marL="534988" indent="-130175">
              <a:buFont typeface="현대체 Light" panose="02020603020101020101" pitchFamily="18" charset="-127"/>
              <a:buChar char="·"/>
              <a:defRPr sz="1400">
                <a:latin typeface="현대체 Light" panose="02020603020101020101" pitchFamily="18" charset="-127"/>
                <a:ea typeface="현대체 Light" panose="02020603020101020101" pitchFamily="18" charset="-127"/>
              </a:defRPr>
            </a:lvl4pPr>
            <a:lvl5pPr marL="715963" indent="-120650">
              <a:buFont typeface="Arial" panose="020B0604020202020204" pitchFamily="34" charset="0"/>
              <a:buChar char="›"/>
              <a:defRPr sz="1400">
                <a:latin typeface="현대체 Light" panose="02020603020101020101" pitchFamily="18" charset="-127"/>
                <a:ea typeface="현대체 Light" panose="02020603020101020101" pitchFamily="18" charset="-127"/>
              </a:defRPr>
            </a:lvl5pPr>
          </a:lstStyle>
          <a:p>
            <a:pPr lvl="0"/>
            <a:r>
              <a:rPr lang="ko-KR" altLang="en-US"/>
              <a:t>마스터 텍스트 스타일을 편집합니다</a:t>
            </a:r>
          </a:p>
          <a:p>
            <a:pPr lvl="2"/>
            <a:r>
              <a:rPr lang="ko-KR" altLang="en-US"/>
              <a:t>둘째 수준</a:t>
            </a:r>
          </a:p>
          <a:p>
            <a:pPr lvl="3"/>
            <a:r>
              <a:rPr lang="ko-KR" altLang="en-US"/>
              <a:t>셋째 수준</a:t>
            </a:r>
          </a:p>
          <a:p>
            <a:pPr lvl="4"/>
            <a:r>
              <a:rPr lang="ko-KR" altLang="en-US"/>
              <a:t>넷째 수준</a:t>
            </a:r>
          </a:p>
        </p:txBody>
      </p:sp>
      <p:sp>
        <p:nvSpPr>
          <p:cNvPr id="6" name="슬라이드 번호 개체 틀 5"/>
          <p:cNvSpPr>
            <a:spLocks noGrp="1"/>
          </p:cNvSpPr>
          <p:nvPr>
            <p:ph type="sldNum" sz="quarter" idx="12"/>
          </p:nvPr>
        </p:nvSpPr>
        <p:spPr/>
        <p:txBody>
          <a:bodyPr/>
          <a:lstStyle>
            <a:lvl1pPr>
              <a:defRPr>
                <a:solidFill>
                  <a:srgbClr val="9CA3A7"/>
                </a:solidFill>
              </a:defRPr>
            </a:lvl1pPr>
          </a:lstStyle>
          <a:p>
            <a:fld id="{0061C8C0-D17A-4AB6-8BA3-823AA3DB1276}" type="slidenum">
              <a:rPr lang="ko-KR" altLang="en-US" smtClean="0"/>
              <a:pPr/>
              <a:t>‹#›</a:t>
            </a:fld>
            <a:endParaRPr lang="ko-KR" altLang="en-US"/>
          </a:p>
        </p:txBody>
      </p:sp>
      <p:sp>
        <p:nvSpPr>
          <p:cNvPr id="12" name="직사각형 11"/>
          <p:cNvSpPr/>
          <p:nvPr userDrawn="1"/>
        </p:nvSpPr>
        <p:spPr>
          <a:xfrm>
            <a:off x="-8374" y="849016"/>
            <a:ext cx="9914374" cy="25200"/>
          </a:xfrm>
          <a:prstGeom prst="rect">
            <a:avLst/>
          </a:prstGeom>
          <a:solidFill>
            <a:srgbClr val="EC61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현대체Medium" panose="02020603020101020101" pitchFamily="18" charset="-127"/>
              <a:ea typeface="현대체Medium" panose="02020603020101020101" pitchFamily="18" charset="-127"/>
            </a:endParaRPr>
          </a:p>
        </p:txBody>
      </p:sp>
      <p:sp>
        <p:nvSpPr>
          <p:cNvPr id="7" name="제목 개체 틀 1">
            <a:extLst>
              <a:ext uri="{FF2B5EF4-FFF2-40B4-BE49-F238E27FC236}">
                <a16:creationId xmlns:a16="http://schemas.microsoft.com/office/drawing/2014/main" id="{0582F873-FF0C-42B7-B496-E9C0EF9E3F23}"/>
              </a:ext>
            </a:extLst>
          </p:cNvPr>
          <p:cNvSpPr>
            <a:spLocks noGrp="1"/>
          </p:cNvSpPr>
          <p:nvPr>
            <p:ph type="title"/>
          </p:nvPr>
        </p:nvSpPr>
        <p:spPr>
          <a:xfrm>
            <a:off x="416496" y="395982"/>
            <a:ext cx="6941398" cy="297511"/>
          </a:xfrm>
          <a:prstGeom prst="rect">
            <a:avLst/>
          </a:prstGeom>
        </p:spPr>
        <p:txBody>
          <a:bodyPr vert="horz" lIns="91440" tIns="45720" rIns="91440" bIns="45720" rtlCol="0" anchor="ctr">
            <a:normAutofit/>
          </a:bodyPr>
          <a:lstStyle/>
          <a:p>
            <a:r>
              <a:rPr lang="ko-KR" altLang="en-US"/>
              <a:t>마스터 제목 스타일 편집</a:t>
            </a:r>
          </a:p>
        </p:txBody>
      </p:sp>
    </p:spTree>
    <p:extLst>
      <p:ext uri="{BB962C8B-B14F-4D97-AF65-F5344CB8AC3E}">
        <p14:creationId xmlns:p14="http://schemas.microsoft.com/office/powerpoint/2010/main" val="2719725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963930" y="652463"/>
            <a:ext cx="6941398" cy="297511"/>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948018" y="1196753"/>
            <a:ext cx="8417982" cy="4929412"/>
          </a:xfrm>
          <a:prstGeom prst="rect">
            <a:avLst/>
          </a:prstGeom>
        </p:spPr>
        <p:txBody>
          <a:bodyPr vert="horz" lIns="91440" tIns="45720" rIns="91440" bIns="45720" rtlCol="0">
            <a:normAutofit/>
          </a:bodyPr>
          <a:lstStyle/>
          <a:p>
            <a:pPr marL="180975" lvl="0" indent="-180975" algn="l" defTabSz="914400" rtl="0" eaLnBrk="1" latinLnBrk="1" hangingPunct="1">
              <a:spcBef>
                <a:spcPct val="20000"/>
              </a:spcBef>
              <a:buFont typeface="Arial" panose="020B0604020202020204" pitchFamily="34" charset="0"/>
              <a:buChar char="•"/>
            </a:pPr>
            <a:r>
              <a:rPr lang="ko-KR" altLang="en-US"/>
              <a:t>마스터 텍스트 스타일을 편집합니다</a:t>
            </a:r>
          </a:p>
          <a:p>
            <a:pPr marL="361950" lvl="2" indent="-163513" algn="l" defTabSz="914400" rtl="0" eaLnBrk="1" latinLnBrk="1" hangingPunct="1">
              <a:spcBef>
                <a:spcPct val="20000"/>
              </a:spcBef>
              <a:buFont typeface="현대체 Medium" panose="02020503020101020101" pitchFamily="18" charset="-127"/>
              <a:buChar char="-"/>
            </a:pPr>
            <a:r>
              <a:rPr lang="ko-KR" altLang="en-US"/>
              <a:t>둘째 수준</a:t>
            </a:r>
          </a:p>
          <a:p>
            <a:pPr marL="534988" lvl="3" indent="-130175" algn="l" defTabSz="914400" rtl="0" eaLnBrk="1" latinLnBrk="1" hangingPunct="1">
              <a:spcBef>
                <a:spcPct val="20000"/>
              </a:spcBef>
              <a:buFont typeface="현대체 Light" panose="02020603020101020101" pitchFamily="18" charset="-127"/>
              <a:buChar char="·"/>
            </a:pPr>
            <a:r>
              <a:rPr lang="ko-KR" altLang="en-US"/>
              <a:t>셋째 수준</a:t>
            </a:r>
          </a:p>
          <a:p>
            <a:pPr marL="715963" lvl="4" indent="-120650" algn="l" defTabSz="914400" rtl="0" eaLnBrk="1" latinLnBrk="1" hangingPunct="1">
              <a:spcBef>
                <a:spcPct val="20000"/>
              </a:spcBef>
              <a:buFont typeface="Arial" panose="020B0604020202020204" pitchFamily="34" charset="0"/>
              <a:buChar char="›"/>
            </a:pPr>
            <a:r>
              <a:rPr lang="ko-KR" altLang="en-US"/>
              <a:t>넷째 수준</a:t>
            </a:r>
          </a:p>
        </p:txBody>
      </p:sp>
      <p:sp>
        <p:nvSpPr>
          <p:cNvPr id="5" name="바닥글 개체 틀 4"/>
          <p:cNvSpPr>
            <a:spLocks noGrp="1"/>
          </p:cNvSpPr>
          <p:nvPr>
            <p:ph type="ftr" sz="quarter" idx="3"/>
          </p:nvPr>
        </p:nvSpPr>
        <p:spPr>
          <a:xfrm>
            <a:off x="973014" y="6445213"/>
            <a:ext cx="3228453" cy="412787"/>
          </a:xfrm>
          <a:prstGeom prst="rect">
            <a:avLst/>
          </a:prstGeom>
        </p:spPr>
        <p:txBody>
          <a:bodyPr vert="horz" lIns="91440" tIns="45720" rIns="91440" bIns="45720" rtlCol="0" anchor="ctr"/>
          <a:lstStyle>
            <a:lvl1pPr algn="l">
              <a:defRPr sz="800">
                <a:solidFill>
                  <a:srgbClr val="9CA3A7"/>
                </a:solidFill>
                <a:latin typeface="현대체Light" panose="02020603020101020101" pitchFamily="18" charset="-127"/>
                <a:ea typeface="현대체Light" panose="02020603020101020101" pitchFamily="18" charset="-127"/>
                <a:cs typeface="현대체 Light" panose="02020503020101020101" pitchFamily="18" charset="-127"/>
              </a:defRPr>
            </a:lvl1pPr>
          </a:lstStyle>
          <a:p>
            <a:endParaRPr lang="ko-KR" altLang="en-US"/>
          </a:p>
        </p:txBody>
      </p:sp>
      <p:sp>
        <p:nvSpPr>
          <p:cNvPr id="6" name="슬라이드 번호 개체 틀 5"/>
          <p:cNvSpPr>
            <a:spLocks noGrp="1"/>
          </p:cNvSpPr>
          <p:nvPr>
            <p:ph type="sldNum" sz="quarter" idx="4"/>
          </p:nvPr>
        </p:nvSpPr>
        <p:spPr>
          <a:xfrm>
            <a:off x="7099300" y="6438600"/>
            <a:ext cx="2750244" cy="419400"/>
          </a:xfrm>
          <a:prstGeom prst="rect">
            <a:avLst/>
          </a:prstGeom>
        </p:spPr>
        <p:txBody>
          <a:bodyPr vert="horz" lIns="91440" tIns="45720" rIns="91440" bIns="45720" rtlCol="0" anchor="ctr"/>
          <a:lstStyle>
            <a:lvl1pPr algn="r">
              <a:defRPr sz="800">
                <a:solidFill>
                  <a:srgbClr val="9CA3A7"/>
                </a:solidFill>
                <a:latin typeface="현대체Light" panose="02020603020101020101" pitchFamily="18" charset="-127"/>
                <a:ea typeface="현대체Light" panose="02020603020101020101" pitchFamily="18" charset="-127"/>
                <a:cs typeface="현대체 Light" panose="02020503020101020101" pitchFamily="18" charset="-127"/>
              </a:defRPr>
            </a:lvl1pPr>
          </a:lstStyle>
          <a:p>
            <a:fld id="{0061C8C0-D17A-4AB6-8BA3-823AA3DB1276}" type="slidenum">
              <a:rPr lang="ko-KR" altLang="en-US" smtClean="0"/>
              <a:pPr/>
              <a:t>‹#›</a:t>
            </a:fld>
            <a:endParaRPr lang="ko-KR" altLang="en-US"/>
          </a:p>
        </p:txBody>
      </p:sp>
    </p:spTree>
    <p:extLst>
      <p:ext uri="{BB962C8B-B14F-4D97-AF65-F5344CB8AC3E}">
        <p14:creationId xmlns:p14="http://schemas.microsoft.com/office/powerpoint/2010/main" val="4285965374"/>
      </p:ext>
    </p:extLst>
  </p:cSld>
  <p:clrMap bg1="lt1" tx1="dk1" bg2="lt2" tx2="dk2" accent1="accent1" accent2="accent2" accent3="accent3" accent4="accent4" accent5="accent5" accent6="accent6" hlink="hlink" folHlink="folHlink"/>
  <p:sldLayoutIdLst>
    <p:sldLayoutId id="2147483857" r:id="rId1"/>
    <p:sldLayoutId id="2147483761" r:id="rId2"/>
    <p:sldLayoutId id="2147483862" r:id="rId3"/>
  </p:sldLayoutIdLst>
  <p:hf hdr="0" ftr="0" dt="0"/>
  <p:txStyles>
    <p:titleStyle>
      <a:lvl1pPr algn="l" defTabSz="914400" rtl="0" eaLnBrk="1" latinLnBrk="1" hangingPunct="1">
        <a:spcBef>
          <a:spcPct val="0"/>
        </a:spcBef>
        <a:buNone/>
        <a:defRPr sz="2500" kern="1200">
          <a:solidFill>
            <a:schemeClr val="tx1"/>
          </a:solidFill>
          <a:latin typeface="현대체Bold" panose="02020603020101020101" pitchFamily="18" charset="-127"/>
          <a:ea typeface="현대체Bold" panose="02020603020101020101" pitchFamily="18" charset="-127"/>
          <a:cs typeface="현대체 Bold" panose="02020503020101020101" pitchFamily="18" charset="-127"/>
        </a:defRPr>
      </a:lvl1pPr>
    </p:titleStyle>
    <p:bodyStyle>
      <a:lvl1pPr marL="285750" indent="-285750" algn="l" defTabSz="914400" rtl="0" eaLnBrk="1" latinLnBrk="1" hangingPunct="1">
        <a:spcBef>
          <a:spcPct val="20000"/>
        </a:spcBef>
        <a:buFont typeface="Arial" panose="020B0604020202020204" pitchFamily="34" charset="0"/>
        <a:buNone/>
        <a:defRPr lang="ko-KR" altLang="en-US" sz="1400" kern="1200" dirty="0" smtClean="0">
          <a:solidFill>
            <a:schemeClr val="tx1"/>
          </a:solidFill>
          <a:latin typeface="현대체 Light" panose="02020603020101020101" pitchFamily="18" charset="-127"/>
          <a:ea typeface="현대체 Light" panose="02020603020101020101" pitchFamily="18" charset="-127"/>
          <a:cs typeface="현대체 Medium" panose="02020503020101020101" pitchFamily="18" charset="-127"/>
        </a:defRPr>
      </a:lvl1pPr>
      <a:lvl2pPr marL="630238" indent="-173038" algn="l" defTabSz="914400" rtl="0" eaLnBrk="1" latinLnBrk="1" hangingPunct="1">
        <a:spcBef>
          <a:spcPct val="20000"/>
        </a:spcBef>
        <a:buFont typeface="Arial" panose="020B0604020202020204" pitchFamily="34" charset="0"/>
        <a:buChar char="•"/>
        <a:defRPr sz="1500" kern="1200">
          <a:solidFill>
            <a:srgbClr val="48535A"/>
          </a:solidFill>
          <a:latin typeface="현대체Medium" panose="02020603020101020101" pitchFamily="18" charset="-127"/>
          <a:ea typeface="현대체Medium" panose="02020603020101020101" pitchFamily="18" charset="-127"/>
          <a:cs typeface="현대체 Medium" panose="02020503020101020101" pitchFamily="18" charset="-127"/>
        </a:defRPr>
      </a:lvl2pPr>
      <a:lvl3pPr marL="484187" indent="-285750" algn="l" defTabSz="914400" rtl="0" eaLnBrk="1" latinLnBrk="1" hangingPunct="1">
        <a:spcBef>
          <a:spcPct val="20000"/>
        </a:spcBef>
        <a:buFont typeface="현대체 Medium" panose="02020503020101020101" pitchFamily="18" charset="-127"/>
        <a:buChar char="-"/>
        <a:defRPr lang="ko-KR" altLang="en-US" sz="1400" kern="1200" dirty="0" smtClean="0">
          <a:solidFill>
            <a:schemeClr val="tx1"/>
          </a:solidFill>
          <a:latin typeface="현대체 Light" panose="02020603020101020101" pitchFamily="18" charset="-127"/>
          <a:ea typeface="현대체 Light" panose="02020603020101020101" pitchFamily="18" charset="-127"/>
          <a:cs typeface="현대체 Medium" panose="02020503020101020101" pitchFamily="18" charset="-127"/>
        </a:defRPr>
      </a:lvl3pPr>
      <a:lvl4pPr marL="747713" indent="-342900" algn="l" defTabSz="914400" rtl="0" eaLnBrk="1" latinLnBrk="1" hangingPunct="1">
        <a:spcBef>
          <a:spcPct val="20000"/>
        </a:spcBef>
        <a:buFont typeface="Arial" panose="020B0604020202020204" pitchFamily="34" charset="0"/>
        <a:buChar char="–"/>
        <a:defRPr lang="ko-KR" altLang="en-US" sz="1400" kern="1200" dirty="0" smtClean="0">
          <a:solidFill>
            <a:schemeClr val="tx2"/>
          </a:solidFill>
          <a:latin typeface="현대체 Light" panose="02020603020101020101" pitchFamily="18" charset="-127"/>
          <a:ea typeface="현대체 Light" panose="02020603020101020101" pitchFamily="18" charset="-127"/>
          <a:cs typeface="현대체 Medium" panose="02020503020101020101" pitchFamily="18" charset="-127"/>
        </a:defRPr>
      </a:lvl4pPr>
      <a:lvl5pPr marL="938213" indent="-342900" algn="l" defTabSz="914400" rtl="0" eaLnBrk="1" latinLnBrk="1" hangingPunct="1">
        <a:spcBef>
          <a:spcPct val="20000"/>
        </a:spcBef>
        <a:buFont typeface="Arial" panose="020B0604020202020204" pitchFamily="34" charset="0"/>
        <a:buChar char="»"/>
        <a:defRPr lang="ko-KR" altLang="en-US" sz="1400" kern="1200" dirty="0">
          <a:solidFill>
            <a:schemeClr val="tx2"/>
          </a:solidFill>
          <a:latin typeface="현대체 Light" panose="02020603020101020101" pitchFamily="18" charset="-127"/>
          <a:ea typeface="현대체 Light" panose="02020603020101020101" pitchFamily="18" charset="-127"/>
          <a:cs typeface="현대체 Medium" panose="02020503020101020101" pitchFamily="18" charset="-127"/>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slideLayout" Target="../slideLayouts/slideLayout3.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s>
</file>

<file path=ppt/slides/_rels/slide4.xml.rels><?xml version="1.0" encoding="UTF-8" standalone="yes"?>
<Relationships xmlns="http://schemas.openxmlformats.org/package/2006/relationships"><Relationship Id="rId13" Type="http://schemas.openxmlformats.org/officeDocument/2006/relationships/tags" Target="../tags/tag29.xml"/><Relationship Id="rId18" Type="http://schemas.openxmlformats.org/officeDocument/2006/relationships/tags" Target="../tags/tag34.xml"/><Relationship Id="rId26" Type="http://schemas.openxmlformats.org/officeDocument/2006/relationships/tags" Target="../tags/tag42.xml"/><Relationship Id="rId39" Type="http://schemas.openxmlformats.org/officeDocument/2006/relationships/notesSlide" Target="../notesSlides/notesSlide1.xml"/><Relationship Id="rId21" Type="http://schemas.openxmlformats.org/officeDocument/2006/relationships/tags" Target="../tags/tag37.xml"/><Relationship Id="rId34" Type="http://schemas.openxmlformats.org/officeDocument/2006/relationships/tags" Target="../tags/tag50.xml"/><Relationship Id="rId7" Type="http://schemas.openxmlformats.org/officeDocument/2006/relationships/tags" Target="../tags/tag23.xml"/><Relationship Id="rId12" Type="http://schemas.openxmlformats.org/officeDocument/2006/relationships/tags" Target="../tags/tag28.xml"/><Relationship Id="rId17" Type="http://schemas.openxmlformats.org/officeDocument/2006/relationships/tags" Target="../tags/tag33.xml"/><Relationship Id="rId25" Type="http://schemas.openxmlformats.org/officeDocument/2006/relationships/tags" Target="../tags/tag41.xml"/><Relationship Id="rId33" Type="http://schemas.openxmlformats.org/officeDocument/2006/relationships/tags" Target="../tags/tag49.xml"/><Relationship Id="rId38" Type="http://schemas.openxmlformats.org/officeDocument/2006/relationships/slideLayout" Target="../slideLayouts/slideLayout3.xml"/><Relationship Id="rId2" Type="http://schemas.openxmlformats.org/officeDocument/2006/relationships/tags" Target="../tags/tag18.xml"/><Relationship Id="rId16" Type="http://schemas.openxmlformats.org/officeDocument/2006/relationships/tags" Target="../tags/tag32.xml"/><Relationship Id="rId20" Type="http://schemas.openxmlformats.org/officeDocument/2006/relationships/tags" Target="../tags/tag36.xml"/><Relationship Id="rId29" Type="http://schemas.openxmlformats.org/officeDocument/2006/relationships/tags" Target="../tags/tag45.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tags" Target="../tags/tag27.xml"/><Relationship Id="rId24" Type="http://schemas.openxmlformats.org/officeDocument/2006/relationships/tags" Target="../tags/tag40.xml"/><Relationship Id="rId32" Type="http://schemas.openxmlformats.org/officeDocument/2006/relationships/tags" Target="../tags/tag48.xml"/><Relationship Id="rId37" Type="http://schemas.openxmlformats.org/officeDocument/2006/relationships/tags" Target="../tags/tag53.xml"/><Relationship Id="rId5" Type="http://schemas.openxmlformats.org/officeDocument/2006/relationships/tags" Target="../tags/tag21.xml"/><Relationship Id="rId15" Type="http://schemas.openxmlformats.org/officeDocument/2006/relationships/tags" Target="../tags/tag31.xml"/><Relationship Id="rId23" Type="http://schemas.openxmlformats.org/officeDocument/2006/relationships/tags" Target="../tags/tag39.xml"/><Relationship Id="rId28" Type="http://schemas.openxmlformats.org/officeDocument/2006/relationships/tags" Target="../tags/tag44.xml"/><Relationship Id="rId36" Type="http://schemas.openxmlformats.org/officeDocument/2006/relationships/tags" Target="../tags/tag52.xml"/><Relationship Id="rId10" Type="http://schemas.openxmlformats.org/officeDocument/2006/relationships/tags" Target="../tags/tag26.xml"/><Relationship Id="rId19" Type="http://schemas.openxmlformats.org/officeDocument/2006/relationships/tags" Target="../tags/tag35.xml"/><Relationship Id="rId31" Type="http://schemas.openxmlformats.org/officeDocument/2006/relationships/tags" Target="../tags/tag47.xml"/><Relationship Id="rId4" Type="http://schemas.openxmlformats.org/officeDocument/2006/relationships/tags" Target="../tags/tag20.xml"/><Relationship Id="rId9" Type="http://schemas.openxmlformats.org/officeDocument/2006/relationships/tags" Target="../tags/tag25.xml"/><Relationship Id="rId14" Type="http://schemas.openxmlformats.org/officeDocument/2006/relationships/tags" Target="../tags/tag30.xml"/><Relationship Id="rId22" Type="http://schemas.openxmlformats.org/officeDocument/2006/relationships/tags" Target="../tags/tag38.xml"/><Relationship Id="rId27" Type="http://schemas.openxmlformats.org/officeDocument/2006/relationships/tags" Target="../tags/tag43.xml"/><Relationship Id="rId30" Type="http://schemas.openxmlformats.org/officeDocument/2006/relationships/tags" Target="../tags/tag46.xml"/><Relationship Id="rId35" Type="http://schemas.openxmlformats.org/officeDocument/2006/relationships/tags" Target="../tags/tag51.xml"/><Relationship Id="rId8" Type="http://schemas.openxmlformats.org/officeDocument/2006/relationships/tags" Target="../tags/tag24.xml"/><Relationship Id="rId3" Type="http://schemas.openxmlformats.org/officeDocument/2006/relationships/tags" Target="../tags/tag19.xml"/></Relationships>
</file>

<file path=ppt/slides/_rels/slide5.xml.rels><?xml version="1.0" encoding="UTF-8" standalone="yes"?>
<Relationships xmlns="http://schemas.openxmlformats.org/package/2006/relationships"><Relationship Id="rId26" Type="http://schemas.openxmlformats.org/officeDocument/2006/relationships/tags" Target="../tags/tag78.xml"/><Relationship Id="rId21" Type="http://schemas.openxmlformats.org/officeDocument/2006/relationships/tags" Target="../tags/tag73.xml"/><Relationship Id="rId34" Type="http://schemas.openxmlformats.org/officeDocument/2006/relationships/tags" Target="../tags/tag86.xml"/><Relationship Id="rId42" Type="http://schemas.openxmlformats.org/officeDocument/2006/relationships/tags" Target="../tags/tag94.xml"/><Relationship Id="rId47" Type="http://schemas.openxmlformats.org/officeDocument/2006/relationships/tags" Target="../tags/tag99.xml"/><Relationship Id="rId50" Type="http://schemas.openxmlformats.org/officeDocument/2006/relationships/tags" Target="../tags/tag102.xml"/><Relationship Id="rId55" Type="http://schemas.openxmlformats.org/officeDocument/2006/relationships/tags" Target="../tags/tag107.xml"/><Relationship Id="rId63" Type="http://schemas.openxmlformats.org/officeDocument/2006/relationships/tags" Target="../tags/tag115.xml"/><Relationship Id="rId7" Type="http://schemas.openxmlformats.org/officeDocument/2006/relationships/tags" Target="../tags/tag59.xml"/><Relationship Id="rId2" Type="http://schemas.openxmlformats.org/officeDocument/2006/relationships/tags" Target="../tags/tag54.xml"/><Relationship Id="rId16" Type="http://schemas.openxmlformats.org/officeDocument/2006/relationships/tags" Target="../tags/tag68.xml"/><Relationship Id="rId29" Type="http://schemas.openxmlformats.org/officeDocument/2006/relationships/tags" Target="../tags/tag81.xml"/><Relationship Id="rId11" Type="http://schemas.openxmlformats.org/officeDocument/2006/relationships/tags" Target="../tags/tag63.xml"/><Relationship Id="rId24" Type="http://schemas.openxmlformats.org/officeDocument/2006/relationships/tags" Target="../tags/tag76.xml"/><Relationship Id="rId32" Type="http://schemas.openxmlformats.org/officeDocument/2006/relationships/tags" Target="../tags/tag84.xml"/><Relationship Id="rId37" Type="http://schemas.openxmlformats.org/officeDocument/2006/relationships/tags" Target="../tags/tag89.xml"/><Relationship Id="rId40" Type="http://schemas.openxmlformats.org/officeDocument/2006/relationships/tags" Target="../tags/tag92.xml"/><Relationship Id="rId45" Type="http://schemas.openxmlformats.org/officeDocument/2006/relationships/tags" Target="../tags/tag97.xml"/><Relationship Id="rId53" Type="http://schemas.openxmlformats.org/officeDocument/2006/relationships/tags" Target="../tags/tag105.xml"/><Relationship Id="rId58" Type="http://schemas.openxmlformats.org/officeDocument/2006/relationships/tags" Target="../tags/tag110.xml"/><Relationship Id="rId5" Type="http://schemas.openxmlformats.org/officeDocument/2006/relationships/tags" Target="../tags/tag57.xml"/><Relationship Id="rId61" Type="http://schemas.openxmlformats.org/officeDocument/2006/relationships/tags" Target="../tags/tag113.xml"/><Relationship Id="rId19" Type="http://schemas.openxmlformats.org/officeDocument/2006/relationships/tags" Target="../tags/tag71.xml"/><Relationship Id="rId14" Type="http://schemas.openxmlformats.org/officeDocument/2006/relationships/tags" Target="../tags/tag66.xml"/><Relationship Id="rId22" Type="http://schemas.openxmlformats.org/officeDocument/2006/relationships/tags" Target="../tags/tag74.xml"/><Relationship Id="rId27" Type="http://schemas.openxmlformats.org/officeDocument/2006/relationships/tags" Target="../tags/tag79.xml"/><Relationship Id="rId30" Type="http://schemas.openxmlformats.org/officeDocument/2006/relationships/tags" Target="../tags/tag82.xml"/><Relationship Id="rId35" Type="http://schemas.openxmlformats.org/officeDocument/2006/relationships/tags" Target="../tags/tag87.xml"/><Relationship Id="rId43" Type="http://schemas.openxmlformats.org/officeDocument/2006/relationships/tags" Target="../tags/tag95.xml"/><Relationship Id="rId48" Type="http://schemas.openxmlformats.org/officeDocument/2006/relationships/tags" Target="../tags/tag100.xml"/><Relationship Id="rId56" Type="http://schemas.openxmlformats.org/officeDocument/2006/relationships/tags" Target="../tags/tag108.xml"/><Relationship Id="rId64" Type="http://schemas.openxmlformats.org/officeDocument/2006/relationships/tags" Target="../tags/tag116.xml"/><Relationship Id="rId8" Type="http://schemas.openxmlformats.org/officeDocument/2006/relationships/tags" Target="../tags/tag60.xml"/><Relationship Id="rId51" Type="http://schemas.openxmlformats.org/officeDocument/2006/relationships/tags" Target="../tags/tag103.xml"/><Relationship Id="rId3" Type="http://schemas.openxmlformats.org/officeDocument/2006/relationships/tags" Target="../tags/tag55.xml"/><Relationship Id="rId12" Type="http://schemas.openxmlformats.org/officeDocument/2006/relationships/tags" Target="../tags/tag64.xml"/><Relationship Id="rId17" Type="http://schemas.openxmlformats.org/officeDocument/2006/relationships/tags" Target="../tags/tag69.xml"/><Relationship Id="rId25" Type="http://schemas.openxmlformats.org/officeDocument/2006/relationships/tags" Target="../tags/tag77.xml"/><Relationship Id="rId33" Type="http://schemas.openxmlformats.org/officeDocument/2006/relationships/tags" Target="../tags/tag85.xml"/><Relationship Id="rId38" Type="http://schemas.openxmlformats.org/officeDocument/2006/relationships/tags" Target="../tags/tag90.xml"/><Relationship Id="rId46" Type="http://schemas.openxmlformats.org/officeDocument/2006/relationships/tags" Target="../tags/tag98.xml"/><Relationship Id="rId59" Type="http://schemas.openxmlformats.org/officeDocument/2006/relationships/tags" Target="../tags/tag111.xml"/><Relationship Id="rId20" Type="http://schemas.openxmlformats.org/officeDocument/2006/relationships/tags" Target="../tags/tag72.xml"/><Relationship Id="rId41" Type="http://schemas.openxmlformats.org/officeDocument/2006/relationships/tags" Target="../tags/tag93.xml"/><Relationship Id="rId54" Type="http://schemas.openxmlformats.org/officeDocument/2006/relationships/tags" Target="../tags/tag106.xml"/><Relationship Id="rId62" Type="http://schemas.openxmlformats.org/officeDocument/2006/relationships/tags" Target="../tags/tag114.xml"/><Relationship Id="rId1" Type="http://schemas.openxmlformats.org/officeDocument/2006/relationships/themeOverride" Target="../theme/themeOverride1.xml"/><Relationship Id="rId6" Type="http://schemas.openxmlformats.org/officeDocument/2006/relationships/tags" Target="../tags/tag58.xml"/><Relationship Id="rId15" Type="http://schemas.openxmlformats.org/officeDocument/2006/relationships/tags" Target="../tags/tag67.xml"/><Relationship Id="rId23" Type="http://schemas.openxmlformats.org/officeDocument/2006/relationships/tags" Target="../tags/tag75.xml"/><Relationship Id="rId28" Type="http://schemas.openxmlformats.org/officeDocument/2006/relationships/tags" Target="../tags/tag80.xml"/><Relationship Id="rId36" Type="http://schemas.openxmlformats.org/officeDocument/2006/relationships/tags" Target="../tags/tag88.xml"/><Relationship Id="rId49" Type="http://schemas.openxmlformats.org/officeDocument/2006/relationships/tags" Target="../tags/tag101.xml"/><Relationship Id="rId57" Type="http://schemas.openxmlformats.org/officeDocument/2006/relationships/tags" Target="../tags/tag109.xml"/><Relationship Id="rId10" Type="http://schemas.openxmlformats.org/officeDocument/2006/relationships/tags" Target="../tags/tag62.xml"/><Relationship Id="rId31" Type="http://schemas.openxmlformats.org/officeDocument/2006/relationships/tags" Target="../tags/tag83.xml"/><Relationship Id="rId44" Type="http://schemas.openxmlformats.org/officeDocument/2006/relationships/tags" Target="../tags/tag96.xml"/><Relationship Id="rId52" Type="http://schemas.openxmlformats.org/officeDocument/2006/relationships/tags" Target="../tags/tag104.xml"/><Relationship Id="rId60" Type="http://schemas.openxmlformats.org/officeDocument/2006/relationships/tags" Target="../tags/tag112.xml"/><Relationship Id="rId65" Type="http://schemas.openxmlformats.org/officeDocument/2006/relationships/slideLayout" Target="../slideLayouts/slideLayout3.xml"/><Relationship Id="rId4" Type="http://schemas.openxmlformats.org/officeDocument/2006/relationships/tags" Target="../tags/tag56.xml"/><Relationship Id="rId9" Type="http://schemas.openxmlformats.org/officeDocument/2006/relationships/tags" Target="../tags/tag61.xml"/><Relationship Id="rId13" Type="http://schemas.openxmlformats.org/officeDocument/2006/relationships/tags" Target="../tags/tag65.xml"/><Relationship Id="rId18" Type="http://schemas.openxmlformats.org/officeDocument/2006/relationships/tags" Target="../tags/tag70.xml"/><Relationship Id="rId39" Type="http://schemas.openxmlformats.org/officeDocument/2006/relationships/tags" Target="../tags/tag91.xml"/></Relationships>
</file>

<file path=ppt/slides/_rels/slide6.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tags" Target="../tags/tag129.xml"/><Relationship Id="rId18" Type="http://schemas.openxmlformats.org/officeDocument/2006/relationships/tags" Target="../tags/tag134.xml"/><Relationship Id="rId3" Type="http://schemas.openxmlformats.org/officeDocument/2006/relationships/tags" Target="../tags/tag119.xml"/><Relationship Id="rId21" Type="http://schemas.openxmlformats.org/officeDocument/2006/relationships/slideLayout" Target="../slideLayouts/slideLayout3.xml"/><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tags" Target="../tags/tag133.xml"/><Relationship Id="rId2" Type="http://schemas.openxmlformats.org/officeDocument/2006/relationships/tags" Target="../tags/tag118.xml"/><Relationship Id="rId16" Type="http://schemas.openxmlformats.org/officeDocument/2006/relationships/tags" Target="../tags/tag132.xml"/><Relationship Id="rId20" Type="http://schemas.openxmlformats.org/officeDocument/2006/relationships/tags" Target="../tags/tag136.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5" Type="http://schemas.openxmlformats.org/officeDocument/2006/relationships/tags" Target="../tags/tag121.xml"/><Relationship Id="rId15" Type="http://schemas.openxmlformats.org/officeDocument/2006/relationships/tags" Target="../tags/tag131.xml"/><Relationship Id="rId10" Type="http://schemas.openxmlformats.org/officeDocument/2006/relationships/tags" Target="../tags/tag126.xml"/><Relationship Id="rId19" Type="http://schemas.openxmlformats.org/officeDocument/2006/relationships/tags" Target="../tags/tag135.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tags" Target="../tags/tag130.xml"/></Relationships>
</file>

<file path=ppt/slides/_rels/slide7.xml.rels><?xml version="1.0" encoding="UTF-8" standalone="yes"?>
<Relationships xmlns="http://schemas.openxmlformats.org/package/2006/relationships"><Relationship Id="rId8" Type="http://schemas.openxmlformats.org/officeDocument/2006/relationships/tags" Target="../tags/tag144.xml"/><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notesSlide" Target="../notesSlides/notesSlide2.xml"/><Relationship Id="rId2" Type="http://schemas.openxmlformats.org/officeDocument/2006/relationships/tags" Target="../tags/tag138.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slideLayout" Target="../slideLayouts/slideLayout3.xml"/><Relationship Id="rId5" Type="http://schemas.openxmlformats.org/officeDocument/2006/relationships/tags" Target="../tags/tag14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s>
</file>

<file path=ppt/slides/_rels/slide8.xml.rels><?xml version="1.0" encoding="UTF-8" standalone="yes"?>
<Relationships xmlns="http://schemas.openxmlformats.org/package/2006/relationships"><Relationship Id="rId8" Type="http://schemas.openxmlformats.org/officeDocument/2006/relationships/tags" Target="../tags/tag154.xml"/><Relationship Id="rId3" Type="http://schemas.openxmlformats.org/officeDocument/2006/relationships/tags" Target="../tags/tag149.xml"/><Relationship Id="rId7" Type="http://schemas.openxmlformats.org/officeDocument/2006/relationships/tags" Target="../tags/tag153.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slideLayout" Target="../slideLayouts/slideLayout3.xml"/><Relationship Id="rId5" Type="http://schemas.openxmlformats.org/officeDocument/2006/relationships/tags" Target="../tags/tag151.xml"/><Relationship Id="rId10" Type="http://schemas.openxmlformats.org/officeDocument/2006/relationships/tags" Target="../tags/tag156.xml"/><Relationship Id="rId4" Type="http://schemas.openxmlformats.org/officeDocument/2006/relationships/tags" Target="../tags/tag150.xml"/><Relationship Id="rId9" Type="http://schemas.openxmlformats.org/officeDocument/2006/relationships/tags" Target="../tags/tag155.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59.xml"/><Relationship Id="rId7" Type="http://schemas.openxmlformats.org/officeDocument/2006/relationships/slideLayout" Target="../slideLayouts/slideLayout3.xml"/><Relationship Id="rId2" Type="http://schemas.openxmlformats.org/officeDocument/2006/relationships/tags" Target="../tags/tag158.xml"/><Relationship Id="rId1" Type="http://schemas.openxmlformats.org/officeDocument/2006/relationships/tags" Target="../tags/tag157.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s>
</file>

<file path=ppt/slides/_rels/slide10.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notesSlide" Target="../notesSlides/notesSlide4.xml"/><Relationship Id="rId5" Type="http://schemas.openxmlformats.org/officeDocument/2006/relationships/slideLayout" Target="../slideLayouts/slideLayout3.xml"/><Relationship Id="rId4" Type="http://schemas.openxmlformats.org/officeDocument/2006/relationships/tags" Target="../tags/tag166.xml"/></Relationships>
</file>

<file path=ppt/slides/_rels/slide11.xml.rels><?xml version="1.0" encoding="UTF-8" standalone="yes"?>
<Relationships xmlns="http://schemas.openxmlformats.org/package/2006/relationships"><Relationship Id="rId8" Type="http://schemas.openxmlformats.org/officeDocument/2006/relationships/tags" Target="../tags/tag174.xml"/><Relationship Id="rId3" Type="http://schemas.openxmlformats.org/officeDocument/2006/relationships/tags" Target="../tags/tag169.xml"/><Relationship Id="rId7" Type="http://schemas.openxmlformats.org/officeDocument/2006/relationships/tags" Target="../tags/tag173.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tags" Target="../tags/tag172.xml"/><Relationship Id="rId5" Type="http://schemas.openxmlformats.org/officeDocument/2006/relationships/tags" Target="../tags/tag171.xml"/><Relationship Id="rId10" Type="http://schemas.openxmlformats.org/officeDocument/2006/relationships/notesSlide" Target="../notesSlides/notesSlide5.xml"/><Relationship Id="rId4" Type="http://schemas.openxmlformats.org/officeDocument/2006/relationships/tags" Target="../tags/tag170.xml"/><Relationship Id="rId9"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tags" Target="../tags/tag182.xml"/><Relationship Id="rId3" Type="http://schemas.openxmlformats.org/officeDocument/2006/relationships/tags" Target="../tags/tag177.xml"/><Relationship Id="rId7" Type="http://schemas.openxmlformats.org/officeDocument/2006/relationships/tags" Target="../tags/tag181.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5" Type="http://schemas.openxmlformats.org/officeDocument/2006/relationships/tags" Target="../tags/tag179.xml"/><Relationship Id="rId10" Type="http://schemas.openxmlformats.org/officeDocument/2006/relationships/notesSlide" Target="../notesSlides/notesSlide6.xml"/><Relationship Id="rId4" Type="http://schemas.openxmlformats.org/officeDocument/2006/relationships/tags" Target="../tags/tag178.xml"/><Relationship Id="rId9"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tags" Target="../tags/tag190.xml"/><Relationship Id="rId13" Type="http://schemas.openxmlformats.org/officeDocument/2006/relationships/tags" Target="../tags/tag195.xml"/><Relationship Id="rId18" Type="http://schemas.openxmlformats.org/officeDocument/2006/relationships/notesSlide" Target="../notesSlides/notesSlide7.xml"/><Relationship Id="rId3" Type="http://schemas.openxmlformats.org/officeDocument/2006/relationships/tags" Target="../tags/tag185.xml"/><Relationship Id="rId7" Type="http://schemas.openxmlformats.org/officeDocument/2006/relationships/tags" Target="../tags/tag189.xml"/><Relationship Id="rId12" Type="http://schemas.openxmlformats.org/officeDocument/2006/relationships/tags" Target="../tags/tag194.xml"/><Relationship Id="rId17" Type="http://schemas.openxmlformats.org/officeDocument/2006/relationships/slideLayout" Target="../slideLayouts/slideLayout3.xml"/><Relationship Id="rId2" Type="http://schemas.openxmlformats.org/officeDocument/2006/relationships/tags" Target="../tags/tag184.xml"/><Relationship Id="rId16" Type="http://schemas.openxmlformats.org/officeDocument/2006/relationships/tags" Target="../tags/tag198.xml"/><Relationship Id="rId1" Type="http://schemas.openxmlformats.org/officeDocument/2006/relationships/tags" Target="../tags/tag183.xml"/><Relationship Id="rId6" Type="http://schemas.openxmlformats.org/officeDocument/2006/relationships/tags" Target="../tags/tag188.xml"/><Relationship Id="rId11" Type="http://schemas.openxmlformats.org/officeDocument/2006/relationships/tags" Target="../tags/tag193.xml"/><Relationship Id="rId5" Type="http://schemas.openxmlformats.org/officeDocument/2006/relationships/tags" Target="../tags/tag187.xml"/><Relationship Id="rId15" Type="http://schemas.openxmlformats.org/officeDocument/2006/relationships/tags" Target="../tags/tag197.xml"/><Relationship Id="rId10" Type="http://schemas.openxmlformats.org/officeDocument/2006/relationships/tags" Target="../tags/tag192.xml"/><Relationship Id="rId4" Type="http://schemas.openxmlformats.org/officeDocument/2006/relationships/tags" Target="../tags/tag186.xml"/><Relationship Id="rId9" Type="http://schemas.openxmlformats.org/officeDocument/2006/relationships/tags" Target="../tags/tag191.xml"/><Relationship Id="rId14" Type="http://schemas.openxmlformats.org/officeDocument/2006/relationships/tags" Target="../tags/tag196.xml"/></Relationships>
</file>

<file path=ppt/slides/_rels/slide14.xml.rels><?xml version="1.0" encoding="UTF-8" standalone="yes"?>
<Relationships xmlns="http://schemas.openxmlformats.org/package/2006/relationships"><Relationship Id="rId8" Type="http://schemas.openxmlformats.org/officeDocument/2006/relationships/tags" Target="../tags/tag206.xml"/><Relationship Id="rId3" Type="http://schemas.openxmlformats.org/officeDocument/2006/relationships/tags" Target="../tags/tag201.xml"/><Relationship Id="rId7" Type="http://schemas.openxmlformats.org/officeDocument/2006/relationships/tags" Target="../tags/tag205.xml"/><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tags" Target="../tags/tag204.xml"/><Relationship Id="rId5" Type="http://schemas.openxmlformats.org/officeDocument/2006/relationships/tags" Target="../tags/tag203.xml"/><Relationship Id="rId10" Type="http://schemas.openxmlformats.org/officeDocument/2006/relationships/slideLayout" Target="../slideLayouts/slideLayout3.xml"/><Relationship Id="rId4" Type="http://schemas.openxmlformats.org/officeDocument/2006/relationships/tags" Target="../tags/tag202.xml"/><Relationship Id="rId9" Type="http://schemas.openxmlformats.org/officeDocument/2006/relationships/tags" Target="../tags/tag207.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210.xml"/><Relationship Id="rId7" Type="http://schemas.openxmlformats.org/officeDocument/2006/relationships/tags" Target="../tags/tag214.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tags" Target="../tags/tag213.xml"/><Relationship Id="rId5" Type="http://schemas.openxmlformats.org/officeDocument/2006/relationships/tags" Target="../tags/tag212.xml"/><Relationship Id="rId10" Type="http://schemas.openxmlformats.org/officeDocument/2006/relationships/chart" Target="../charts/chart1.xml"/><Relationship Id="rId4" Type="http://schemas.openxmlformats.org/officeDocument/2006/relationships/tags" Target="../tags/tag211.xml"/><Relationship Id="rId9"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7AD2A4A-B283-4F2C-8C5E-CCC282D070AF}"/>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IT</a:t>
            </a:r>
            <a:r>
              <a:rPr lang="zh-CN" altLang="en-US" dirty="0">
                <a:latin typeface="微软雅黑" panose="020B0503020204020204" pitchFamily="34" charset="-122"/>
                <a:ea typeface="微软雅黑" panose="020B0503020204020204" pitchFamily="34" charset="-122"/>
              </a:rPr>
              <a:t>资产管理系统相关</a:t>
            </a:r>
            <a:br>
              <a:rPr lang="en-US" altLang="zh-CN" dirty="0">
                <a:latin typeface="微软雅黑" panose="020B0503020204020204" pitchFamily="34" charset="-122"/>
                <a:ea typeface="微软雅黑" panose="020B0503020204020204" pitchFamily="34" charset="-122"/>
              </a:rPr>
            </a:b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开发需求</a:t>
            </a:r>
          </a:p>
        </p:txBody>
      </p:sp>
      <p:sp>
        <p:nvSpPr>
          <p:cNvPr id="3" name="텍스트 개체 틀 2">
            <a:extLst>
              <a:ext uri="{FF2B5EF4-FFF2-40B4-BE49-F238E27FC236}">
                <a16:creationId xmlns:a16="http://schemas.microsoft.com/office/drawing/2014/main" id="{476C744D-C169-4196-ADCA-1E41482DD349}"/>
              </a:ext>
            </a:extLst>
          </p:cNvPr>
          <p:cNvSpPr>
            <a:spLocks noGrp="1"/>
          </p:cNvSpPr>
          <p:nvPr>
            <p:ph type="body" sz="quarter" idx="13"/>
          </p:nvPr>
        </p:nvSpPr>
        <p:spPr>
          <a:xfrm>
            <a:off x="799782" y="3849780"/>
            <a:ext cx="4044780" cy="576957"/>
          </a:xfrm>
        </p:spPr>
        <p:txBody>
          <a:bodyPr vert="horz" lIns="91440" tIns="45720" rIns="91440" bIns="45720" rtlCol="0" anchor="t">
            <a:noAutofit/>
          </a:bodyPr>
          <a:lstStyle/>
          <a:p>
            <a:pPr algn="l"/>
            <a:r>
              <a:rPr lang="en-US" altLang="ko-KR" sz="1300" dirty="0">
                <a:latin typeface="微软雅黑" panose="020B0503020204020204" pitchFamily="34" charset="-122"/>
                <a:ea typeface="微软雅黑" panose="020B0503020204020204" pitchFamily="34" charset="-122"/>
              </a:rPr>
              <a:t>HDICI IT/PI</a:t>
            </a:r>
            <a:r>
              <a:rPr lang="zh-CN" altLang="en-US" sz="1300" dirty="0">
                <a:latin typeface="微软雅黑" panose="020B0503020204020204" pitchFamily="34" charset="-122"/>
                <a:ea typeface="微软雅黑" panose="020B0503020204020204" pitchFamily="34" charset="-122"/>
              </a:rPr>
              <a:t>部</a:t>
            </a:r>
            <a:endParaRPr lang="en-US" altLang="ko-KR" sz="1300" dirty="0">
              <a:latin typeface="微软雅黑" panose="020B0503020204020204" pitchFamily="34" charset="-122"/>
              <a:ea typeface="微软雅黑" panose="020B0503020204020204" pitchFamily="34" charset="-122"/>
            </a:endParaRPr>
          </a:p>
          <a:p>
            <a:pPr algn="l"/>
            <a:r>
              <a:rPr lang="en-US" altLang="ko-KR" sz="1300" dirty="0">
                <a:latin typeface="微软雅黑" panose="020B0503020204020204" pitchFamily="34" charset="-122"/>
                <a:ea typeface="微软雅黑" panose="020B0503020204020204" pitchFamily="34" charset="-122"/>
              </a:rPr>
              <a:t>2022.3~5</a:t>
            </a:r>
            <a:r>
              <a:rPr lang="zh-CN" altLang="en-US" sz="1300" dirty="0">
                <a:latin typeface="微软雅黑" panose="020B0503020204020204" pitchFamily="34" charset="-122"/>
                <a:ea typeface="微软雅黑" panose="020B0503020204020204" pitchFamily="34" charset="-122"/>
              </a:rPr>
              <a:t>月</a:t>
            </a:r>
            <a:endParaRPr lang="en-US" altLang="ko-KR" sz="13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9716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BEAC07D-A696-4F71-857C-892F8847C9EB}"/>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2</a:t>
            </a:fld>
            <a:endParaRPr lang="ko-KR" altLang="en-US">
              <a:latin typeface="微软雅黑" panose="020B0503020204020204" pitchFamily="34" charset="-122"/>
            </a:endParaRPr>
          </a:p>
        </p:txBody>
      </p:sp>
      <p:sp>
        <p:nvSpPr>
          <p:cNvPr id="4" name="标题 3">
            <a:extLst>
              <a:ext uri="{FF2B5EF4-FFF2-40B4-BE49-F238E27FC236}">
                <a16:creationId xmlns:a16="http://schemas.microsoft.com/office/drawing/2014/main" id="{5EA147E4-2AD4-4259-A5F8-074068FFC453}"/>
              </a:ext>
            </a:extLst>
          </p:cNvPr>
          <p:cNvSpPr>
            <a:spLocks noGrp="1"/>
          </p:cNvSpPr>
          <p:nvPr>
            <p:ph type="title"/>
          </p:nvPr>
        </p:nvSpPr>
        <p:spPr/>
        <p:txBody>
          <a:bodyPr>
            <a:noAutofit/>
          </a:bodyPr>
          <a:lstStyle/>
          <a:p>
            <a:r>
              <a:rPr lang="zh-CN" altLang="en-US" sz="2000" b="1" dirty="0">
                <a:latin typeface="微软雅黑" panose="020B0503020204020204" pitchFamily="34" charset="-122"/>
                <a:ea typeface="微软雅黑" panose="020B0503020204020204" pitchFamily="34" charset="-122"/>
              </a:rPr>
              <a:t>课题推进背景及目标</a:t>
            </a:r>
          </a:p>
        </p:txBody>
      </p:sp>
      <p:grpSp>
        <p:nvGrpSpPr>
          <p:cNvPr id="5" name="组合 4">
            <a:extLst>
              <a:ext uri="{FF2B5EF4-FFF2-40B4-BE49-F238E27FC236}">
                <a16:creationId xmlns:a16="http://schemas.microsoft.com/office/drawing/2014/main" id="{F0FA44A1-38F3-41EC-A333-D9FF9F02B439}"/>
              </a:ext>
            </a:extLst>
          </p:cNvPr>
          <p:cNvGrpSpPr/>
          <p:nvPr/>
        </p:nvGrpSpPr>
        <p:grpSpPr>
          <a:xfrm>
            <a:off x="484822" y="1822586"/>
            <a:ext cx="8658858" cy="2504194"/>
            <a:chOff x="547470" y="1640436"/>
            <a:chExt cx="8794141" cy="2504194"/>
          </a:xfrm>
        </p:grpSpPr>
        <p:sp>
          <p:nvSpPr>
            <p:cNvPr id="6" name="TextBox 11">
              <a:extLst>
                <a:ext uri="{FF2B5EF4-FFF2-40B4-BE49-F238E27FC236}">
                  <a16:creationId xmlns:a16="http://schemas.microsoft.com/office/drawing/2014/main" id="{985E48F7-1556-46DF-A843-ECD88A74CC6E}"/>
                </a:ext>
              </a:extLst>
            </p:cNvPr>
            <p:cNvSpPr txBox="1"/>
            <p:nvPr>
              <p:custDataLst>
                <p:tags r:id="rId5"/>
              </p:custDataLst>
            </p:nvPr>
          </p:nvSpPr>
          <p:spPr bwMode="auto">
            <a:xfrm>
              <a:off x="1618343" y="1640436"/>
              <a:ext cx="7723268" cy="2504194"/>
            </a:xfrm>
            <a:prstGeom prst="rect">
              <a:avLst/>
            </a:prstGeom>
            <a:noFill/>
            <a:ln w="9525">
              <a:noFill/>
              <a:miter lim="800000"/>
              <a:headEnd/>
              <a:tailEnd/>
            </a:ln>
          </p:spPr>
          <p:txBody>
            <a:bodyPr wrap="square" lIns="86832" tIns="0" rIns="86832" bIns="43416">
              <a:spAutoFit/>
            </a:bodyPr>
            <a:lstStyle/>
            <a:p>
              <a:pPr marL="171450" indent="-171450"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cs typeface="윤고딕130" pitchFamily="18" charset="-127"/>
                </a:rPr>
                <a:t> </a:t>
              </a:r>
              <a:r>
                <a:rPr lang="en-US" altLang="zh-CN" sz="1200" dirty="0">
                  <a:latin typeface="微软雅黑" panose="020B0503020204020204" pitchFamily="34" charset="-122"/>
                  <a:ea typeface="微软雅黑" panose="020B0503020204020204" pitchFamily="34" charset="-122"/>
                  <a:cs typeface="윤고딕130" pitchFamily="18" charset="-127"/>
                </a:rPr>
                <a:t>IT</a:t>
              </a:r>
              <a:r>
                <a:rPr lang="zh-CN" altLang="en-US" sz="1200" dirty="0">
                  <a:latin typeface="微软雅黑" panose="020B0503020204020204" pitchFamily="34" charset="-122"/>
                  <a:ea typeface="微软雅黑" panose="020B0503020204020204" pitchFamily="34" charset="-122"/>
                  <a:cs typeface="윤고딕130" pitchFamily="18" charset="-127"/>
                </a:rPr>
                <a:t>硬件资产目前通过</a:t>
              </a:r>
              <a:r>
                <a:rPr lang="en-US" altLang="zh-CN" sz="1200" dirty="0" err="1">
                  <a:latin typeface="微软雅黑" panose="020B0503020204020204" pitchFamily="34" charset="-122"/>
                  <a:ea typeface="微软雅黑" panose="020B0503020204020204" pitchFamily="34" charset="-122"/>
                  <a:cs typeface="윤고딕130" pitchFamily="18" charset="-127"/>
                </a:rPr>
                <a:t>Doodream</a:t>
              </a:r>
              <a:r>
                <a:rPr lang="en-US" altLang="zh-CN" sz="1200" dirty="0">
                  <a:latin typeface="微软雅黑" panose="020B0503020204020204" pitchFamily="34" charset="-122"/>
                  <a:ea typeface="微软雅黑" panose="020B0503020204020204" pitchFamily="34" charset="-122"/>
                  <a:cs typeface="윤고딕130" pitchFamily="18" charset="-127"/>
                </a:rPr>
                <a:t>/GSR</a:t>
              </a:r>
              <a:r>
                <a:rPr lang="zh-CN" altLang="en-US" sz="1200" dirty="0">
                  <a:latin typeface="微软雅黑" panose="020B0503020204020204" pitchFamily="34" charset="-122"/>
                  <a:ea typeface="微软雅黑" panose="020B0503020204020204" pitchFamily="34" charset="-122"/>
                  <a:cs typeface="윤고딕130" pitchFamily="18" charset="-127"/>
                </a:rPr>
                <a:t>等进行申请、购买品议审批等申请采购管理，通过</a:t>
              </a:r>
              <a:r>
                <a:rPr lang="en-US" altLang="zh-CN" sz="1200" dirty="0">
                  <a:latin typeface="微软雅黑" panose="020B0503020204020204" pitchFamily="34" charset="-122"/>
                  <a:ea typeface="微软雅黑" panose="020B0503020204020204" pitchFamily="34" charset="-122"/>
                  <a:cs typeface="윤고딕130" pitchFamily="18" charset="-127"/>
                </a:rPr>
                <a:t>SAP</a:t>
              </a:r>
              <a:r>
                <a:rPr lang="zh-CN" altLang="en-US" sz="1200" dirty="0">
                  <a:latin typeface="微软雅黑" panose="020B0503020204020204" pitchFamily="34" charset="-122"/>
                  <a:ea typeface="微软雅黑" panose="020B0503020204020204" pitchFamily="34" charset="-122"/>
                  <a:cs typeface="윤고딕130" pitchFamily="18" charset="-127"/>
                </a:rPr>
                <a:t>进行财务结算、固定资产登记等财务管理；而中间过程的管理通过线下</a:t>
              </a:r>
              <a:r>
                <a:rPr lang="en-US" altLang="zh-CN" sz="1200" dirty="0">
                  <a:latin typeface="微软雅黑" panose="020B0503020204020204" pitchFamily="34" charset="-122"/>
                  <a:ea typeface="微软雅黑" panose="020B0503020204020204" pitchFamily="34" charset="-122"/>
                  <a:cs typeface="윤고딕130" pitchFamily="18" charset="-127"/>
                </a:rPr>
                <a:t>Excel</a:t>
              </a:r>
              <a:r>
                <a:rPr lang="zh-CN" altLang="en-US" sz="1200" dirty="0">
                  <a:latin typeface="微软雅黑" panose="020B0503020204020204" pitchFamily="34" charset="-122"/>
                  <a:ea typeface="微软雅黑" panose="020B0503020204020204" pitchFamily="34" charset="-122"/>
                  <a:cs typeface="윤고딕130" pitchFamily="18" charset="-127"/>
                </a:rPr>
                <a:t>、</a:t>
              </a:r>
              <a:r>
                <a:rPr lang="en-US" altLang="zh-CN" sz="1200" dirty="0">
                  <a:latin typeface="微软雅黑" panose="020B0503020204020204" pitchFamily="34" charset="-122"/>
                  <a:ea typeface="微软雅黑" panose="020B0503020204020204" pitchFamily="34" charset="-122"/>
                  <a:cs typeface="윤고딕130" pitchFamily="18" charset="-127"/>
                </a:rPr>
                <a:t>paper</a:t>
              </a:r>
              <a:r>
                <a:rPr lang="zh-CN" altLang="en-US" sz="1200" dirty="0">
                  <a:latin typeface="微软雅黑" panose="020B0503020204020204" pitchFamily="34" charset="-122"/>
                  <a:ea typeface="微软雅黑" panose="020B0503020204020204" pitchFamily="34" charset="-122"/>
                  <a:cs typeface="윤고딕130" pitchFamily="18" charset="-127"/>
                </a:rPr>
                <a:t>台账等方式进行管理；</a:t>
              </a:r>
              <a:endParaRPr lang="en-US" altLang="zh-CN" sz="1200" dirty="0">
                <a:latin typeface="微软雅黑" panose="020B0503020204020204" pitchFamily="34" charset="-122"/>
                <a:ea typeface="微软雅黑" panose="020B0503020204020204" pitchFamily="34" charset="-122"/>
                <a:cs typeface="윤고딕130" pitchFamily="18" charset="-127"/>
              </a:endParaRPr>
            </a:p>
            <a:p>
              <a:pPr marL="171450" indent="-171450"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cs typeface="윤고딕130" pitchFamily="18" charset="-127"/>
                </a:rPr>
                <a:t>目前管理方式存在管理不够详细、清晰，对物料的使用变更等信息维护更新不及时，不能准确把握资产现况等问题；且随着自动化工厂的推进，生产用</a:t>
              </a:r>
              <a:r>
                <a:rPr lang="en-US" altLang="zh-CN" sz="1200" dirty="0">
                  <a:latin typeface="微软雅黑" panose="020B0503020204020204" pitchFamily="34" charset="-122"/>
                  <a:ea typeface="微软雅黑" panose="020B0503020204020204" pitchFamily="34" charset="-122"/>
                  <a:cs typeface="윤고딕130" pitchFamily="18" charset="-127"/>
                </a:rPr>
                <a:t>IT</a:t>
              </a:r>
              <a:r>
                <a:rPr lang="zh-CN" altLang="en-US" sz="1200" dirty="0">
                  <a:latin typeface="微软雅黑" panose="020B0503020204020204" pitchFamily="34" charset="-122"/>
                  <a:ea typeface="微软雅黑" panose="020B0503020204020204" pitchFamily="34" charset="-122"/>
                  <a:cs typeface="윤고딕130" pitchFamily="18" charset="-127"/>
                </a:rPr>
                <a:t>硬件越来越多，</a:t>
              </a:r>
              <a:r>
                <a:rPr lang="en-US" altLang="zh-CN" sz="1200" dirty="0">
                  <a:latin typeface="微软雅黑" panose="020B0503020204020204" pitchFamily="34" charset="-122"/>
                  <a:ea typeface="微软雅黑" panose="020B0503020204020204" pitchFamily="34" charset="-122"/>
                  <a:cs typeface="윤고딕130" pitchFamily="18" charset="-127"/>
                </a:rPr>
                <a:t>IT</a:t>
              </a:r>
              <a:r>
                <a:rPr lang="zh-CN" altLang="en-US" sz="1200" dirty="0">
                  <a:latin typeface="微软雅黑" panose="020B0503020204020204" pitchFamily="34" charset="-122"/>
                  <a:ea typeface="微软雅黑" panose="020B0503020204020204" pitchFamily="34" charset="-122"/>
                  <a:cs typeface="윤고딕130" pitchFamily="18" charset="-127"/>
                </a:rPr>
                <a:t>担当对硬件线下管理的业务负担也越来越重。</a:t>
              </a:r>
              <a:endParaRPr lang="en-US" altLang="zh-CN" sz="1200" dirty="0">
                <a:latin typeface="微软雅黑" panose="020B0503020204020204" pitchFamily="34" charset="-122"/>
                <a:ea typeface="微软雅黑" panose="020B0503020204020204" pitchFamily="34" charset="-122"/>
                <a:cs typeface="윤고딕130" pitchFamily="18" charset="-127"/>
              </a:endParaRPr>
            </a:p>
            <a:p>
              <a:pPr marL="171450" indent="-171450"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cs typeface="윤고딕130" pitchFamily="18" charset="-127"/>
                </a:rPr>
                <a:t>存在一个固定资产号码对应多个物料的情况，无法实现最小单位的资产管理</a:t>
              </a:r>
              <a:r>
                <a:rPr lang="en-US" altLang="zh-CN" sz="1200" dirty="0">
                  <a:latin typeface="微软雅黑" panose="020B0503020204020204" pitchFamily="34" charset="-122"/>
                  <a:ea typeface="微软雅黑" panose="020B0503020204020204" pitchFamily="34" charset="-122"/>
                  <a:cs typeface="윤고딕130" pitchFamily="18" charset="-127"/>
                </a:rPr>
                <a:t>(</a:t>
              </a:r>
              <a:r>
                <a:rPr lang="zh-CN" altLang="en-US" sz="1200" dirty="0">
                  <a:latin typeface="微软雅黑" panose="020B0503020204020204" pitchFamily="34" charset="-122"/>
                  <a:ea typeface="微软雅黑" panose="020B0503020204020204" pitchFamily="34" charset="-122"/>
                  <a:cs typeface="윤고딕130" pitchFamily="18" charset="-127"/>
                </a:rPr>
                <a:t>如：显示器无单独管理号码</a:t>
              </a:r>
              <a:r>
                <a:rPr lang="en-US" altLang="zh-CN" sz="1200" dirty="0">
                  <a:latin typeface="微软雅黑" panose="020B0503020204020204" pitchFamily="34" charset="-122"/>
                  <a:ea typeface="微软雅黑" panose="020B0503020204020204" pitchFamily="34" charset="-122"/>
                  <a:cs typeface="윤고딕130" pitchFamily="18" charset="-127"/>
                </a:rPr>
                <a:t>)</a:t>
              </a:r>
              <a:r>
                <a:rPr lang="zh-CN" altLang="en-US" sz="1200" dirty="0">
                  <a:latin typeface="微软雅黑" panose="020B0503020204020204" pitchFamily="34" charset="-122"/>
                  <a:ea typeface="微软雅黑" panose="020B0503020204020204" pitchFamily="34" charset="-122"/>
                  <a:cs typeface="윤고딕130" pitchFamily="18" charset="-127"/>
                </a:rPr>
                <a:t>。</a:t>
              </a:r>
              <a:endParaRPr lang="en-US" altLang="zh-CN" sz="1200" dirty="0">
                <a:latin typeface="微软雅黑" panose="020B0503020204020204" pitchFamily="34" charset="-122"/>
                <a:ea typeface="微软雅黑" panose="020B0503020204020204" pitchFamily="34" charset="-122"/>
                <a:cs typeface="윤고딕130" pitchFamily="18" charset="-127"/>
              </a:endParaRPr>
            </a:p>
            <a:p>
              <a:pPr marL="171450" indent="-171450"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cs typeface="윤고딕130" pitchFamily="18" charset="-127"/>
                </a:rPr>
                <a:t>资产别维保期无统一管理，维保续保也存在不及时等问题；</a:t>
              </a:r>
              <a:endParaRPr lang="en-US" altLang="zh-CN" sz="1200" dirty="0">
                <a:latin typeface="微软雅黑" panose="020B0503020204020204" pitchFamily="34" charset="-122"/>
                <a:ea typeface="微软雅黑" panose="020B0503020204020204" pitchFamily="34" charset="-122"/>
                <a:cs typeface="윤고딕130" pitchFamily="18" charset="-127"/>
              </a:endParaRPr>
            </a:p>
            <a:p>
              <a:pPr marL="171450" indent="-171450"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cs typeface="윤고딕130" pitchFamily="18" charset="-127"/>
                </a:rPr>
                <a:t>维修全流程的管理在申请部门</a:t>
              </a:r>
              <a:r>
                <a:rPr lang="en-US" altLang="zh-CN" sz="1200" dirty="0" err="1">
                  <a:latin typeface="微软雅黑" panose="020B0503020204020204" pitchFamily="34" charset="-122"/>
                  <a:ea typeface="微软雅黑" panose="020B0503020204020204" pitchFamily="34" charset="-122"/>
                  <a:cs typeface="윤고딕130" pitchFamily="18" charset="-127"/>
                </a:rPr>
                <a:t>Doodream</a:t>
              </a:r>
              <a:r>
                <a:rPr lang="zh-CN" altLang="en-US" sz="1200" dirty="0">
                  <a:latin typeface="微软雅黑" panose="020B0503020204020204" pitchFamily="34" charset="-122"/>
                  <a:ea typeface="微软雅黑" panose="020B0503020204020204" pitchFamily="34" charset="-122"/>
                  <a:cs typeface="윤고딕130" pitchFamily="18" charset="-127"/>
                </a:rPr>
                <a:t>申请后缺少后续进度的管控，也无法掌握资产别整个生命周期的维修履历及追加价值等情况；待报废及报废的流程及物料状态管控也存在困难，且易发生帐在实物不在的问题。</a:t>
              </a:r>
              <a:endParaRPr lang="en-US" altLang="zh-CN" sz="1200" dirty="0">
                <a:latin typeface="微软雅黑" panose="020B0503020204020204" pitchFamily="34" charset="-122"/>
                <a:ea typeface="微软雅黑" panose="020B0503020204020204" pitchFamily="34" charset="-122"/>
                <a:cs typeface="윤고딕130" pitchFamily="18" charset="-127"/>
              </a:endParaRPr>
            </a:p>
            <a:p>
              <a:pPr marL="171450" indent="-171450"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cs typeface="윤고딕130" pitchFamily="18" charset="-127"/>
                </a:rPr>
                <a:t>年度资产盘点困难、耗时长，且存在盘点结果物不对账的问题。</a:t>
              </a:r>
            </a:p>
          </p:txBody>
        </p:sp>
        <p:sp>
          <p:nvSpPr>
            <p:cNvPr id="7" name="직사각형 25">
              <a:extLst>
                <a:ext uri="{FF2B5EF4-FFF2-40B4-BE49-F238E27FC236}">
                  <a16:creationId xmlns:a16="http://schemas.microsoft.com/office/drawing/2014/main" id="{87791EB9-7962-47B4-840C-D8C2617C05E4}"/>
                </a:ext>
              </a:extLst>
            </p:cNvPr>
            <p:cNvSpPr>
              <a:spLocks noChangeArrowheads="1"/>
            </p:cNvSpPr>
            <p:nvPr>
              <p:custDataLst>
                <p:tags r:id="rId6"/>
              </p:custDataLst>
            </p:nvPr>
          </p:nvSpPr>
          <p:spPr bwMode="auto">
            <a:xfrm>
              <a:off x="547470" y="1962684"/>
              <a:ext cx="936000" cy="1800000"/>
            </a:xfrm>
            <a:prstGeom prst="rect">
              <a:avLst/>
            </a:prstGeom>
            <a:solidFill>
              <a:schemeClr val="tx1">
                <a:lumMod val="60000"/>
                <a:lumOff val="40000"/>
              </a:schemeClr>
            </a:solidFill>
            <a:ln w="9525" algn="ctr">
              <a:solidFill>
                <a:schemeClr val="tx1"/>
              </a:solidFill>
              <a:round/>
              <a:headEnd/>
              <a:tailEnd/>
            </a:ln>
          </p:spPr>
          <p:txBody>
            <a:bodyPr lIns="86832" tIns="43416" rIns="86832" bIns="43416" anchor="ctr"/>
            <a:lstStyle/>
            <a:p>
              <a:pPr algn="ctr" defTabSz="957260">
                <a:defRPr/>
              </a:pPr>
              <a:r>
                <a:rPr lang="zh-CN" altLang="en-US" sz="1600" b="1" dirty="0">
                  <a:solidFill>
                    <a:schemeClr val="bg1"/>
                  </a:solidFill>
                  <a:latin typeface="微软雅黑" panose="020B0503020204020204" pitchFamily="34" charset="-122"/>
                  <a:ea typeface="微软雅黑" panose="020B0503020204020204" pitchFamily="34" charset="-122"/>
                  <a:sym typeface="-윤고딕130"/>
                </a:rPr>
                <a:t>推进</a:t>
              </a:r>
              <a:endParaRPr lang="en-US" altLang="zh-CN" sz="1600" b="1" dirty="0">
                <a:solidFill>
                  <a:schemeClr val="bg1"/>
                </a:solidFill>
                <a:latin typeface="微软雅黑" panose="020B0503020204020204" pitchFamily="34" charset="-122"/>
                <a:ea typeface="微软雅黑" panose="020B0503020204020204" pitchFamily="34" charset="-122"/>
                <a:sym typeface="-윤고딕130"/>
              </a:endParaRPr>
            </a:p>
            <a:p>
              <a:pPr algn="ctr" defTabSz="957260">
                <a:defRPr/>
              </a:pPr>
              <a:r>
                <a:rPr lang="zh-CN" altLang="en-US" sz="1600" b="1" dirty="0">
                  <a:solidFill>
                    <a:schemeClr val="bg1"/>
                  </a:solidFill>
                  <a:latin typeface="微软雅黑" panose="020B0503020204020204" pitchFamily="34" charset="-122"/>
                  <a:ea typeface="微软雅黑" panose="020B0503020204020204" pitchFamily="34" charset="-122"/>
                  <a:sym typeface="-윤고딕130"/>
                </a:rPr>
                <a:t>背景</a:t>
              </a:r>
              <a:endParaRPr lang="ko-KR" altLang="en-US" sz="1600" b="1" dirty="0">
                <a:solidFill>
                  <a:schemeClr val="bg1"/>
                </a:solidFill>
                <a:latin typeface="微软雅黑" panose="020B0503020204020204" pitchFamily="34" charset="-122"/>
                <a:ea typeface="-윤고딕130"/>
                <a:sym typeface="-윤고딕130"/>
              </a:endParaRPr>
            </a:p>
          </p:txBody>
        </p:sp>
      </p:grpSp>
      <p:sp>
        <p:nvSpPr>
          <p:cNvPr id="8" name="Rectangle 3">
            <a:extLst>
              <a:ext uri="{FF2B5EF4-FFF2-40B4-BE49-F238E27FC236}">
                <a16:creationId xmlns:a16="http://schemas.microsoft.com/office/drawing/2014/main" id="{EBA40C39-CF3A-4C44-841D-F6927BD18D07}"/>
              </a:ext>
            </a:extLst>
          </p:cNvPr>
          <p:cNvSpPr txBox="1">
            <a:spLocks noChangeArrowheads="1"/>
          </p:cNvSpPr>
          <p:nvPr>
            <p:custDataLst>
              <p:tags r:id="rId1"/>
            </p:custDataLst>
          </p:nvPr>
        </p:nvSpPr>
        <p:spPr bwMode="gray">
          <a:xfrm>
            <a:off x="419228" y="887672"/>
            <a:ext cx="9007627" cy="876929"/>
          </a:xfrm>
          <a:prstGeom prst="rect">
            <a:avLst/>
          </a:prstGeom>
          <a:noFill/>
          <a:ln w="9525">
            <a:noFill/>
            <a:miter lim="800000"/>
            <a:headEnd/>
            <a:tailEnd/>
          </a:ln>
        </p:spPr>
        <p:txBody>
          <a:bodyPr lIns="86832" tIns="43416" rIns="86832" bIns="43416"/>
          <a:lstStyle/>
          <a:p>
            <a:pPr algn="l" defTabSz="943968">
              <a:lnSpc>
                <a:spcPct val="120000"/>
              </a:lnSpc>
            </a:pPr>
            <a:r>
              <a:rPr lang="en-US" altLang="zh-CN" sz="1500" b="1" dirty="0">
                <a:latin typeface="微软雅黑" panose="020B0503020204020204" pitchFamily="34" charset="-122"/>
                <a:ea typeface="微软雅黑" panose="020B0503020204020204" pitchFamily="34" charset="-122"/>
              </a:rPr>
              <a:t>IT</a:t>
            </a:r>
            <a:r>
              <a:rPr lang="zh-CN" altLang="en-US" sz="1500" b="1" dirty="0">
                <a:latin typeface="微软雅黑" panose="020B0503020204020204" pitchFamily="34" charset="-122"/>
                <a:ea typeface="微软雅黑" panose="020B0503020204020204" pitchFamily="34" charset="-122"/>
              </a:rPr>
              <a:t>硬件资产和耗材管理目前通过线下手动管理，存在物料清单、状态、实时现况等信息管理不够详细准确，领用、借用、归还、变更等日常管理效率低等问题；通过构筑</a:t>
            </a:r>
            <a:r>
              <a:rPr lang="en-US" altLang="zh-CN" sz="1500" b="1" dirty="0">
                <a:latin typeface="微软雅黑" panose="020B0503020204020204" pitchFamily="34" charset="-122"/>
                <a:ea typeface="微软雅黑" panose="020B0503020204020204" pitchFamily="34" charset="-122"/>
              </a:rPr>
              <a:t>IT</a:t>
            </a:r>
            <a:r>
              <a:rPr lang="zh-CN" altLang="en-US" sz="1500" b="1" dirty="0">
                <a:latin typeface="微软雅黑" panose="020B0503020204020204" pitchFamily="34" charset="-122"/>
                <a:ea typeface="微软雅黑" panose="020B0503020204020204" pitchFamily="34" charset="-122"/>
              </a:rPr>
              <a:t>资产管理系统，对</a:t>
            </a:r>
            <a:r>
              <a:rPr lang="en-US" altLang="zh-CN" sz="1500" b="1" dirty="0">
                <a:latin typeface="微软雅黑" panose="020B0503020204020204" pitchFamily="34" charset="-122"/>
                <a:ea typeface="微软雅黑" panose="020B0503020204020204" pitchFamily="34" charset="-122"/>
              </a:rPr>
              <a:t>IT</a:t>
            </a:r>
            <a:r>
              <a:rPr lang="zh-CN" altLang="en-US" sz="1500" b="1" dirty="0">
                <a:latin typeface="微软雅黑" panose="020B0503020204020204" pitchFamily="34" charset="-122"/>
                <a:ea typeface="微软雅黑" panose="020B0503020204020204" pitchFamily="34" charset="-122"/>
              </a:rPr>
              <a:t>硬件资产、耗材进行全流程及整个生命周期的管理，确保实现资产耗材最小单位别的履历、现况的实时把握。</a:t>
            </a:r>
          </a:p>
        </p:txBody>
      </p:sp>
      <p:grpSp>
        <p:nvGrpSpPr>
          <p:cNvPr id="9" name="组合 8">
            <a:extLst>
              <a:ext uri="{FF2B5EF4-FFF2-40B4-BE49-F238E27FC236}">
                <a16:creationId xmlns:a16="http://schemas.microsoft.com/office/drawing/2014/main" id="{F7BC2494-036C-4723-9760-3BA4D2A1A0E4}"/>
              </a:ext>
            </a:extLst>
          </p:cNvPr>
          <p:cNvGrpSpPr/>
          <p:nvPr/>
        </p:nvGrpSpPr>
        <p:grpSpPr>
          <a:xfrm>
            <a:off x="484822" y="4397383"/>
            <a:ext cx="8654002" cy="1950196"/>
            <a:chOff x="547470" y="4397276"/>
            <a:chExt cx="8789209" cy="1950196"/>
          </a:xfrm>
        </p:grpSpPr>
        <p:sp>
          <p:nvSpPr>
            <p:cNvPr id="10" name="직사각형 26">
              <a:extLst>
                <a:ext uri="{FF2B5EF4-FFF2-40B4-BE49-F238E27FC236}">
                  <a16:creationId xmlns:a16="http://schemas.microsoft.com/office/drawing/2014/main" id="{94E23C3E-D7E9-4071-9C34-B130C135A9A8}"/>
                </a:ext>
              </a:extLst>
            </p:cNvPr>
            <p:cNvSpPr>
              <a:spLocks noChangeArrowheads="1"/>
            </p:cNvSpPr>
            <p:nvPr>
              <p:custDataLst>
                <p:tags r:id="rId3"/>
              </p:custDataLst>
            </p:nvPr>
          </p:nvSpPr>
          <p:spPr bwMode="auto">
            <a:xfrm>
              <a:off x="547470" y="4404084"/>
              <a:ext cx="936000" cy="1800000"/>
            </a:xfrm>
            <a:prstGeom prst="rect">
              <a:avLst/>
            </a:prstGeom>
            <a:solidFill>
              <a:schemeClr val="tx1">
                <a:lumMod val="60000"/>
                <a:lumOff val="40000"/>
              </a:schemeClr>
            </a:solidFill>
            <a:ln w="9525" algn="ctr">
              <a:solidFill>
                <a:schemeClr val="tx1"/>
              </a:solidFill>
              <a:round/>
              <a:headEnd/>
              <a:tailEnd/>
            </a:ln>
          </p:spPr>
          <p:txBody>
            <a:bodyPr lIns="86832" tIns="43416" rIns="86832" bIns="43416" anchor="ctr"/>
            <a:lstStyle/>
            <a:p>
              <a:pPr algn="ctr" defTabSz="957260">
                <a:defRPr/>
              </a:pPr>
              <a:r>
                <a:rPr lang="zh-CN" altLang="en-US" sz="1600" b="1" dirty="0">
                  <a:solidFill>
                    <a:schemeClr val="bg1"/>
                  </a:solidFill>
                  <a:latin typeface="微软雅黑" panose="020B0503020204020204" pitchFamily="34" charset="-122"/>
                  <a:ea typeface="微软雅黑" panose="020B0503020204020204" pitchFamily="34" charset="-122"/>
                  <a:sym typeface="-윤고딕130"/>
                </a:rPr>
                <a:t>推进</a:t>
              </a:r>
              <a:endParaRPr lang="en-US" altLang="zh-CN" sz="1600" b="1" dirty="0">
                <a:solidFill>
                  <a:schemeClr val="bg1"/>
                </a:solidFill>
                <a:latin typeface="微软雅黑" panose="020B0503020204020204" pitchFamily="34" charset="-122"/>
                <a:ea typeface="微软雅黑" panose="020B0503020204020204" pitchFamily="34" charset="-122"/>
                <a:sym typeface="-윤고딕130"/>
              </a:endParaRPr>
            </a:p>
            <a:p>
              <a:pPr algn="ctr" defTabSz="957260">
                <a:defRPr/>
              </a:pPr>
              <a:r>
                <a:rPr lang="zh-CN" altLang="en-US" sz="1600" b="1" dirty="0">
                  <a:solidFill>
                    <a:schemeClr val="bg1"/>
                  </a:solidFill>
                  <a:latin typeface="微软雅黑" panose="020B0503020204020204" pitchFamily="34" charset="-122"/>
                  <a:ea typeface="微软雅黑" panose="020B0503020204020204" pitchFamily="34" charset="-122"/>
                  <a:sym typeface="-윤고딕130"/>
                </a:rPr>
                <a:t>目标</a:t>
              </a:r>
              <a:endParaRPr lang="en-US" altLang="ko-KR" sz="1600" b="1" dirty="0">
                <a:solidFill>
                  <a:schemeClr val="bg1"/>
                </a:solidFill>
                <a:latin typeface="微软雅黑" panose="020B0503020204020204" pitchFamily="34" charset="-122"/>
                <a:ea typeface="微软雅黑" panose="020B0503020204020204" pitchFamily="34" charset="-122"/>
                <a:sym typeface="-윤고딕130"/>
              </a:endParaRPr>
            </a:p>
          </p:txBody>
        </p:sp>
        <p:sp>
          <p:nvSpPr>
            <p:cNvPr id="11" name="TextBox 16">
              <a:extLst>
                <a:ext uri="{FF2B5EF4-FFF2-40B4-BE49-F238E27FC236}">
                  <a16:creationId xmlns:a16="http://schemas.microsoft.com/office/drawing/2014/main" id="{36278776-32AD-4B79-B5B6-ABF5F420C85B}"/>
                </a:ext>
              </a:extLst>
            </p:cNvPr>
            <p:cNvSpPr txBox="1">
              <a:spLocks noChangeArrowheads="1"/>
            </p:cNvSpPr>
            <p:nvPr>
              <p:custDataLst>
                <p:tags r:id="rId4"/>
              </p:custDataLst>
            </p:nvPr>
          </p:nvSpPr>
          <p:spPr bwMode="auto">
            <a:xfrm>
              <a:off x="1618343" y="4397276"/>
              <a:ext cx="7718336" cy="1950196"/>
            </a:xfrm>
            <a:prstGeom prst="rect">
              <a:avLst/>
            </a:prstGeom>
            <a:noFill/>
            <a:ln w="9525">
              <a:noFill/>
              <a:miter lim="800000"/>
              <a:headEnd/>
              <a:tailEnd/>
            </a:ln>
          </p:spPr>
          <p:txBody>
            <a:bodyPr wrap="square" lIns="86832" tIns="0" rIns="86832" bIns="43416">
              <a:spAutoFit/>
            </a:bodyPr>
            <a:lstStyle/>
            <a:p>
              <a:pPr marL="271351" indent="-271351"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sym typeface="-윤고딕130"/>
                </a:rPr>
                <a:t>构筑</a:t>
              </a:r>
              <a:r>
                <a:rPr lang="en-US" altLang="zh-CN" sz="1200" dirty="0">
                  <a:latin typeface="微软雅黑" panose="020B0503020204020204" pitchFamily="34" charset="-122"/>
                  <a:ea typeface="微软雅黑" panose="020B0503020204020204" pitchFamily="34" charset="-122"/>
                  <a:sym typeface="-윤고딕130"/>
                </a:rPr>
                <a:t>IT</a:t>
              </a:r>
              <a:r>
                <a:rPr lang="zh-CN" altLang="en-US" sz="1200" dirty="0">
                  <a:latin typeface="微软雅黑" panose="020B0503020204020204" pitchFamily="34" charset="-122"/>
                  <a:ea typeface="微软雅黑" panose="020B0503020204020204" pitchFamily="34" charset="-122"/>
                  <a:sym typeface="-윤고딕130"/>
                </a:rPr>
                <a:t>资产管理系统，建立标准统一的</a:t>
              </a:r>
              <a:r>
                <a:rPr lang="en-US" altLang="zh-CN" sz="1200" dirty="0">
                  <a:latin typeface="微软雅黑" panose="020B0503020204020204" pitchFamily="34" charset="-122"/>
                  <a:ea typeface="微软雅黑" panose="020B0503020204020204" pitchFamily="34" charset="-122"/>
                  <a:sym typeface="-윤고딕130"/>
                </a:rPr>
                <a:t>IT</a:t>
              </a:r>
              <a:r>
                <a:rPr lang="zh-CN" altLang="en-US" sz="1200" dirty="0">
                  <a:latin typeface="微软雅黑" panose="020B0503020204020204" pitchFamily="34" charset="-122"/>
                  <a:ea typeface="微软雅黑" panose="020B0503020204020204" pitchFamily="34" charset="-122"/>
                  <a:sym typeface="-윤고딕130"/>
                </a:rPr>
                <a:t>资产管理基准信息：物料分类体系、存放位置、故障</a:t>
              </a:r>
              <a:r>
                <a:rPr lang="en-US" altLang="zh-CN" sz="1200" dirty="0">
                  <a:latin typeface="微软雅黑" panose="020B0503020204020204" pitchFamily="34" charset="-122"/>
                  <a:ea typeface="微软雅黑" panose="020B0503020204020204" pitchFamily="34" charset="-122"/>
                  <a:sym typeface="-윤고딕130"/>
                </a:rPr>
                <a:t>&amp;</a:t>
              </a:r>
              <a:r>
                <a:rPr lang="zh-CN" altLang="en-US" sz="1200" dirty="0">
                  <a:latin typeface="微软雅黑" panose="020B0503020204020204" pitchFamily="34" charset="-122"/>
                  <a:ea typeface="微软雅黑" panose="020B0503020204020204" pitchFamily="34" charset="-122"/>
                  <a:sym typeface="-윤고딕130"/>
                </a:rPr>
                <a:t>维修类型等。</a:t>
              </a:r>
              <a:endParaRPr lang="en-US" altLang="zh-CN" sz="1200" dirty="0">
                <a:latin typeface="微软雅黑" panose="020B0503020204020204" pitchFamily="34" charset="-122"/>
                <a:ea typeface="微软雅黑" panose="020B0503020204020204" pitchFamily="34" charset="-122"/>
                <a:sym typeface="-윤고딕130"/>
              </a:endParaRPr>
            </a:p>
            <a:p>
              <a:pPr marL="271351" indent="-271351"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sym typeface="-윤고딕130"/>
                </a:rPr>
                <a:t>开发</a:t>
              </a:r>
              <a:r>
                <a:rPr lang="en-US" altLang="zh-CN" sz="1200" dirty="0">
                  <a:latin typeface="微软雅黑" panose="020B0503020204020204" pitchFamily="34" charset="-122"/>
                  <a:ea typeface="微软雅黑" panose="020B0503020204020204" pitchFamily="34" charset="-122"/>
                  <a:sym typeface="-윤고딕130"/>
                </a:rPr>
                <a:t>IT</a:t>
              </a:r>
              <a:r>
                <a:rPr lang="zh-CN" altLang="en-US" sz="1200" dirty="0">
                  <a:latin typeface="微软雅黑" panose="020B0503020204020204" pitchFamily="34" charset="-122"/>
                  <a:ea typeface="微软雅黑" panose="020B0503020204020204" pitchFamily="34" charset="-122"/>
                  <a:sym typeface="-윤고딕130"/>
                </a:rPr>
                <a:t>硬件资产耗材从入库登记、领用、借用、返还、变更、标签打印等日常业务管理功能，以及维修报废登记及状态管理、维保期管理、资产盘点管理等功能画面。</a:t>
              </a:r>
              <a:endParaRPr lang="en-US" altLang="zh-CN" sz="1200" dirty="0">
                <a:latin typeface="微软雅黑" panose="020B0503020204020204" pitchFamily="34" charset="-122"/>
                <a:ea typeface="微软雅黑" panose="020B0503020204020204" pitchFamily="34" charset="-122"/>
                <a:sym typeface="-윤고딕130"/>
              </a:endParaRPr>
            </a:p>
            <a:p>
              <a:pPr marL="271351" indent="-271351"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sym typeface="-윤고딕130"/>
                </a:rPr>
                <a:t>开发基本的报表查询画面：资产耗材等物料清单查询、出入库履历、主资产别耗材发放履历、维修履历查询及金额</a:t>
              </a:r>
              <a:r>
                <a:rPr lang="en-US" altLang="zh-CN" sz="1200" dirty="0">
                  <a:latin typeface="微软雅黑" panose="020B0503020204020204" pitchFamily="34" charset="-122"/>
                  <a:ea typeface="微软雅黑" panose="020B0503020204020204" pitchFamily="34" charset="-122"/>
                  <a:sym typeface="-윤고딕130"/>
                </a:rPr>
                <a:t>SUM</a:t>
              </a:r>
              <a:r>
                <a:rPr lang="zh-CN" altLang="en-US" sz="1200" dirty="0">
                  <a:latin typeface="微软雅黑" panose="020B0503020204020204" pitchFamily="34" charset="-122"/>
                  <a:ea typeface="微软雅黑" panose="020B0503020204020204" pitchFamily="34" charset="-122"/>
                  <a:sym typeface="-윤고딕130"/>
                </a:rPr>
                <a:t>，以及年度别报废清单查询等；</a:t>
              </a:r>
              <a:endParaRPr lang="en-US" altLang="zh-CN" sz="1200" dirty="0">
                <a:latin typeface="微软雅黑" panose="020B0503020204020204" pitchFamily="34" charset="-122"/>
                <a:ea typeface="微软雅黑" panose="020B0503020204020204" pitchFamily="34" charset="-122"/>
                <a:sym typeface="-윤고딕130"/>
              </a:endParaRPr>
            </a:p>
            <a:p>
              <a:pPr marL="271351" indent="-271351" algn="l">
                <a:lnSpc>
                  <a:spcPct val="150000"/>
                </a:lnSpc>
                <a:buFont typeface="Wingdings" panose="05000000000000000000" pitchFamily="2" charset="2"/>
                <a:buChar char="Ø"/>
              </a:pPr>
              <a:r>
                <a:rPr lang="zh-CN" altLang="en-US" sz="1200" dirty="0">
                  <a:latin typeface="微软雅黑" panose="020B0503020204020204" pitchFamily="34" charset="-122"/>
                  <a:ea typeface="微软雅黑" panose="020B0503020204020204" pitchFamily="34" charset="-122"/>
                  <a:sym typeface="-윤고딕130"/>
                </a:rPr>
                <a:t>最终实现资产、耗材最小单位别的</a:t>
              </a:r>
              <a:r>
                <a:rPr lang="en-US" altLang="zh-CN" sz="1200" dirty="0">
                  <a:latin typeface="微软雅黑" panose="020B0503020204020204" pitchFamily="34" charset="-122"/>
                  <a:ea typeface="微软雅黑" panose="020B0503020204020204" pitchFamily="34" charset="-122"/>
                  <a:sym typeface="-윤고딕130"/>
                </a:rPr>
                <a:t>all lifecycle</a:t>
              </a:r>
              <a:r>
                <a:rPr lang="zh-CN" altLang="en-US" sz="1200" dirty="0">
                  <a:latin typeface="微软雅黑" panose="020B0503020204020204" pitchFamily="34" charset="-122"/>
                  <a:ea typeface="微软雅黑" panose="020B0503020204020204" pitchFamily="34" charset="-122"/>
                  <a:sym typeface="-윤고딕130"/>
                </a:rPr>
                <a:t>的实时现况的把握及管理；并通过可确认资产别投入维修及耗材的全部履历及价值汇总，为资产的后续维修报废与否等意思决定提供量化数据依据。</a:t>
              </a:r>
              <a:endParaRPr lang="en-US" altLang="zh-CN" sz="1300" dirty="0">
                <a:latin typeface="微软雅黑" panose="020B0503020204020204" pitchFamily="34" charset="-122"/>
                <a:ea typeface="微软雅黑" panose="020B0503020204020204" pitchFamily="34" charset="-122"/>
                <a:sym typeface="-윤고딕130"/>
              </a:endParaRPr>
            </a:p>
          </p:txBody>
        </p:sp>
      </p:grpSp>
      <p:cxnSp>
        <p:nvCxnSpPr>
          <p:cNvPr id="12" name="直接连接符 18">
            <a:extLst>
              <a:ext uri="{FF2B5EF4-FFF2-40B4-BE49-F238E27FC236}">
                <a16:creationId xmlns:a16="http://schemas.microsoft.com/office/drawing/2014/main" id="{8CCB943C-7064-4DD7-BB5B-82879BB112D5}"/>
              </a:ext>
            </a:extLst>
          </p:cNvPr>
          <p:cNvCxnSpPr>
            <a:cxnSpLocks noChangeShapeType="1"/>
          </p:cNvCxnSpPr>
          <p:nvPr>
            <p:custDataLst>
              <p:tags r:id="rId2"/>
            </p:custDataLst>
          </p:nvPr>
        </p:nvCxnSpPr>
        <p:spPr bwMode="auto">
          <a:xfrm>
            <a:off x="416496" y="4299740"/>
            <a:ext cx="8844681" cy="2233"/>
          </a:xfrm>
          <a:prstGeom prst="line">
            <a:avLst/>
          </a:prstGeom>
          <a:noFill/>
          <a:ln w="9525" algn="ctr">
            <a:solidFill>
              <a:schemeClr val="tx1"/>
            </a:solidFill>
            <a:prstDash val="dash"/>
            <a:round/>
            <a:headEnd/>
            <a:tailEnd/>
          </a:ln>
        </p:spPr>
      </p:cxnSp>
    </p:spTree>
    <p:extLst>
      <p:ext uri="{BB962C8B-B14F-4D97-AF65-F5344CB8AC3E}">
        <p14:creationId xmlns:p14="http://schemas.microsoft.com/office/powerpoint/2010/main" val="2554859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내용 개체 틀 1">
            <a:extLst>
              <a:ext uri="{FF2B5EF4-FFF2-40B4-BE49-F238E27FC236}">
                <a16:creationId xmlns:a16="http://schemas.microsoft.com/office/drawing/2014/main" id="{32A535B6-2F25-4675-BFD0-C02AFE7A5A13}"/>
              </a:ext>
            </a:extLst>
          </p:cNvPr>
          <p:cNvSpPr txBox="1">
            <a:spLocks/>
          </p:cNvSpPr>
          <p:nvPr/>
        </p:nvSpPr>
        <p:spPr>
          <a:xfrm>
            <a:off x="177652" y="2804573"/>
            <a:ext cx="9793088" cy="4608511"/>
          </a:xfrm>
          <a:prstGeom prst="rect">
            <a:avLst/>
          </a:prstGeom>
        </p:spPr>
        <p:txBody>
          <a:bodyPr vert="horz" lIns="91440" tIns="45720" rIns="91440" bIns="45720" rtlCol="0">
            <a:normAutofit/>
          </a:bodyPr>
          <a:lstStyle>
            <a:lvl1pPr marL="180975" indent="-180975" algn="l" defTabSz="914400" rtl="0" eaLnBrk="1" latinLnBrk="1" hangingPunct="1">
              <a:spcBef>
                <a:spcPct val="20000"/>
              </a:spcBef>
              <a:buFont typeface="Arial" panose="020B0604020202020204" pitchFamily="34" charset="0"/>
              <a:buChar char="•"/>
              <a:defRPr lang="ko-KR" altLang="en-US" sz="1400" kern="1200">
                <a:solidFill>
                  <a:schemeClr val="tx1"/>
                </a:solidFill>
                <a:latin typeface="현대체 Light" panose="02020603020101020101" pitchFamily="18" charset="-127"/>
                <a:ea typeface="현대체 Light" panose="02020603020101020101" pitchFamily="18" charset="-127"/>
                <a:cs typeface="현대체 Medium" panose="02020503020101020101" pitchFamily="18" charset="-127"/>
              </a:defRPr>
            </a:lvl1pPr>
            <a:lvl2pPr marL="457200" indent="0" algn="l" defTabSz="914400" rtl="0" eaLnBrk="1" latinLnBrk="1" hangingPunct="1">
              <a:spcBef>
                <a:spcPct val="20000"/>
              </a:spcBef>
              <a:buFont typeface="Arial" panose="020B0604020202020204" pitchFamily="34" charset="0"/>
              <a:buNone/>
              <a:defRPr sz="1500" kern="1200">
                <a:solidFill>
                  <a:schemeClr val="tx1"/>
                </a:solidFill>
                <a:latin typeface="현대체Medium" panose="02020603020101020101" pitchFamily="18" charset="-127"/>
                <a:ea typeface="현대체Medium" panose="02020603020101020101" pitchFamily="18" charset="-127"/>
                <a:cs typeface="현대체 Medium" panose="02020503020101020101" pitchFamily="18" charset="-127"/>
              </a:defRPr>
            </a:lvl2pPr>
            <a:lvl3pPr marL="361950" indent="-163513" algn="l" defTabSz="914400" rtl="0" eaLnBrk="1" latinLnBrk="1" hangingPunct="1">
              <a:spcBef>
                <a:spcPct val="20000"/>
              </a:spcBef>
              <a:buFont typeface="현대체 Medium" panose="02020503020101020101" pitchFamily="18" charset="-127"/>
              <a:buChar char="-"/>
              <a:defRPr lang="ko-KR" altLang="en-US" sz="1400" kern="1200">
                <a:solidFill>
                  <a:schemeClr val="tx1"/>
                </a:solidFill>
                <a:latin typeface="현대체 Light" panose="02020603020101020101" pitchFamily="18" charset="-127"/>
                <a:ea typeface="현대체 Light" panose="02020603020101020101" pitchFamily="18" charset="-127"/>
                <a:cs typeface="현대체 Medium" panose="02020503020101020101" pitchFamily="18" charset="-127"/>
              </a:defRPr>
            </a:lvl3pPr>
            <a:lvl4pPr marL="534988" indent="-130175" algn="l" defTabSz="914400" rtl="0" eaLnBrk="1" latinLnBrk="1" hangingPunct="1">
              <a:spcBef>
                <a:spcPct val="20000"/>
              </a:spcBef>
              <a:buFont typeface="현대체 Light" panose="02020603020101020101" pitchFamily="18" charset="-127"/>
              <a:buChar char="·"/>
              <a:defRPr lang="ko-KR" altLang="en-US" sz="1400" kern="1200">
                <a:solidFill>
                  <a:schemeClr val="tx2"/>
                </a:solidFill>
                <a:latin typeface="현대체 Light" panose="02020603020101020101" pitchFamily="18" charset="-127"/>
                <a:ea typeface="현대체 Light" panose="02020603020101020101" pitchFamily="18" charset="-127"/>
                <a:cs typeface="현대체 Medium" panose="02020503020101020101" pitchFamily="18" charset="-127"/>
              </a:defRPr>
            </a:lvl4pPr>
            <a:lvl5pPr marL="715963" indent="-120650" algn="l" defTabSz="914400" rtl="0" eaLnBrk="1" latinLnBrk="1" hangingPunct="1">
              <a:spcBef>
                <a:spcPct val="20000"/>
              </a:spcBef>
              <a:buFont typeface="Arial" panose="020B0604020202020204" pitchFamily="34" charset="0"/>
              <a:buChar char="›"/>
              <a:defRPr lang="ko-KR" altLang="en-US" sz="1400" kern="1200">
                <a:solidFill>
                  <a:schemeClr val="tx2"/>
                </a:solidFill>
                <a:latin typeface="현대체 Light" panose="02020603020101020101" pitchFamily="18" charset="-127"/>
                <a:ea typeface="현대체 Light" panose="02020603020101020101" pitchFamily="18" charset="-127"/>
                <a:cs typeface="현대체 Medium" panose="02020503020101020101" pitchFamily="18" charset="-127"/>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endParaRPr lang="en-US" altLang="zh-CN" sz="1200">
              <a:solidFill>
                <a:srgbClr val="000000"/>
              </a:solidFill>
              <a:latin typeface="微软雅黑" panose="020B0503020204020204" pitchFamily="34" charset="-122"/>
              <a:ea typeface="微软雅黑" panose="020B0503020204020204" pitchFamily="34" charset="-122"/>
            </a:endParaRPr>
          </a:p>
        </p:txBody>
      </p:sp>
      <p:graphicFrame>
        <p:nvGraphicFramePr>
          <p:cNvPr id="12" name="表格 11">
            <a:extLst>
              <a:ext uri="{FF2B5EF4-FFF2-40B4-BE49-F238E27FC236}">
                <a16:creationId xmlns:a16="http://schemas.microsoft.com/office/drawing/2014/main" id="{DAA6543C-4E33-4EF5-A571-077094AB87C4}"/>
              </a:ext>
            </a:extLst>
          </p:cNvPr>
          <p:cNvGraphicFramePr>
            <a:graphicFrameLocks noGrp="1"/>
          </p:cNvGraphicFramePr>
          <p:nvPr>
            <p:extLst>
              <p:ext uri="{D42A27DB-BD31-4B8C-83A1-F6EECF244321}">
                <p14:modId xmlns:p14="http://schemas.microsoft.com/office/powerpoint/2010/main" val="3099005578"/>
              </p:ext>
            </p:extLst>
          </p:nvPr>
        </p:nvGraphicFramePr>
        <p:xfrm>
          <a:off x="475352" y="2464694"/>
          <a:ext cx="4368069" cy="3619702"/>
        </p:xfrm>
        <a:graphic>
          <a:graphicData uri="http://schemas.openxmlformats.org/drawingml/2006/table">
            <a:tbl>
              <a:tblPr/>
              <a:tblGrid>
                <a:gridCol w="824696">
                  <a:extLst>
                    <a:ext uri="{9D8B030D-6E8A-4147-A177-3AD203B41FA5}">
                      <a16:colId xmlns:a16="http://schemas.microsoft.com/office/drawing/2014/main" val="20000"/>
                    </a:ext>
                  </a:extLst>
                </a:gridCol>
                <a:gridCol w="549967">
                  <a:extLst>
                    <a:ext uri="{9D8B030D-6E8A-4147-A177-3AD203B41FA5}">
                      <a16:colId xmlns:a16="http://schemas.microsoft.com/office/drawing/2014/main" val="20001"/>
                    </a:ext>
                  </a:extLst>
                </a:gridCol>
                <a:gridCol w="726721">
                  <a:extLst>
                    <a:ext uri="{9D8B030D-6E8A-4147-A177-3AD203B41FA5}">
                      <a16:colId xmlns:a16="http://schemas.microsoft.com/office/drawing/2014/main" val="901165787"/>
                    </a:ext>
                  </a:extLst>
                </a:gridCol>
                <a:gridCol w="1027568">
                  <a:extLst>
                    <a:ext uri="{9D8B030D-6E8A-4147-A177-3AD203B41FA5}">
                      <a16:colId xmlns:a16="http://schemas.microsoft.com/office/drawing/2014/main" val="2862647806"/>
                    </a:ext>
                  </a:extLst>
                </a:gridCol>
                <a:gridCol w="628616">
                  <a:extLst>
                    <a:ext uri="{9D8B030D-6E8A-4147-A177-3AD203B41FA5}">
                      <a16:colId xmlns:a16="http://schemas.microsoft.com/office/drawing/2014/main" val="3628327271"/>
                    </a:ext>
                  </a:extLst>
                </a:gridCol>
                <a:gridCol w="34437">
                  <a:extLst>
                    <a:ext uri="{9D8B030D-6E8A-4147-A177-3AD203B41FA5}">
                      <a16:colId xmlns:a16="http://schemas.microsoft.com/office/drawing/2014/main" val="696527033"/>
                    </a:ext>
                  </a:extLst>
                </a:gridCol>
                <a:gridCol w="34437">
                  <a:extLst>
                    <a:ext uri="{9D8B030D-6E8A-4147-A177-3AD203B41FA5}">
                      <a16:colId xmlns:a16="http://schemas.microsoft.com/office/drawing/2014/main" val="3040662005"/>
                    </a:ext>
                  </a:extLst>
                </a:gridCol>
                <a:gridCol w="541627">
                  <a:extLst>
                    <a:ext uri="{9D8B030D-6E8A-4147-A177-3AD203B41FA5}">
                      <a16:colId xmlns:a16="http://schemas.microsoft.com/office/drawing/2014/main" val="2996617593"/>
                    </a:ext>
                  </a:extLst>
                </a:gridCol>
              </a:tblGrid>
              <a:tr h="353464">
                <a:tc>
                  <a:txBody>
                    <a:bodyPr/>
                    <a:lstStyle/>
                    <a:p>
                      <a:pPr algn="ctr" rtl="0"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分类</a:t>
                      </a:r>
                    </a:p>
                  </a:txBody>
                  <a:tcPr marL="9037" marR="9037" marT="9071" marB="0" anchor="ctr">
                    <a:lnL w="12700" cap="flat" cmpd="sng" algn="ctr">
                      <a:solidFill>
                        <a:schemeClr val="tx1"/>
                      </a:solidFill>
                      <a:prstDash val="solid"/>
                      <a:round/>
                      <a:headEnd type="none" w="med" len="med"/>
                      <a:tailEnd type="none" w="med" len="med"/>
                    </a:lnL>
                    <a:lnR w="6350" cap="flat" cmpd="sng" algn="ctr">
                      <a:solidFill>
                        <a:srgbClr val="333333"/>
                      </a:solidFill>
                      <a:prstDash val="solid"/>
                      <a:round/>
                      <a:headEnd type="none" w="med" len="med"/>
                      <a:tailEnd type="none" w="med" len="med"/>
                    </a:lnR>
                    <a:lnT w="19050" cap="flat" cmpd="sng" algn="ctr">
                      <a:solidFill>
                        <a:srgbClr val="333333"/>
                      </a:solidFill>
                      <a:prstDash val="solid"/>
                      <a:round/>
                      <a:headEnd type="none" w="med" len="med"/>
                      <a:tailEnd type="none" w="med" len="med"/>
                    </a:lnT>
                    <a:lnB w="19050" cap="flat" cmpd="sng" algn="ctr">
                      <a:solidFill>
                        <a:srgbClr val="333333"/>
                      </a:solidFill>
                      <a:prstDash val="solid"/>
                      <a:round/>
                      <a:headEnd type="none" w="med" len="med"/>
                      <a:tailEnd type="none" w="med" len="med"/>
                    </a:lnB>
                    <a:solidFill>
                      <a:srgbClr val="F7F1D5"/>
                    </a:solidFill>
                  </a:tcPr>
                </a:tc>
                <a:tc>
                  <a:txBody>
                    <a:bodyPr/>
                    <a:lstStyle/>
                    <a:p>
                      <a:pPr algn="ctr" rtl="0" fontAlgn="ct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月</a:t>
                      </a:r>
                    </a:p>
                  </a:txBody>
                  <a:tcPr marL="9037" marR="9037" marT="9071" marB="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19050" cap="flat" cmpd="sng" algn="ctr">
                      <a:solidFill>
                        <a:srgbClr val="333333"/>
                      </a:solidFill>
                      <a:prstDash val="solid"/>
                      <a:round/>
                      <a:headEnd type="none" w="med" len="med"/>
                      <a:tailEnd type="none" w="med" len="med"/>
                    </a:lnT>
                    <a:lnB w="19050" cap="flat" cmpd="sng" algn="ctr">
                      <a:solidFill>
                        <a:srgbClr val="333333"/>
                      </a:solidFill>
                      <a:prstDash val="solid"/>
                      <a:round/>
                      <a:headEnd type="none" w="med" len="med"/>
                      <a:tailEnd type="none" w="med" len="med"/>
                    </a:lnB>
                    <a:solidFill>
                      <a:srgbClr val="F7F1D5"/>
                    </a:solidFill>
                  </a:tcPr>
                </a:tc>
                <a:tc>
                  <a:txBody>
                    <a:bodyPr/>
                    <a:lstStyle/>
                    <a:p>
                      <a:pPr algn="ctr" rtl="0"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4</a:t>
                      </a:r>
                      <a:r>
                        <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~5</a:t>
                      </a:r>
                      <a:r>
                        <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037" marR="9037" marT="9071" marB="0" anchor="ct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19050" cap="flat" cmpd="sng" algn="ctr">
                      <a:solidFill>
                        <a:srgbClr val="333333"/>
                      </a:solidFill>
                      <a:prstDash val="solid"/>
                      <a:round/>
                      <a:headEnd type="none" w="med" len="med"/>
                      <a:tailEnd type="none" w="med" len="med"/>
                    </a:lnT>
                    <a:lnB w="19050" cap="flat" cmpd="sng" algn="ctr">
                      <a:solidFill>
                        <a:srgbClr val="333333"/>
                      </a:solidFill>
                      <a:prstDash val="solid"/>
                      <a:round/>
                      <a:headEnd type="none" w="med" len="med"/>
                      <a:tailEnd type="none" w="med" len="med"/>
                    </a:lnB>
                    <a:solidFill>
                      <a:srgbClr val="F7F1D5"/>
                    </a:solidFill>
                  </a:tcPr>
                </a:tc>
                <a:tc>
                  <a:txBody>
                    <a:bodyPr/>
                    <a:lstStyle/>
                    <a:p>
                      <a:pPr algn="ctr" rtl="0"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6</a:t>
                      </a:r>
                      <a:r>
                        <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~9</a:t>
                      </a:r>
                      <a:r>
                        <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037" marR="9037" marT="9071" marB="0" anchor="ctr">
                    <a:lnL w="6350" cap="flat" cmpd="sng" algn="ctr">
                      <a:solidFill>
                        <a:srgbClr val="333333"/>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9050" cap="flat" cmpd="sng" algn="ctr">
                      <a:solidFill>
                        <a:srgbClr val="333333"/>
                      </a:solidFill>
                      <a:prstDash val="solid"/>
                      <a:round/>
                      <a:headEnd type="none" w="med" len="med"/>
                      <a:tailEnd type="none" w="med" len="med"/>
                    </a:lnT>
                    <a:lnB w="19050" cap="flat" cmpd="sng" algn="ctr">
                      <a:solidFill>
                        <a:srgbClr val="333333"/>
                      </a:solidFill>
                      <a:prstDash val="solid"/>
                      <a:round/>
                      <a:headEnd type="none" w="med" len="med"/>
                      <a:tailEnd type="none" w="med" len="med"/>
                    </a:lnB>
                    <a:solidFill>
                      <a:srgbClr val="F7F1D5"/>
                    </a:solidFill>
                  </a:tcPr>
                </a:tc>
                <a:tc gridSpan="2">
                  <a:txBody>
                    <a:bodyPr/>
                    <a:lstStyle/>
                    <a:p>
                      <a:pPr algn="ctr" rtl="0"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22/10</a:t>
                      </a:r>
                      <a:r>
                        <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037" marR="9037" marT="9071"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9050" cap="flat" cmpd="sng" algn="ctr">
                      <a:solidFill>
                        <a:srgbClr val="333333"/>
                      </a:solidFill>
                      <a:prstDash val="solid"/>
                      <a:round/>
                      <a:headEnd type="none" w="med" len="med"/>
                      <a:tailEnd type="none" w="med" len="med"/>
                    </a:lnT>
                    <a:lnB w="19050" cap="flat" cmpd="sng" algn="ctr">
                      <a:solidFill>
                        <a:srgbClr val="333333"/>
                      </a:solidFill>
                      <a:prstDash val="solid"/>
                      <a:round/>
                      <a:headEnd type="none" w="med" len="med"/>
                      <a:tailEnd type="none" w="med" len="med"/>
                    </a:lnB>
                    <a:solidFill>
                      <a:srgbClr val="F7F1D5"/>
                    </a:solidFill>
                  </a:tcPr>
                </a:tc>
                <a:tc hMerge="1">
                  <a:txBody>
                    <a:bodyPr/>
                    <a:lstStyle/>
                    <a:p>
                      <a:pPr algn="ctr" rtl="0" fontAlgn="ctr"/>
                      <a:endPar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9037" marR="9037" marT="9071"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9050" cap="flat" cmpd="sng" algn="ctr">
                      <a:solidFill>
                        <a:srgbClr val="333333"/>
                      </a:solidFill>
                      <a:prstDash val="solid"/>
                      <a:round/>
                      <a:headEnd type="none" w="med" len="med"/>
                      <a:tailEnd type="none" w="med" len="med"/>
                    </a:lnT>
                    <a:lnB w="19050" cap="flat" cmpd="sng" algn="ctr">
                      <a:solidFill>
                        <a:srgbClr val="333333"/>
                      </a:solidFill>
                      <a:prstDash val="solid"/>
                      <a:round/>
                      <a:headEnd type="none" w="med" len="med"/>
                      <a:tailEnd type="none" w="med" len="med"/>
                    </a:lnB>
                    <a:solidFill>
                      <a:srgbClr val="F7F1D5"/>
                    </a:solidFill>
                  </a:tcPr>
                </a:tc>
                <a:tc gridSpan="2">
                  <a:txBody>
                    <a:bodyPr/>
                    <a:lstStyle/>
                    <a:p>
                      <a:pPr algn="ctr" rtl="0" fontAlgn="ct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22/11</a:t>
                      </a:r>
                      <a:r>
                        <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月</a:t>
                      </a:r>
                    </a:p>
                  </a:txBody>
                  <a:tcPr marL="9037" marR="9037" marT="9071" marB="0" anchor="ct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333333"/>
                      </a:solidFill>
                      <a:prstDash val="solid"/>
                      <a:round/>
                      <a:headEnd type="none" w="med" len="med"/>
                      <a:tailEnd type="none" w="med" len="med"/>
                    </a:lnT>
                    <a:lnB w="19050" cap="flat" cmpd="sng" algn="ctr">
                      <a:solidFill>
                        <a:srgbClr val="333333"/>
                      </a:solidFill>
                      <a:prstDash val="solid"/>
                      <a:round/>
                      <a:headEnd type="none" w="med" len="med"/>
                      <a:tailEnd type="none" w="med" len="med"/>
                    </a:lnB>
                    <a:solidFill>
                      <a:srgbClr val="F7F1D5"/>
                    </a:solidFill>
                  </a:tcPr>
                </a:tc>
                <a:tc hMerge="1">
                  <a:txBody>
                    <a:bodyPr/>
                    <a:lstStyle/>
                    <a:p>
                      <a:endParaRPr lang="zh-CN"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524506">
                <a:tc>
                  <a:txBody>
                    <a:bodyPr/>
                    <a:lstStyle/>
                    <a:p>
                      <a:pPr algn="ctr" rtl="0" fontAlgn="ctr"/>
                      <a:r>
                        <a:rPr lang="en-US" sz="1200" b="0" i="0" u="none" strike="noStrike" dirty="0">
                          <a:solidFill>
                            <a:srgbClr val="000000"/>
                          </a:solidFill>
                          <a:effectLst/>
                          <a:latin typeface="微软雅黑" panose="020B0503020204020204" pitchFamily="34" charset="-122"/>
                          <a:ea typeface="微软雅黑" panose="020B0503020204020204" pitchFamily="34" charset="-122"/>
                        </a:rPr>
                        <a:t>Milestone</a:t>
                      </a:r>
                    </a:p>
                  </a:txBody>
                  <a:tcPr marL="9037" marR="9037" marT="9071" marB="0" anchor="ctr">
                    <a:lnL w="12700" cap="flat" cmpd="sng" algn="ctr">
                      <a:solidFill>
                        <a:schemeClr val="tx1"/>
                      </a:solidFill>
                      <a:prstDash val="solid"/>
                      <a:round/>
                      <a:headEnd type="none" w="med" len="med"/>
                      <a:tailEnd type="none" w="med" len="med"/>
                    </a:lnL>
                    <a:lnR w="6350" cap="flat" cmpd="sng" algn="ctr">
                      <a:solidFill>
                        <a:srgbClr val="333333"/>
                      </a:solidFill>
                      <a:prstDash val="solid"/>
                      <a:round/>
                      <a:headEnd type="none" w="med" len="med"/>
                      <a:tailEnd type="none" w="med" len="med"/>
                    </a:lnR>
                    <a:lnT w="190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FFFCC"/>
                    </a:solidFill>
                  </a:tcPr>
                </a:tc>
                <a:tc gridSpan="7">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6350" cap="flat" cmpd="sng" algn="ctr">
                      <a:solidFill>
                        <a:srgbClr val="333333"/>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333333"/>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FFCC"/>
                    </a:solidFill>
                  </a:tcPr>
                </a:tc>
                <a:tc hMerge="1">
                  <a:txBody>
                    <a:bodyPr/>
                    <a:lstStyle/>
                    <a:p>
                      <a:endParaRPr lang="zh-CN" altLang="en-US"/>
                    </a:p>
                  </a:txBody>
                  <a:tcPr>
                    <a:lnL w="12700" cap="flat" cmpd="sng" algn="ctr">
                      <a:solidFill>
                        <a:schemeClr val="tx1"/>
                      </a:solidFill>
                      <a:prstDash val="solid"/>
                      <a:round/>
                      <a:headEnd type="none" w="med" len="med"/>
                      <a:tailEnd type="none" w="med" len="med"/>
                    </a:lnL>
                    <a:lnT w="19050" cap="flat" cmpd="sng" algn="ctr">
                      <a:solidFill>
                        <a:srgbClr val="333333"/>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lnL w="12700" cap="flat" cmpd="sng" algn="ctr">
                      <a:solidFill>
                        <a:schemeClr val="tx1"/>
                      </a:solidFill>
                      <a:prstDash val="solid"/>
                      <a:round/>
                      <a:headEnd type="none" w="med" len="med"/>
                      <a:tailEnd type="none" w="med" len="med"/>
                    </a:lnL>
                    <a:lnT w="19050" cap="flat" cmpd="sng" algn="ctr">
                      <a:solidFill>
                        <a:srgbClr val="333333"/>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1100147">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项目准备</a:t>
                      </a:r>
                    </a:p>
                    <a:p>
                      <a:pPr algn="ctr" rtl="0" fontAlgn="ct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ctr" rtl="0"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项目范围</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037" marR="9037" marT="9071" marB="0" anchor="ctr">
                    <a:lnL w="12700" cap="flat" cmpd="sng" algn="ctr">
                      <a:solidFill>
                        <a:schemeClr val="tx1"/>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2F2F2"/>
                    </a:solidFill>
                  </a:tcPr>
                </a:tc>
                <a:tc>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6350" cap="flat" cmpd="sng" algn="ctr">
                      <a:solidFill>
                        <a:srgbClr val="333333"/>
                      </a:solidFill>
                      <a:prstDash val="solid"/>
                      <a:round/>
                      <a:headEnd type="none" w="med" len="med"/>
                      <a:tailEnd type="none" w="med" len="med"/>
                    </a:lnL>
                    <a:lnR w="12700" cap="flat" cmpd="sng" algn="ctr">
                      <a:solidFill>
                        <a:srgbClr val="0000FF"/>
                      </a:solidFill>
                      <a:prstDash val="dash"/>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12700" cap="flat" cmpd="sng" algn="ctr">
                      <a:solidFill>
                        <a:srgbClr val="0000FF"/>
                      </a:solidFill>
                      <a:prstDash val="dash"/>
                      <a:round/>
                      <a:headEnd type="none" w="med" len="med"/>
                      <a:tailEnd type="none" w="med" len="med"/>
                    </a:lnL>
                    <a:lnR w="12700" cap="flat" cmpd="sng" algn="ctr">
                      <a:solidFill>
                        <a:srgbClr val="FF0000"/>
                      </a:solidFill>
                      <a:prstDash val="dash"/>
                      <a:round/>
                      <a:headEnd type="none" w="med" len="med"/>
                      <a:tailEnd type="none" w="med" len="med"/>
                    </a:lnR>
                    <a:lnB w="6350" cap="flat" cmpd="sng" algn="ctr">
                      <a:solidFill>
                        <a:srgbClr val="A6A6A6"/>
                      </a:solidFill>
                      <a:prstDash val="solid"/>
                      <a:round/>
                      <a:headEnd type="none" w="med" len="med"/>
                      <a:tailEnd type="none" w="med" len="med"/>
                    </a:lnB>
                  </a:tcPr>
                </a:tc>
                <a:tc>
                  <a:txBody>
                    <a:bodyPr/>
                    <a:lstStyle/>
                    <a:p>
                      <a:pPr algn="ctr" fontAlgn="ctr"/>
                      <a:r>
                        <a:rPr lang="zh-CN" altLang="en-US" sz="17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700" b="0" i="0" u="none" strike="noStrike" dirty="0">
                        <a:solidFill>
                          <a:srgbClr val="000000"/>
                        </a:solidFill>
                        <a:effectLst/>
                        <a:latin typeface="微软雅黑" panose="020B0503020204020204" pitchFamily="34" charset="-122"/>
                        <a:ea typeface="微软雅黑" panose="020B0503020204020204" pitchFamily="34" charset="-122"/>
                      </a:endParaRPr>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B w="6350" cap="flat" cmpd="sng" algn="ctr">
                      <a:solidFill>
                        <a:srgbClr val="A6A6A6"/>
                      </a:solidFill>
                      <a:prstDash val="solid"/>
                      <a:round/>
                      <a:headEnd type="none" w="med" len="med"/>
                      <a:tailEnd type="none" w="med" len="med"/>
                    </a:lnB>
                  </a:tcPr>
                </a:tc>
                <a:tc>
                  <a:txBody>
                    <a:bodyPr/>
                    <a:lstStyle/>
                    <a:p>
                      <a:r>
                        <a:rPr lang="zh-CN" altLang="en-US" sz="1700" b="0" i="0" u="none" strike="noStrike" kern="1200">
                          <a:solidFill>
                            <a:srgbClr val="000000"/>
                          </a:solidFill>
                          <a:effectLst/>
                          <a:latin typeface="微软雅黑" panose="020B0503020204020204" pitchFamily="34" charset="-122"/>
                          <a:ea typeface="微软雅黑" panose="020B0503020204020204" pitchFamily="34" charset="-122"/>
                          <a:cs typeface="+mn-cs"/>
                        </a:rPr>
                        <a:t>　</a:t>
                      </a:r>
                      <a:endParaRPr lang="zh-CN" altLang="en-US" dirty="0"/>
                    </a:p>
                  </a:txBody>
                  <a:tcPr marL="9037" marR="9037" marT="9071" marB="0" anchor="ctr">
                    <a:lnL w="12700" cap="flat" cmpd="sng" algn="ctr">
                      <a:solidFill>
                        <a:srgbClr val="0000FF"/>
                      </a:solidFill>
                      <a:prstDash val="dash"/>
                      <a:round/>
                      <a:headEnd type="none" w="med" len="med"/>
                      <a:tailEnd type="none" w="med" len="med"/>
                    </a:lnL>
                    <a:lnR w="12700" cap="flat" cmpd="sng" algn="ctr">
                      <a:solidFill>
                        <a:srgbClr val="FF0000"/>
                      </a:solidFill>
                      <a:prstDash val="dash"/>
                      <a:round/>
                      <a:headEnd type="none" w="med" len="med"/>
                      <a:tailEnd type="none" w="med" len="med"/>
                    </a:lnR>
                    <a:lnB w="6350" cap="flat" cmpd="sng" algn="ctr">
                      <a:solidFill>
                        <a:srgbClr val="A6A6A6"/>
                      </a:solidFill>
                      <a:prstDash val="solid"/>
                      <a:round/>
                      <a:headEnd type="none" w="med" len="med"/>
                      <a:tailEnd type="none" w="med" len="med"/>
                    </a:lnB>
                  </a:tcPr>
                </a:tc>
                <a:tc gridSpan="2">
                  <a:txBody>
                    <a:bodyPr/>
                    <a:lstStyle/>
                    <a:p>
                      <a:endParaRPr lang="zh-CN" altLang="en-US" dirty="0"/>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B w="6350" cap="flat" cmpd="sng" algn="ctr">
                      <a:solidFill>
                        <a:srgbClr val="A6A6A6"/>
                      </a:solidFill>
                      <a:prstDash val="solid"/>
                      <a:round/>
                      <a:headEnd type="none" w="med" len="med"/>
                      <a:tailEnd type="none" w="med" len="med"/>
                    </a:lnB>
                  </a:tcPr>
                </a:tc>
                <a:tc hMerge="1">
                  <a:txBody>
                    <a:bodyPr/>
                    <a:lstStyle/>
                    <a:p>
                      <a:endParaRPr lang="zh-CN" altLang="en-US" dirty="0"/>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B w="6350" cap="flat" cmpd="sng" algn="ctr">
                      <a:solidFill>
                        <a:srgbClr val="A6A6A6"/>
                      </a:solidFill>
                      <a:prstDash val="solid"/>
                      <a:round/>
                      <a:headEnd type="none" w="med" len="med"/>
                      <a:tailEnd type="none" w="med" len="med"/>
                    </a:lnB>
                  </a:tcPr>
                </a:tc>
                <a:tc>
                  <a:txBody>
                    <a:bodyPr/>
                    <a:lstStyle/>
                    <a:p>
                      <a:endParaRPr lang="zh-CN" altLang="en-US" dirty="0"/>
                    </a:p>
                  </a:txBody>
                  <a:tcPr marL="9037" marR="9037" marT="9071" marB="0" anchor="ctr">
                    <a:lnL w="12700" cap="flat" cmpd="sng" algn="ctr">
                      <a:solidFill>
                        <a:srgbClr val="0000FF"/>
                      </a:solidFill>
                      <a:prstDash val="dash"/>
                      <a:round/>
                      <a:headEnd type="none" w="med" len="med"/>
                      <a:tailEnd type="none" w="med" len="med"/>
                    </a:lnL>
                    <a:lnR w="12700" cap="flat" cmpd="sng" algn="ctr">
                      <a:solidFill>
                        <a:schemeClr val="tx1"/>
                      </a:solidFill>
                      <a:prstDash val="solid"/>
                      <a:round/>
                      <a:headEnd type="none" w="med" len="med"/>
                      <a:tailEnd type="none" w="med" len="med"/>
                    </a:lnR>
                    <a:lnB w="635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0002"/>
                  </a:ext>
                </a:extLst>
              </a:tr>
              <a:tr h="1224136">
                <a:tc>
                  <a:txBody>
                    <a:bodyPr/>
                    <a:lstStyle/>
                    <a:p>
                      <a:pPr algn="ctr" rtl="0"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项目开发</a:t>
                      </a:r>
                    </a:p>
                  </a:txBody>
                  <a:tcPr marL="9037" marR="9037" marT="9071" marB="0" anchor="ctr">
                    <a:lnL w="12700" cap="flat" cmpd="sng" algn="ctr">
                      <a:solidFill>
                        <a:schemeClr val="tx1"/>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F2F2F2"/>
                    </a:solidFill>
                  </a:tcPr>
                </a:tc>
                <a:tc>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6350" cap="flat" cmpd="sng" algn="ctr">
                      <a:solidFill>
                        <a:srgbClr val="333333"/>
                      </a:solidFill>
                      <a:prstDash val="solid"/>
                      <a:round/>
                      <a:headEnd type="none" w="med" len="med"/>
                      <a:tailEnd type="none" w="med" len="med"/>
                    </a:lnL>
                    <a:lnR w="12700" cap="flat" cmpd="sng" algn="ctr">
                      <a:solidFill>
                        <a:srgbClr val="0000FF"/>
                      </a:solidFill>
                      <a:prstDash val="dash"/>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12700" cap="flat" cmpd="sng" algn="ctr">
                      <a:solidFill>
                        <a:srgbClr val="0000FF"/>
                      </a:solidFill>
                      <a:prstDash val="dash"/>
                      <a:round/>
                      <a:headEnd type="none" w="med" len="med"/>
                      <a:tailEnd type="none" w="med" len="med"/>
                    </a:lnL>
                    <a:lnR w="12700" cap="flat" cmpd="sng" algn="ctr">
                      <a:solidFill>
                        <a:srgbClr val="FF0000"/>
                      </a:solidFill>
                      <a:prstDash val="dash"/>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r>
                        <a:rPr lang="zh-CN" altLang="en-US" sz="1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　</a:t>
                      </a:r>
                      <a:endParaRPr lang="zh-CN" altLang="en-US" dirty="0"/>
                    </a:p>
                  </a:txBody>
                  <a:tcPr marL="9037" marR="9037" marT="9071" marB="0" anchor="ctr">
                    <a:lnL w="12700" cap="flat" cmpd="sng" algn="ctr">
                      <a:solidFill>
                        <a:srgbClr val="0000FF"/>
                      </a:solidFill>
                      <a:prstDash val="dash"/>
                      <a:round/>
                      <a:headEnd type="none" w="med" len="med"/>
                      <a:tailEnd type="none" w="med" len="med"/>
                    </a:lnL>
                    <a:lnR w="12700" cap="flat" cmpd="sng" algn="ctr">
                      <a:solidFill>
                        <a:srgbClr val="FF0000"/>
                      </a:solidFill>
                      <a:prstDash val="dash"/>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gridSpan="2">
                  <a:txBody>
                    <a:bodyPr/>
                    <a:lstStyle/>
                    <a:p>
                      <a:endParaRPr lang="zh-CN" altLang="en-US" dirty="0"/>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hMerge="1">
                  <a:txBody>
                    <a:bodyPr/>
                    <a:lstStyle/>
                    <a:p>
                      <a:endParaRPr lang="zh-CN" altLang="en-US" dirty="0"/>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tc>
                  <a:txBody>
                    <a:bodyPr/>
                    <a:lstStyle/>
                    <a:p>
                      <a:endParaRPr lang="zh-CN" altLang="en-US" dirty="0"/>
                    </a:p>
                  </a:txBody>
                  <a:tcPr marL="9037" marR="9037" marT="9071" marB="0" anchor="ctr">
                    <a:lnL w="12700" cap="flat" cmpd="sng" algn="ctr">
                      <a:solidFill>
                        <a:srgbClr val="0000FF"/>
                      </a:solidFill>
                      <a:prstDash val="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tcPr>
                </a:tc>
                <a:extLst>
                  <a:ext uri="{0D108BD9-81ED-4DB2-BD59-A6C34878D82A}">
                    <a16:rowId xmlns:a16="http://schemas.microsoft.com/office/drawing/2014/main" val="10003"/>
                  </a:ext>
                </a:extLst>
              </a:tr>
              <a:tr h="417449">
                <a:tc>
                  <a:txBody>
                    <a:bodyPr/>
                    <a:lstStyle/>
                    <a:p>
                      <a:pPr algn="ctr" rtl="0" fontAlgn="ct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系统稳定</a:t>
                      </a:r>
                    </a:p>
                  </a:txBody>
                  <a:tcPr marL="9037" marR="9037" marT="9071" marB="0" anchor="ctr">
                    <a:lnL w="12700" cap="flat" cmpd="sng" algn="ctr">
                      <a:solidFill>
                        <a:schemeClr val="tx1"/>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19050" cap="flat" cmpd="sng" algn="ctr">
                      <a:solidFill>
                        <a:srgbClr val="333333"/>
                      </a:solidFill>
                      <a:prstDash val="solid"/>
                      <a:round/>
                      <a:headEnd type="none" w="med" len="med"/>
                      <a:tailEnd type="none" w="med" len="med"/>
                    </a:lnB>
                    <a:solidFill>
                      <a:srgbClr val="F2F2F2"/>
                    </a:solidFill>
                  </a:tcPr>
                </a:tc>
                <a:tc>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6350" cap="flat" cmpd="sng" algn="ctr">
                      <a:solidFill>
                        <a:srgbClr val="333333"/>
                      </a:solidFill>
                      <a:prstDash val="solid"/>
                      <a:round/>
                      <a:headEnd type="none" w="med" len="med"/>
                      <a:tailEnd type="none" w="med" len="med"/>
                    </a:lnL>
                    <a:lnR w="12700" cap="flat" cmpd="sng" algn="ctr">
                      <a:solidFill>
                        <a:srgbClr val="0000FF"/>
                      </a:solidFill>
                      <a:prstDash val="dash"/>
                      <a:round/>
                      <a:headEnd type="none" w="med" len="med"/>
                      <a:tailEnd type="none" w="med" len="med"/>
                    </a:lnR>
                    <a:lnT w="6350" cap="flat" cmpd="sng" algn="ctr">
                      <a:solidFill>
                        <a:srgbClr val="A6A6A6"/>
                      </a:solidFill>
                      <a:prstDash val="solid"/>
                      <a:round/>
                      <a:headEnd type="none" w="med" len="med"/>
                      <a:tailEnd type="none" w="med" len="med"/>
                    </a:lnT>
                    <a:lnB w="19050" cap="flat" cmpd="sng" algn="ctr">
                      <a:solidFill>
                        <a:srgbClr val="333333"/>
                      </a:solidFill>
                      <a:prstDash val="solid"/>
                      <a:round/>
                      <a:headEnd type="none" w="med" len="med"/>
                      <a:tailEnd type="none" w="med" len="med"/>
                    </a:lnB>
                  </a:tcPr>
                </a:tc>
                <a:tc>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12700" cap="flat" cmpd="sng" algn="ctr">
                      <a:solidFill>
                        <a:srgbClr val="0000FF"/>
                      </a:solidFill>
                      <a:prstDash val="dash"/>
                      <a:round/>
                      <a:headEnd type="none" w="med" len="med"/>
                      <a:tailEnd type="none" w="med" len="med"/>
                    </a:lnL>
                    <a:lnR w="12700" cap="flat" cmpd="sng" algn="ctr">
                      <a:solidFill>
                        <a:srgbClr val="FF0000"/>
                      </a:solidFill>
                      <a:prstDash val="dash"/>
                      <a:round/>
                      <a:headEnd type="none" w="med" len="med"/>
                      <a:tailEnd type="none" w="med" len="med"/>
                    </a:lnR>
                    <a:lnT w="6350" cap="flat" cmpd="sng" algn="ctr">
                      <a:solidFill>
                        <a:srgbClr val="A6A6A6"/>
                      </a:solidFill>
                      <a:prstDash val="solid"/>
                      <a:round/>
                      <a:headEnd type="none" w="med" len="med"/>
                      <a:tailEnd type="none" w="med" len="med"/>
                    </a:lnT>
                    <a:lnB w="19050" cap="flat" cmpd="sng" algn="ctr">
                      <a:solidFill>
                        <a:srgbClr val="333333"/>
                      </a:solidFill>
                      <a:prstDash val="solid"/>
                      <a:round/>
                      <a:headEnd type="none" w="med" len="med"/>
                      <a:tailEnd type="none" w="med" len="med"/>
                    </a:lnB>
                  </a:tcPr>
                </a:tc>
                <a:tc>
                  <a:txBody>
                    <a:bodyPr/>
                    <a:lstStyle/>
                    <a:p>
                      <a:pPr algn="ctr" fontAlgn="ctr"/>
                      <a:r>
                        <a:rPr lang="zh-CN" altLang="en-US" sz="17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T w="6350" cap="flat" cmpd="sng" algn="ctr">
                      <a:solidFill>
                        <a:srgbClr val="A6A6A6"/>
                      </a:solidFill>
                      <a:prstDash val="solid"/>
                      <a:round/>
                      <a:headEnd type="none" w="med" len="med"/>
                      <a:tailEnd type="none" w="med" len="med"/>
                    </a:lnT>
                    <a:lnB w="19050" cap="flat" cmpd="sng" algn="ctr">
                      <a:solidFill>
                        <a:srgbClr val="333333"/>
                      </a:solidFill>
                      <a:prstDash val="solid"/>
                      <a:round/>
                      <a:headEnd type="none" w="med" len="med"/>
                      <a:tailEnd type="none" w="med" len="med"/>
                    </a:lnB>
                  </a:tcPr>
                </a:tc>
                <a:tc>
                  <a:txBody>
                    <a:bodyPr/>
                    <a:lstStyle/>
                    <a:p>
                      <a:r>
                        <a:rPr lang="zh-CN" altLang="en-US" sz="1700" b="0" i="0" u="none" strike="noStrike" kern="1200" dirty="0">
                          <a:solidFill>
                            <a:srgbClr val="000000"/>
                          </a:solidFill>
                          <a:effectLst/>
                          <a:latin typeface="微软雅黑" panose="020B0503020204020204" pitchFamily="34" charset="-122"/>
                          <a:ea typeface="微软雅黑" panose="020B0503020204020204" pitchFamily="34" charset="-122"/>
                          <a:cs typeface="+mn-cs"/>
                        </a:rPr>
                        <a:t>　</a:t>
                      </a:r>
                      <a:endParaRPr lang="zh-CN" altLang="en-US" dirty="0"/>
                    </a:p>
                  </a:txBody>
                  <a:tcPr marL="9037" marR="9037" marT="9071" marB="0" anchor="ctr">
                    <a:lnL w="12700" cap="flat" cmpd="sng" algn="ctr">
                      <a:solidFill>
                        <a:srgbClr val="0000FF"/>
                      </a:solidFill>
                      <a:prstDash val="dash"/>
                      <a:round/>
                      <a:headEnd type="none" w="med" len="med"/>
                      <a:tailEnd type="none" w="med" len="med"/>
                    </a:lnL>
                    <a:lnR w="12700" cap="flat" cmpd="sng" algn="ctr">
                      <a:solidFill>
                        <a:srgbClr val="FF0000"/>
                      </a:solidFill>
                      <a:prstDash val="dash"/>
                      <a:round/>
                      <a:headEnd type="none" w="med" len="med"/>
                      <a:tailEnd type="none" w="med" len="med"/>
                    </a:lnR>
                    <a:lnT w="6350" cap="flat" cmpd="sng" algn="ctr">
                      <a:solidFill>
                        <a:srgbClr val="A6A6A6"/>
                      </a:solidFill>
                      <a:prstDash val="solid"/>
                      <a:round/>
                      <a:headEnd type="none" w="med" len="med"/>
                      <a:tailEnd type="none" w="med" len="med"/>
                    </a:lnT>
                    <a:lnB w="19050" cap="flat" cmpd="sng" algn="ctr">
                      <a:solidFill>
                        <a:srgbClr val="333333"/>
                      </a:solidFill>
                      <a:prstDash val="solid"/>
                      <a:round/>
                      <a:headEnd type="none" w="med" len="med"/>
                      <a:tailEnd type="none" w="med" len="med"/>
                    </a:lnB>
                  </a:tcPr>
                </a:tc>
                <a:tc gridSpan="2">
                  <a:txBody>
                    <a:bodyPr/>
                    <a:lstStyle/>
                    <a:p>
                      <a:endParaRPr lang="zh-CN" altLang="en-US" dirty="0"/>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T w="6350" cap="flat" cmpd="sng" algn="ctr">
                      <a:solidFill>
                        <a:srgbClr val="A6A6A6"/>
                      </a:solidFill>
                      <a:prstDash val="solid"/>
                      <a:round/>
                      <a:headEnd type="none" w="med" len="med"/>
                      <a:tailEnd type="none" w="med" len="med"/>
                    </a:lnT>
                    <a:lnB w="19050" cap="flat" cmpd="sng" algn="ctr">
                      <a:solidFill>
                        <a:srgbClr val="333333"/>
                      </a:solidFill>
                      <a:prstDash val="solid"/>
                      <a:round/>
                      <a:headEnd type="none" w="med" len="med"/>
                      <a:tailEnd type="none" w="med" len="med"/>
                    </a:lnB>
                  </a:tcPr>
                </a:tc>
                <a:tc hMerge="1">
                  <a:txBody>
                    <a:bodyPr/>
                    <a:lstStyle/>
                    <a:p>
                      <a:endParaRPr lang="zh-CN" altLang="en-US" dirty="0"/>
                    </a:p>
                  </a:txBody>
                  <a:tcPr marL="9037" marR="9037" marT="9071" marB="0" anchor="ctr">
                    <a:lnL w="12700" cap="flat" cmpd="sng" algn="ctr">
                      <a:solidFill>
                        <a:srgbClr val="FF0000"/>
                      </a:solidFill>
                      <a:prstDash val="dash"/>
                      <a:round/>
                      <a:headEnd type="none" w="med" len="med"/>
                      <a:tailEnd type="none" w="med" len="med"/>
                    </a:lnL>
                    <a:lnR w="12700" cap="flat" cmpd="sng" algn="ctr">
                      <a:solidFill>
                        <a:srgbClr val="0000FF"/>
                      </a:solidFill>
                      <a:prstDash val="dash"/>
                      <a:round/>
                      <a:headEnd type="none" w="med" len="med"/>
                      <a:tailEnd type="none" w="med" len="med"/>
                    </a:lnR>
                    <a:lnT w="6350" cap="flat" cmpd="sng" algn="ctr">
                      <a:solidFill>
                        <a:srgbClr val="A6A6A6"/>
                      </a:solidFill>
                      <a:prstDash val="solid"/>
                      <a:round/>
                      <a:headEnd type="none" w="med" len="med"/>
                      <a:tailEnd type="none" w="med" len="med"/>
                    </a:lnT>
                    <a:lnB w="19050" cap="flat" cmpd="sng" algn="ctr">
                      <a:solidFill>
                        <a:srgbClr val="333333"/>
                      </a:solidFill>
                      <a:prstDash val="solid"/>
                      <a:round/>
                      <a:headEnd type="none" w="med" len="med"/>
                      <a:tailEnd type="none" w="med" len="med"/>
                    </a:lnB>
                  </a:tcPr>
                </a:tc>
                <a:tc>
                  <a:txBody>
                    <a:bodyPr/>
                    <a:lstStyle/>
                    <a:p>
                      <a:endParaRPr lang="zh-CN" altLang="en-US" dirty="0"/>
                    </a:p>
                  </a:txBody>
                  <a:tcPr marL="9037" marR="9037" marT="9071" marB="0" anchor="ctr">
                    <a:lnL w="12700" cap="flat" cmpd="sng" algn="ctr">
                      <a:solidFill>
                        <a:srgbClr val="0000FF"/>
                      </a:solidFill>
                      <a:prstDash val="dash"/>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A6A6A6"/>
                      </a:solidFill>
                      <a:prstDash val="solid"/>
                      <a:round/>
                      <a:headEnd type="none" w="med" len="med"/>
                      <a:tailEnd type="none" w="med" len="med"/>
                    </a:lnT>
                    <a:lnB w="19050" cap="flat" cmpd="sng" algn="ctr">
                      <a:solidFill>
                        <a:srgbClr val="33333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Rectangle 3">
            <a:extLst>
              <a:ext uri="{FF2B5EF4-FFF2-40B4-BE49-F238E27FC236}">
                <a16:creationId xmlns:a16="http://schemas.microsoft.com/office/drawing/2014/main" id="{1D5E73C4-D16D-496B-9251-F8AC2D274191}"/>
              </a:ext>
            </a:extLst>
          </p:cNvPr>
          <p:cNvSpPr txBox="1">
            <a:spLocks noChangeArrowheads="1"/>
          </p:cNvSpPr>
          <p:nvPr/>
        </p:nvSpPr>
        <p:spPr bwMode="gray">
          <a:xfrm>
            <a:off x="550197" y="888033"/>
            <a:ext cx="8867299" cy="851532"/>
          </a:xfrm>
          <a:prstGeom prst="rect">
            <a:avLst/>
          </a:prstGeom>
          <a:noFill/>
          <a:ln w="9525">
            <a:noFill/>
            <a:miter lim="800000"/>
            <a:headEnd/>
            <a:tailEnd/>
          </a:ln>
        </p:spPr>
        <p:txBody>
          <a:bodyPr lIns="86823" tIns="43412" rIns="86823" bIns="43412"/>
          <a:lstStyle/>
          <a:p>
            <a:pPr algn="l" defTabSz="993337">
              <a:lnSpc>
                <a:spcPct val="150000"/>
              </a:lnSpc>
            </a:pPr>
            <a:r>
              <a:rPr lang="zh-CN" altLang="en-US" sz="1600" b="1" dirty="0">
                <a:solidFill>
                  <a:schemeClr val="tx2"/>
                </a:solidFill>
                <a:latin typeface="微软雅黑" panose="020B0503020204020204" pitchFamily="34" charset="-122"/>
                <a:ea typeface="微软雅黑" panose="020B0503020204020204" pitchFamily="34" charset="-122"/>
              </a:rPr>
              <a:t>本次课题由以下组织共同推进实施，计划</a:t>
            </a:r>
            <a:r>
              <a:rPr lang="en-US" altLang="zh-CN" sz="1600" b="1" dirty="0">
                <a:solidFill>
                  <a:schemeClr val="tx2"/>
                </a:solidFill>
                <a:latin typeface="微软雅黑" panose="020B0503020204020204" pitchFamily="34" charset="-122"/>
                <a:ea typeface="微软雅黑" panose="020B0503020204020204" pitchFamily="34" charset="-122"/>
              </a:rPr>
              <a:t>’22/4~5</a:t>
            </a:r>
            <a:r>
              <a:rPr lang="zh-CN" altLang="en-US" sz="1600" b="1" dirty="0">
                <a:solidFill>
                  <a:schemeClr val="tx2"/>
                </a:solidFill>
                <a:latin typeface="微软雅黑" panose="020B0503020204020204" pitchFamily="34" charset="-122"/>
                <a:ea typeface="微软雅黑" panose="020B0503020204020204" pitchFamily="34" charset="-122"/>
              </a:rPr>
              <a:t>月末开发需求确定和开发技术培训，</a:t>
            </a:r>
            <a:r>
              <a:rPr lang="en-US" altLang="zh-CN" sz="1600" b="1" dirty="0">
                <a:solidFill>
                  <a:schemeClr val="tx2"/>
                </a:solidFill>
                <a:latin typeface="微软雅黑" panose="020B0503020204020204" pitchFamily="34" charset="-122"/>
                <a:ea typeface="微软雅黑" panose="020B0503020204020204" pitchFamily="34" charset="-122"/>
              </a:rPr>
              <a:t>6~9</a:t>
            </a:r>
            <a:r>
              <a:rPr lang="zh-CN" altLang="en-US" sz="1600" b="1" dirty="0">
                <a:solidFill>
                  <a:schemeClr val="tx2"/>
                </a:solidFill>
                <a:latin typeface="微软雅黑" panose="020B0503020204020204" pitchFamily="34" charset="-122"/>
                <a:ea typeface="微软雅黑" panose="020B0503020204020204" pitchFamily="34" charset="-122"/>
              </a:rPr>
              <a:t>月设计开发，</a:t>
            </a:r>
            <a:r>
              <a:rPr lang="en-US" altLang="zh-CN" sz="1600" b="1" dirty="0">
                <a:solidFill>
                  <a:schemeClr val="tx2"/>
                </a:solidFill>
                <a:latin typeface="微软雅黑" panose="020B0503020204020204" pitchFamily="34" charset="-122"/>
                <a:ea typeface="微软雅黑" panose="020B0503020204020204" pitchFamily="34" charset="-122"/>
              </a:rPr>
              <a:t>10</a:t>
            </a:r>
            <a:r>
              <a:rPr lang="zh-CN" altLang="en-US" sz="1600" b="1" dirty="0">
                <a:solidFill>
                  <a:schemeClr val="tx2"/>
                </a:solidFill>
                <a:latin typeface="微软雅黑" panose="020B0503020204020204" pitchFamily="34" charset="-122"/>
                <a:ea typeface="微软雅黑" panose="020B0503020204020204" pitchFamily="34" charset="-122"/>
              </a:rPr>
              <a:t>月测试及数据移转，</a:t>
            </a:r>
            <a:r>
              <a:rPr lang="en-US" altLang="zh-CN" sz="1600" b="1" dirty="0">
                <a:solidFill>
                  <a:schemeClr val="tx2"/>
                </a:solidFill>
                <a:latin typeface="微软雅黑" panose="020B0503020204020204" pitchFamily="34" charset="-122"/>
                <a:ea typeface="微软雅黑" panose="020B0503020204020204" pitchFamily="34" charset="-122"/>
              </a:rPr>
              <a:t>10</a:t>
            </a:r>
            <a:r>
              <a:rPr lang="zh-CN" altLang="en-US" sz="1600" b="1" dirty="0">
                <a:solidFill>
                  <a:schemeClr val="tx2"/>
                </a:solidFill>
                <a:latin typeface="微软雅黑" panose="020B0503020204020204" pitchFamily="34" charset="-122"/>
                <a:ea typeface="微软雅黑" panose="020B0503020204020204" pitchFamily="34" charset="-122"/>
              </a:rPr>
              <a:t>月底正式上线。</a:t>
            </a:r>
            <a:endParaRPr lang="en-US" altLang="ko-KR" sz="1600" b="1" dirty="0">
              <a:solidFill>
                <a:schemeClr val="tx2"/>
              </a:solidFill>
              <a:latin typeface="微软雅黑" panose="020B0503020204020204" pitchFamily="34" charset="-122"/>
              <a:ea typeface="微软雅黑" panose="020B0503020204020204" pitchFamily="34" charset="-122"/>
            </a:endParaRPr>
          </a:p>
        </p:txBody>
      </p:sp>
      <p:sp>
        <p:nvSpPr>
          <p:cNvPr id="14" name="AutoShape 655">
            <a:extLst>
              <a:ext uri="{FF2B5EF4-FFF2-40B4-BE49-F238E27FC236}">
                <a16:creationId xmlns:a16="http://schemas.microsoft.com/office/drawing/2014/main" id="{B4A08AE5-3312-431E-8E5D-4E74C9CC2EA4}"/>
              </a:ext>
            </a:extLst>
          </p:cNvPr>
          <p:cNvSpPr>
            <a:spLocks noChangeArrowheads="1"/>
          </p:cNvSpPr>
          <p:nvPr/>
        </p:nvSpPr>
        <p:spPr bwMode="auto">
          <a:xfrm>
            <a:off x="4345133" y="5717342"/>
            <a:ext cx="426539" cy="276338"/>
          </a:xfrm>
          <a:prstGeom prst="chevron">
            <a:avLst>
              <a:gd name="adj" fmla="val 22127"/>
            </a:avLst>
          </a:prstGeom>
          <a:solidFill>
            <a:srgbClr val="F7F1D5"/>
          </a:solidFill>
          <a:ln w="3175" algn="ctr">
            <a:solidFill>
              <a:srgbClr val="808080"/>
            </a:solidFill>
            <a:miter lim="800000"/>
            <a:headEnd/>
            <a:tailEnd/>
          </a:ln>
          <a:effectLst/>
        </p:spPr>
        <p:txBody>
          <a:bodyPr wrap="none" lIns="0" tIns="35974" rIns="0" bIns="35974" anchor="ctr"/>
          <a:lstStyle/>
          <a:p>
            <a:pPr algn="ctr">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稳定化</a:t>
            </a:r>
            <a:endParaRPr lang="en-US" altLang="zh-CN" sz="1000" dirty="0">
              <a:solidFill>
                <a:srgbClr val="000000"/>
              </a:solidFill>
              <a:latin typeface="微软雅黑" panose="020B0503020204020204" pitchFamily="34" charset="-122"/>
              <a:ea typeface="微软雅黑" panose="020B0503020204020204" pitchFamily="34" charset="-122"/>
            </a:endParaRPr>
          </a:p>
        </p:txBody>
      </p:sp>
      <p:sp>
        <p:nvSpPr>
          <p:cNvPr id="15" name="标题 1">
            <a:extLst>
              <a:ext uri="{FF2B5EF4-FFF2-40B4-BE49-F238E27FC236}">
                <a16:creationId xmlns:a16="http://schemas.microsoft.com/office/drawing/2014/main" id="{98F446AF-B9BF-4FE5-9F12-AB4CB391F3FC}"/>
              </a:ext>
            </a:extLst>
          </p:cNvPr>
          <p:cNvSpPr>
            <a:spLocks noGrp="1"/>
          </p:cNvSpPr>
          <p:nvPr>
            <p:ph type="title"/>
          </p:nvPr>
        </p:nvSpPr>
        <p:spPr>
          <a:xfrm>
            <a:off x="467805" y="383230"/>
            <a:ext cx="8799512" cy="382245"/>
          </a:xfrm>
        </p:spPr>
        <p:txBody>
          <a:bodyPr vert="horz" lIns="91440" tIns="45720" rIns="91440" bIns="45720" rtlCol="0" anchor="ctr">
            <a:noAutofit/>
          </a:bodyPr>
          <a:lstStyle/>
          <a:p>
            <a:pPr lvl="1" algn="l" rtl="0" latinLnBrk="1">
              <a:spcBef>
                <a:spcPct val="0"/>
              </a:spcBef>
            </a:pPr>
            <a:r>
              <a:rPr lang="zh-CN" altLang="en-US" sz="2000" b="1" kern="1200" dirty="0">
                <a:solidFill>
                  <a:schemeClr val="tx1"/>
                </a:solidFill>
                <a:latin typeface="微软雅黑" panose="020B0503020204020204" pitchFamily="34" charset="-122"/>
                <a:ea typeface="微软雅黑" panose="020B0503020204020204" pitchFamily="34" charset="-122"/>
              </a:rPr>
              <a:t>推进日程 </a:t>
            </a:r>
            <a:r>
              <a:rPr lang="en-US" altLang="zh-CN" sz="2000" b="1" kern="1200" dirty="0">
                <a:solidFill>
                  <a:schemeClr val="tx1"/>
                </a:solidFill>
                <a:latin typeface="微软雅黑" panose="020B0503020204020204" pitchFamily="34" charset="-122"/>
                <a:ea typeface="微软雅黑" panose="020B0503020204020204" pitchFamily="34" charset="-122"/>
              </a:rPr>
              <a:t>&amp; </a:t>
            </a:r>
            <a:r>
              <a:rPr lang="zh-CN" altLang="en-US" sz="2000" b="1" kern="1200" dirty="0">
                <a:solidFill>
                  <a:schemeClr val="tx1"/>
                </a:solidFill>
                <a:latin typeface="微软雅黑" panose="020B0503020204020204" pitchFamily="34" charset="-122"/>
                <a:ea typeface="微软雅黑" panose="020B0503020204020204" pitchFamily="34" charset="-122"/>
              </a:rPr>
              <a:t>推进组织</a:t>
            </a:r>
          </a:p>
        </p:txBody>
      </p:sp>
      <p:sp>
        <p:nvSpPr>
          <p:cNvPr id="16" name="AutoShape 638">
            <a:extLst>
              <a:ext uri="{FF2B5EF4-FFF2-40B4-BE49-F238E27FC236}">
                <a16:creationId xmlns:a16="http://schemas.microsoft.com/office/drawing/2014/main" id="{C3B60BF5-0396-48D6-B059-556AF28ABCFE}"/>
              </a:ext>
            </a:extLst>
          </p:cNvPr>
          <p:cNvSpPr>
            <a:spLocks noChangeArrowheads="1"/>
          </p:cNvSpPr>
          <p:nvPr/>
        </p:nvSpPr>
        <p:spPr bwMode="auto">
          <a:xfrm>
            <a:off x="1318982" y="3402329"/>
            <a:ext cx="526909" cy="999099"/>
          </a:xfrm>
          <a:prstGeom prst="homePlate">
            <a:avLst>
              <a:gd name="adj" fmla="val 22065"/>
            </a:avLst>
          </a:prstGeom>
          <a:solidFill>
            <a:srgbClr val="F7F1D5"/>
          </a:solidFill>
          <a:ln w="3175" algn="ctr">
            <a:solidFill>
              <a:srgbClr val="808080"/>
            </a:solidFill>
            <a:miter lim="800000"/>
            <a:headEnd/>
            <a:tailEnd/>
          </a:ln>
          <a:effectLst/>
        </p:spPr>
        <p:txBody>
          <a:bodyPr wrap="none" lIns="0" tIns="35974" rIns="0" bIns="35974" anchor="ctr"/>
          <a:lstStyle/>
          <a:p>
            <a:pPr algn="ctr" eaLnBrk="0" latinLnBrk="0" hangingPunct="0">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准备：</a:t>
            </a:r>
            <a:endParaRPr lang="en-US" altLang="zh-CN" sz="1000" dirty="0">
              <a:solidFill>
                <a:srgbClr val="000000"/>
              </a:solidFill>
              <a:latin typeface="微软雅黑" panose="020B0503020204020204" pitchFamily="34" charset="-122"/>
              <a:ea typeface="微软雅黑" panose="020B0503020204020204" pitchFamily="34" charset="-122"/>
            </a:endParaRPr>
          </a:p>
          <a:p>
            <a:pPr algn="ctr" eaLnBrk="0" latinLnBrk="0" hangingPunct="0">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推进方式</a:t>
            </a:r>
            <a:endParaRPr lang="en-US" altLang="zh-CN" sz="1000" dirty="0">
              <a:solidFill>
                <a:srgbClr val="000000"/>
              </a:solidFill>
              <a:latin typeface="微软雅黑" panose="020B0503020204020204" pitchFamily="34" charset="-122"/>
              <a:ea typeface="微软雅黑" panose="020B0503020204020204" pitchFamily="34" charset="-122"/>
            </a:endParaRPr>
          </a:p>
          <a:p>
            <a:pPr algn="ctr" eaLnBrk="0" latinLnBrk="0" hangingPunct="0">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组织等</a:t>
            </a:r>
            <a:endParaRPr lang="en-US" altLang="zh-CN" sz="1000" dirty="0">
              <a:solidFill>
                <a:srgbClr val="000000"/>
              </a:solidFill>
              <a:latin typeface="微软雅黑" panose="020B0503020204020204" pitchFamily="34" charset="-122"/>
              <a:ea typeface="微软雅黑" panose="020B0503020204020204" pitchFamily="34" charset="-122"/>
            </a:endParaRPr>
          </a:p>
          <a:p>
            <a:pPr algn="ctr" eaLnBrk="0" latinLnBrk="0" hangingPunct="0">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确定</a:t>
            </a:r>
            <a:endParaRPr lang="en-US" altLang="zh-CN" sz="1000" dirty="0">
              <a:solidFill>
                <a:srgbClr val="000000"/>
              </a:solidFill>
              <a:latin typeface="微软雅黑" panose="020B0503020204020204" pitchFamily="34" charset="-122"/>
              <a:ea typeface="微软雅黑" panose="020B0503020204020204" pitchFamily="34" charset="-122"/>
            </a:endParaRPr>
          </a:p>
        </p:txBody>
      </p:sp>
      <p:sp>
        <p:nvSpPr>
          <p:cNvPr id="17" name="AutoShape 655">
            <a:extLst>
              <a:ext uri="{FF2B5EF4-FFF2-40B4-BE49-F238E27FC236}">
                <a16:creationId xmlns:a16="http://schemas.microsoft.com/office/drawing/2014/main" id="{E87778AB-5B3C-45F9-853B-57ADDEC1D1AD}"/>
              </a:ext>
            </a:extLst>
          </p:cNvPr>
          <p:cNvSpPr>
            <a:spLocks noChangeArrowheads="1"/>
          </p:cNvSpPr>
          <p:nvPr/>
        </p:nvSpPr>
        <p:spPr bwMode="auto">
          <a:xfrm>
            <a:off x="1886557" y="3475598"/>
            <a:ext cx="690180" cy="377190"/>
          </a:xfrm>
          <a:prstGeom prst="chevron">
            <a:avLst>
              <a:gd name="adj" fmla="val 22127"/>
            </a:avLst>
          </a:prstGeom>
          <a:solidFill>
            <a:srgbClr val="F7F1D5"/>
          </a:solidFill>
          <a:ln w="3175" algn="ctr">
            <a:solidFill>
              <a:srgbClr val="808080"/>
            </a:solidFill>
            <a:miter lim="800000"/>
            <a:headEnd/>
            <a:tailEnd/>
          </a:ln>
          <a:effectLst/>
        </p:spPr>
        <p:txBody>
          <a:bodyPr wrap="none" lIns="0" tIns="35974" rIns="0" bIns="35974" anchor="ctr"/>
          <a:lstStyle/>
          <a:p>
            <a:pPr algn="ctr">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需求确定</a:t>
            </a:r>
            <a:endParaRPr lang="ko-KR" altLang="en-US" sz="1000" dirty="0">
              <a:solidFill>
                <a:srgbClr val="000000"/>
              </a:solidFill>
              <a:latin typeface="微软雅黑" panose="020B0503020204020204" pitchFamily="34" charset="-122"/>
              <a:ea typeface="Malgun Gothic" panose="020B0503020000020004" pitchFamily="34" charset="-127"/>
            </a:endParaRPr>
          </a:p>
        </p:txBody>
      </p:sp>
      <p:grpSp>
        <p:nvGrpSpPr>
          <p:cNvPr id="18" name="组合 17">
            <a:extLst>
              <a:ext uri="{FF2B5EF4-FFF2-40B4-BE49-F238E27FC236}">
                <a16:creationId xmlns:a16="http://schemas.microsoft.com/office/drawing/2014/main" id="{F5F558C0-BD85-4268-8AB2-418B225D9521}"/>
              </a:ext>
            </a:extLst>
          </p:cNvPr>
          <p:cNvGrpSpPr/>
          <p:nvPr/>
        </p:nvGrpSpPr>
        <p:grpSpPr>
          <a:xfrm>
            <a:off x="1569423" y="2829367"/>
            <a:ext cx="558393" cy="518997"/>
            <a:chOff x="1715067" y="2673560"/>
            <a:chExt cx="558393" cy="518997"/>
          </a:xfrm>
        </p:grpSpPr>
        <p:sp>
          <p:nvSpPr>
            <p:cNvPr id="19" name="Text Box 602">
              <a:extLst>
                <a:ext uri="{FF2B5EF4-FFF2-40B4-BE49-F238E27FC236}">
                  <a16:creationId xmlns:a16="http://schemas.microsoft.com/office/drawing/2014/main" id="{7A167248-C419-4735-B409-40F08095E443}"/>
                </a:ext>
              </a:extLst>
            </p:cNvPr>
            <p:cNvSpPr txBox="1">
              <a:spLocks noChangeArrowheads="1"/>
            </p:cNvSpPr>
            <p:nvPr/>
          </p:nvSpPr>
          <p:spPr bwMode="auto">
            <a:xfrm>
              <a:off x="1715067" y="2854069"/>
              <a:ext cx="558393" cy="33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cap="rnd">
                  <a:solidFill>
                    <a:schemeClr val="tx1"/>
                  </a:solidFill>
                  <a:miter lim="800000"/>
                  <a:headEnd/>
                  <a:tailEnd/>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square" lIns="91373" tIns="45687" rIns="91373" bIns="45687">
              <a:spAutoFit/>
            </a:bodyPr>
            <a:lstStyle/>
            <a:p>
              <a:pPr algn="ctr">
                <a:lnSpc>
                  <a:spcPct val="80000"/>
                </a:lnSpc>
              </a:pPr>
              <a:r>
                <a:rPr lang="zh-CN" altLang="en-US" sz="1000" dirty="0">
                  <a:solidFill>
                    <a:srgbClr val="0000FF"/>
                  </a:solidFill>
                  <a:latin typeface="微软雅黑" panose="020B0503020204020204" pitchFamily="34" charset="-122"/>
                  <a:ea typeface="微软雅黑" panose="020B0503020204020204" pitchFamily="34" charset="-122"/>
                </a:rPr>
                <a:t>报告</a:t>
              </a:r>
              <a:endParaRPr lang="en-US" altLang="zh-CN" sz="1000" dirty="0">
                <a:solidFill>
                  <a:srgbClr val="0000FF"/>
                </a:solidFill>
                <a:latin typeface="微软雅黑" panose="020B0503020204020204" pitchFamily="34" charset="-122"/>
                <a:ea typeface="微软雅黑" panose="020B0503020204020204" pitchFamily="34" charset="-122"/>
              </a:endParaRPr>
            </a:p>
            <a:p>
              <a:pPr algn="ctr">
                <a:lnSpc>
                  <a:spcPct val="80000"/>
                </a:lnSpc>
              </a:pPr>
              <a:r>
                <a:rPr lang="en-US" altLang="ko-KR" sz="1000" dirty="0">
                  <a:solidFill>
                    <a:srgbClr val="0000FF"/>
                  </a:solidFill>
                  <a:latin typeface="微软雅黑" panose="020B0503020204020204" pitchFamily="34" charset="-122"/>
                  <a:ea typeface="微软雅黑" panose="020B0503020204020204" pitchFamily="34" charset="-122"/>
                </a:rPr>
                <a:t>(</a:t>
              </a:r>
              <a:r>
                <a:rPr lang="zh-CN" altLang="en-US" sz="1000" dirty="0">
                  <a:solidFill>
                    <a:srgbClr val="0000FF"/>
                  </a:solidFill>
                  <a:latin typeface="微软雅黑" panose="020B0503020204020204" pitchFamily="34" charset="-122"/>
                  <a:ea typeface="微软雅黑" panose="020B0503020204020204" pitchFamily="34" charset="-122"/>
                </a:rPr>
                <a:t>计划</a:t>
              </a:r>
              <a:r>
                <a:rPr lang="en-US" altLang="ko-KR" sz="1000" dirty="0">
                  <a:solidFill>
                    <a:srgbClr val="0000FF"/>
                  </a:solidFill>
                  <a:latin typeface="微软雅黑" panose="020B0503020204020204" pitchFamily="34" charset="-122"/>
                  <a:ea typeface="微软雅黑" panose="020B0503020204020204" pitchFamily="34" charset="-122"/>
                </a:rPr>
                <a:t>)</a:t>
              </a:r>
            </a:p>
          </p:txBody>
        </p:sp>
        <p:sp>
          <p:nvSpPr>
            <p:cNvPr id="20" name="AutoShape 603">
              <a:extLst>
                <a:ext uri="{FF2B5EF4-FFF2-40B4-BE49-F238E27FC236}">
                  <a16:creationId xmlns:a16="http://schemas.microsoft.com/office/drawing/2014/main" id="{E94AFDA4-F1F4-4F30-B38A-4A417C0ACA41}"/>
                </a:ext>
              </a:extLst>
            </p:cNvPr>
            <p:cNvSpPr>
              <a:spLocks noChangeArrowheads="1"/>
            </p:cNvSpPr>
            <p:nvPr/>
          </p:nvSpPr>
          <p:spPr bwMode="auto">
            <a:xfrm flipH="1" flipV="1">
              <a:off x="1930093" y="2673560"/>
              <a:ext cx="147673" cy="144462"/>
            </a:xfrm>
            <a:prstGeom prst="triangle">
              <a:avLst>
                <a:gd name="adj" fmla="val 49421"/>
              </a:avLst>
            </a:prstGeom>
            <a:solidFill>
              <a:srgbClr val="0000FF"/>
            </a:solidFill>
            <a:ln w="12700" cap="rnd">
              <a:noFill/>
              <a:miter lim="800000"/>
              <a:headEnd/>
              <a:tailEnd/>
            </a:ln>
            <a:effectLst/>
          </p:spPr>
          <p:txBody>
            <a:bodyPr wrap="none" lIns="91373" tIns="45687" rIns="91373" bIns="45687" anchor="ctr"/>
            <a:lstStyle/>
            <a:p>
              <a:pPr algn="ctr" defTabSz="913728" fontAlgn="auto">
                <a:spcBef>
                  <a:spcPts val="0"/>
                </a:spcBef>
                <a:spcAft>
                  <a:spcPts val="0"/>
                </a:spcAft>
                <a:defRPr/>
              </a:pPr>
              <a:endParaRPr lang="ko-KR" altLang="en-US" sz="1800" kern="0" dirty="0">
                <a:solidFill>
                  <a:srgbClr val="0000FF"/>
                </a:solidFill>
                <a:latin typeface="微软雅黑" panose="020B0503020204020204" pitchFamily="34" charset="-122"/>
                <a:ea typeface="Malgun Gothic" panose="020B0503020000020004" pitchFamily="34" charset="-127"/>
              </a:endParaRPr>
            </a:p>
          </p:txBody>
        </p:sp>
      </p:grpSp>
      <p:grpSp>
        <p:nvGrpSpPr>
          <p:cNvPr id="21" name="组合 20">
            <a:extLst>
              <a:ext uri="{FF2B5EF4-FFF2-40B4-BE49-F238E27FC236}">
                <a16:creationId xmlns:a16="http://schemas.microsoft.com/office/drawing/2014/main" id="{66A43392-BFF2-46A7-BCA8-95D933482E6A}"/>
              </a:ext>
            </a:extLst>
          </p:cNvPr>
          <p:cNvGrpSpPr/>
          <p:nvPr/>
        </p:nvGrpSpPr>
        <p:grpSpPr>
          <a:xfrm>
            <a:off x="4097303" y="2906066"/>
            <a:ext cx="807472" cy="406370"/>
            <a:chOff x="3864144" y="2669150"/>
            <a:chExt cx="751502" cy="332864"/>
          </a:xfrm>
        </p:grpSpPr>
        <p:sp>
          <p:nvSpPr>
            <p:cNvPr id="22" name="Text Box 607">
              <a:extLst>
                <a:ext uri="{FF2B5EF4-FFF2-40B4-BE49-F238E27FC236}">
                  <a16:creationId xmlns:a16="http://schemas.microsoft.com/office/drawing/2014/main" id="{6D06BC6A-4F51-47A0-BDCE-6E577AEF4760}"/>
                </a:ext>
              </a:extLst>
            </p:cNvPr>
            <p:cNvSpPr txBox="1">
              <a:spLocks noChangeArrowheads="1"/>
            </p:cNvSpPr>
            <p:nvPr/>
          </p:nvSpPr>
          <p:spPr bwMode="auto">
            <a:xfrm>
              <a:off x="3864144" y="2825595"/>
              <a:ext cx="751502" cy="1764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chemeClr val="tx1"/>
                  </a:solidFill>
                  <a:miter lim="800000"/>
                  <a:headEnd/>
                  <a:tailEnd/>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square" lIns="91373" tIns="45687" rIns="91373" bIns="45687">
              <a:spAutoFit/>
            </a:bodyPr>
            <a:lstStyle/>
            <a:p>
              <a:pPr algn="ctr">
                <a:lnSpc>
                  <a:spcPct val="80000"/>
                </a:lnSpc>
              </a:pPr>
              <a:r>
                <a:rPr lang="en-US" altLang="zh-CN" sz="1000" dirty="0">
                  <a:solidFill>
                    <a:srgbClr val="0000FF"/>
                  </a:solidFill>
                  <a:latin typeface="微软雅黑" panose="020B0503020204020204" pitchFamily="34" charset="-122"/>
                  <a:ea typeface="微软雅黑" panose="020B0503020204020204" pitchFamily="34" charset="-122"/>
                </a:rPr>
                <a:t>GO-live</a:t>
              </a:r>
            </a:p>
          </p:txBody>
        </p:sp>
        <p:sp>
          <p:nvSpPr>
            <p:cNvPr id="23" name="AutoShape 613">
              <a:extLst>
                <a:ext uri="{FF2B5EF4-FFF2-40B4-BE49-F238E27FC236}">
                  <a16:creationId xmlns:a16="http://schemas.microsoft.com/office/drawing/2014/main" id="{2A762230-91BB-40D2-B17A-4479ED638DEC}"/>
                </a:ext>
              </a:extLst>
            </p:cNvPr>
            <p:cNvSpPr>
              <a:spLocks noChangeArrowheads="1"/>
            </p:cNvSpPr>
            <p:nvPr/>
          </p:nvSpPr>
          <p:spPr bwMode="auto">
            <a:xfrm flipH="1" flipV="1">
              <a:off x="4161970" y="2669150"/>
              <a:ext cx="147673" cy="144462"/>
            </a:xfrm>
            <a:prstGeom prst="triangle">
              <a:avLst>
                <a:gd name="adj" fmla="val 49421"/>
              </a:avLst>
            </a:prstGeom>
            <a:solidFill>
              <a:srgbClr val="0000FF"/>
            </a:solidFill>
            <a:ln w="12700" cap="rnd">
              <a:noFill/>
              <a:miter lim="800000"/>
              <a:headEnd/>
              <a:tailEnd/>
            </a:ln>
            <a:effectLst/>
          </p:spPr>
          <p:txBody>
            <a:bodyPr wrap="none" lIns="91373" tIns="45687" rIns="91373" bIns="45687" anchor="ctr"/>
            <a:lstStyle/>
            <a:p>
              <a:pPr algn="ctr" defTabSz="913728" fontAlgn="auto">
                <a:spcBef>
                  <a:spcPts val="0"/>
                </a:spcBef>
                <a:spcAft>
                  <a:spcPts val="0"/>
                </a:spcAft>
                <a:defRPr/>
              </a:pPr>
              <a:endParaRPr lang="ko-KR" altLang="en-US" sz="1800" kern="0" dirty="0">
                <a:solidFill>
                  <a:srgbClr val="0000FF"/>
                </a:solidFill>
                <a:latin typeface="微软雅黑" panose="020B0503020204020204" pitchFamily="34" charset="-122"/>
                <a:ea typeface="Malgun Gothic" panose="020B0503020000020004" pitchFamily="34" charset="-127"/>
              </a:endParaRPr>
            </a:p>
          </p:txBody>
        </p:sp>
      </p:grpSp>
      <p:grpSp>
        <p:nvGrpSpPr>
          <p:cNvPr id="24" name="组合 23">
            <a:extLst>
              <a:ext uri="{FF2B5EF4-FFF2-40B4-BE49-F238E27FC236}">
                <a16:creationId xmlns:a16="http://schemas.microsoft.com/office/drawing/2014/main" id="{7CEF6653-8465-4C48-9903-DEB33B863EE1}"/>
              </a:ext>
            </a:extLst>
          </p:cNvPr>
          <p:cNvGrpSpPr/>
          <p:nvPr/>
        </p:nvGrpSpPr>
        <p:grpSpPr>
          <a:xfrm>
            <a:off x="2302203" y="2859800"/>
            <a:ext cx="558393" cy="518997"/>
            <a:chOff x="2484165" y="2681133"/>
            <a:chExt cx="558393" cy="518997"/>
          </a:xfrm>
        </p:grpSpPr>
        <p:sp>
          <p:nvSpPr>
            <p:cNvPr id="25" name="Text Box 602">
              <a:extLst>
                <a:ext uri="{FF2B5EF4-FFF2-40B4-BE49-F238E27FC236}">
                  <a16:creationId xmlns:a16="http://schemas.microsoft.com/office/drawing/2014/main" id="{99FC3C38-D5D1-41EB-85F2-AD9A12EF1A1F}"/>
                </a:ext>
              </a:extLst>
            </p:cNvPr>
            <p:cNvSpPr txBox="1">
              <a:spLocks noChangeArrowheads="1"/>
            </p:cNvSpPr>
            <p:nvPr/>
          </p:nvSpPr>
          <p:spPr bwMode="auto">
            <a:xfrm>
              <a:off x="2484165" y="2861642"/>
              <a:ext cx="558393" cy="338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cap="rnd">
                  <a:solidFill>
                    <a:schemeClr val="tx1"/>
                  </a:solidFill>
                  <a:miter lim="800000"/>
                  <a:headEnd/>
                  <a:tailEnd/>
                </a14:hiddenLine>
              </a:ext>
              <a:ext uri="{AF507438-7753-43E0-B8FC-AC1667EBCBE1}">
                <a14:hiddenEffects xmlns:a14="http://schemas.microsoft.com/office/drawing/2010/main">
                  <a:effectLst>
                    <a:outerShdw dist="71842" dir="2700000" algn="ctr" rotWithShape="0">
                      <a:schemeClr val="bg2"/>
                    </a:outerShdw>
                  </a:effectLst>
                </a14:hiddenEffects>
              </a:ext>
            </a:extLst>
          </p:spPr>
          <p:txBody>
            <a:bodyPr wrap="square" lIns="91373" tIns="45687" rIns="91373" bIns="45687">
              <a:spAutoFit/>
            </a:bodyPr>
            <a:lstStyle/>
            <a:p>
              <a:pPr algn="ctr">
                <a:lnSpc>
                  <a:spcPct val="80000"/>
                </a:lnSpc>
              </a:pPr>
              <a:r>
                <a:rPr lang="zh-CN" altLang="en-US" sz="1000" dirty="0">
                  <a:solidFill>
                    <a:srgbClr val="0000FF"/>
                  </a:solidFill>
                  <a:latin typeface="微软雅黑" panose="020B0503020204020204" pitchFamily="34" charset="-122"/>
                  <a:ea typeface="微软雅黑" panose="020B0503020204020204" pitchFamily="34" charset="-122"/>
                </a:rPr>
                <a:t>课题开始</a:t>
              </a:r>
              <a:endParaRPr lang="en-US" altLang="ko-KR" sz="1000" dirty="0">
                <a:solidFill>
                  <a:srgbClr val="0000FF"/>
                </a:solidFill>
                <a:latin typeface="微软雅黑" panose="020B0503020204020204" pitchFamily="34" charset="-122"/>
                <a:ea typeface="微软雅黑" panose="020B0503020204020204" pitchFamily="34" charset="-122"/>
              </a:endParaRPr>
            </a:p>
          </p:txBody>
        </p:sp>
        <p:sp>
          <p:nvSpPr>
            <p:cNvPr id="26" name="AutoShape 603">
              <a:extLst>
                <a:ext uri="{FF2B5EF4-FFF2-40B4-BE49-F238E27FC236}">
                  <a16:creationId xmlns:a16="http://schemas.microsoft.com/office/drawing/2014/main" id="{A4E7114B-D383-4A14-B4B8-2346107BF1BC}"/>
                </a:ext>
              </a:extLst>
            </p:cNvPr>
            <p:cNvSpPr>
              <a:spLocks noChangeArrowheads="1"/>
            </p:cNvSpPr>
            <p:nvPr/>
          </p:nvSpPr>
          <p:spPr bwMode="auto">
            <a:xfrm flipH="1" flipV="1">
              <a:off x="2699191" y="2681133"/>
              <a:ext cx="147673" cy="144462"/>
            </a:xfrm>
            <a:prstGeom prst="triangle">
              <a:avLst>
                <a:gd name="adj" fmla="val 49421"/>
              </a:avLst>
            </a:prstGeom>
            <a:solidFill>
              <a:srgbClr val="0000FF"/>
            </a:solidFill>
            <a:ln w="12700" cap="rnd">
              <a:noFill/>
              <a:miter lim="800000"/>
              <a:headEnd/>
              <a:tailEnd/>
            </a:ln>
            <a:effectLst/>
          </p:spPr>
          <p:txBody>
            <a:bodyPr wrap="none" lIns="91373" tIns="45687" rIns="91373" bIns="45687" anchor="ctr"/>
            <a:lstStyle/>
            <a:p>
              <a:pPr algn="ctr" defTabSz="913728" fontAlgn="auto">
                <a:spcBef>
                  <a:spcPts val="0"/>
                </a:spcBef>
                <a:spcAft>
                  <a:spcPts val="0"/>
                </a:spcAft>
                <a:defRPr/>
              </a:pPr>
              <a:endParaRPr lang="ko-KR" altLang="en-US" sz="1800" kern="0" dirty="0">
                <a:solidFill>
                  <a:srgbClr val="0000FF"/>
                </a:solidFill>
                <a:latin typeface="微软雅黑" panose="020B0503020204020204" pitchFamily="34" charset="-122"/>
                <a:ea typeface="Malgun Gothic" panose="020B0503020000020004" pitchFamily="34" charset="-127"/>
              </a:endParaRPr>
            </a:p>
          </p:txBody>
        </p:sp>
      </p:grpSp>
      <p:sp>
        <p:nvSpPr>
          <p:cNvPr id="27" name="Rectangle 78">
            <a:extLst>
              <a:ext uri="{FF2B5EF4-FFF2-40B4-BE49-F238E27FC236}">
                <a16:creationId xmlns:a16="http://schemas.microsoft.com/office/drawing/2014/main" id="{E2A01335-5058-4EE5-9F76-048D6286D985}"/>
              </a:ext>
            </a:extLst>
          </p:cNvPr>
          <p:cNvSpPr>
            <a:spLocks noChangeArrowheads="1"/>
          </p:cNvSpPr>
          <p:nvPr/>
        </p:nvSpPr>
        <p:spPr bwMode="gray">
          <a:xfrm>
            <a:off x="4972456" y="2464694"/>
            <a:ext cx="4608513" cy="3706309"/>
          </a:xfrm>
          <a:prstGeom prst="rect">
            <a:avLst/>
          </a:prstGeom>
          <a:solidFill>
            <a:srgbClr val="EAEAEA">
              <a:alpha val="50000"/>
            </a:srgbClr>
          </a:solidFill>
          <a:ln>
            <a:noFill/>
          </a:ln>
        </p:spPr>
        <p:txBody>
          <a:bodyPr anchor="ctr"/>
          <a:lstStyle/>
          <a:p>
            <a:pPr algn="ctr"/>
            <a:endParaRPr lang="ko-KR" altLang="en-US" b="0" i="0" dirty="0">
              <a:latin typeface="微软雅黑" panose="020B0503020204020204" pitchFamily="34" charset="-122"/>
              <a:ea typeface="Malgun Gothic" panose="020B0503020000020004" pitchFamily="34" charset="-127"/>
              <a:cs typeface="Arial" pitchFamily="34" charset="0"/>
            </a:endParaRPr>
          </a:p>
        </p:txBody>
      </p:sp>
      <p:cxnSp>
        <p:nvCxnSpPr>
          <p:cNvPr id="28" name="AutoShape 34">
            <a:extLst>
              <a:ext uri="{FF2B5EF4-FFF2-40B4-BE49-F238E27FC236}">
                <a16:creationId xmlns:a16="http://schemas.microsoft.com/office/drawing/2014/main" id="{5AE9E696-54B7-47AC-B067-FACF46C2FDE1}"/>
              </a:ext>
            </a:extLst>
          </p:cNvPr>
          <p:cNvCxnSpPr>
            <a:cxnSpLocks noChangeShapeType="1"/>
            <a:stCxn id="34" idx="0"/>
            <a:endCxn id="30" idx="2"/>
          </p:cNvCxnSpPr>
          <p:nvPr/>
        </p:nvCxnSpPr>
        <p:spPr bwMode="auto">
          <a:xfrm rot="5400000" flipH="1" flipV="1">
            <a:off x="7154821" y="3393006"/>
            <a:ext cx="383116" cy="391"/>
          </a:xfrm>
          <a:prstGeom prst="bentConnector3">
            <a:avLst>
              <a:gd name="adj1" fmla="val 50000"/>
            </a:avLst>
          </a:prstGeom>
          <a:noFill/>
          <a:ln w="1905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 name="组合 28">
            <a:extLst>
              <a:ext uri="{FF2B5EF4-FFF2-40B4-BE49-F238E27FC236}">
                <a16:creationId xmlns:a16="http://schemas.microsoft.com/office/drawing/2014/main" id="{2B7CE467-CD90-4CE2-90D5-C73485D71B4A}"/>
              </a:ext>
            </a:extLst>
          </p:cNvPr>
          <p:cNvGrpSpPr/>
          <p:nvPr/>
        </p:nvGrpSpPr>
        <p:grpSpPr>
          <a:xfrm>
            <a:off x="6697789" y="2604095"/>
            <a:ext cx="1297571" cy="597548"/>
            <a:chOff x="6269639" y="2288267"/>
            <a:chExt cx="1297571" cy="676679"/>
          </a:xfrm>
        </p:grpSpPr>
        <p:sp>
          <p:nvSpPr>
            <p:cNvPr id="30" name="직사각형 18">
              <a:extLst>
                <a:ext uri="{FF2B5EF4-FFF2-40B4-BE49-F238E27FC236}">
                  <a16:creationId xmlns:a16="http://schemas.microsoft.com/office/drawing/2014/main" id="{109F1269-0108-4256-B590-2F027E7803BA}"/>
                </a:ext>
              </a:extLst>
            </p:cNvPr>
            <p:cNvSpPr/>
            <p:nvPr>
              <p:custDataLst>
                <p:tags r:id="rId9"/>
              </p:custDataLst>
            </p:nvPr>
          </p:nvSpPr>
          <p:spPr bwMode="auto">
            <a:xfrm>
              <a:off x="6269639" y="2550284"/>
              <a:ext cx="1297571" cy="414662"/>
            </a:xfrm>
            <a:prstGeom prst="rect">
              <a:avLst/>
            </a:prstGeom>
            <a:solidFill>
              <a:srgbClr val="FFFFFF">
                <a:lumMod val="95000"/>
              </a:srgbClr>
            </a:solidFill>
            <a:ln w="9525" cap="flat" cmpd="sng" algn="ctr">
              <a:solidFill>
                <a:srgbClr val="333333"/>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110243" lvl="0" indent="-108573" algn="ctr" defTabSz="985507" fontAlgn="auto">
                <a:lnSpc>
                  <a:spcPct val="120000"/>
                </a:lnSpc>
                <a:spcBef>
                  <a:spcPts val="0"/>
                </a:spcBef>
                <a:spcAft>
                  <a:spcPts val="0"/>
                </a:spcAft>
                <a:defRPr/>
              </a:pPr>
              <a:r>
                <a:rPr kumimoji="0" lang="en-US" altLang="zh-CN" sz="1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IT </a:t>
              </a:r>
              <a:r>
                <a:rPr kumimoji="0" lang="zh-CN" altLang="en-US" sz="1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顾蓓莉部长</a:t>
              </a:r>
              <a:endParaRPr kumimoji="0" lang="ko-KR" altLang="en-US" sz="1200" i="0" u="none" strike="noStrike" kern="0" cap="none" spc="0" normalizeH="0" baseline="0" noProof="0" dirty="0">
                <a:ln>
                  <a:noFill/>
                </a:ln>
                <a:solidFill>
                  <a:srgbClr val="000000"/>
                </a:solidFill>
                <a:effectLst/>
                <a:uLnTx/>
                <a:uFillTx/>
                <a:latin typeface="微软雅黑" panose="020B0503020204020204" pitchFamily="34" charset="-122"/>
                <a:ea typeface="Malgun Gothic" panose="020B0503020000020004" pitchFamily="34" charset="-127"/>
              </a:endParaRPr>
            </a:p>
          </p:txBody>
        </p:sp>
        <p:sp>
          <p:nvSpPr>
            <p:cNvPr id="31" name="직사각형 19">
              <a:extLst>
                <a:ext uri="{FF2B5EF4-FFF2-40B4-BE49-F238E27FC236}">
                  <a16:creationId xmlns:a16="http://schemas.microsoft.com/office/drawing/2014/main" id="{33F776C5-287A-4EB9-BF7C-B3E0ED780B09}"/>
                </a:ext>
              </a:extLst>
            </p:cNvPr>
            <p:cNvSpPr/>
            <p:nvPr>
              <p:custDataLst>
                <p:tags r:id="rId10"/>
              </p:custDataLst>
            </p:nvPr>
          </p:nvSpPr>
          <p:spPr bwMode="auto">
            <a:xfrm>
              <a:off x="6269639" y="2288267"/>
              <a:ext cx="1297571" cy="270475"/>
            </a:xfrm>
            <a:prstGeom prst="rect">
              <a:avLst/>
            </a:prstGeom>
            <a:solidFill>
              <a:srgbClr val="333333"/>
            </a:solidFill>
            <a:ln w="9525" cap="flat" cmpd="sng" algn="ctr">
              <a:solidFill>
                <a:srgbClr val="333333"/>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110243" marR="0" lvl="0" indent="-108573" algn="ctr" defTabSz="985507" eaLnBrk="0" fontAlgn="auto" latinLnBrk="0" hangingPunct="0">
                <a:lnSpc>
                  <a:spcPct val="120000"/>
                </a:lnSpc>
                <a:spcBef>
                  <a:spcPts val="0"/>
                </a:spcBef>
                <a:spcAft>
                  <a:spcPts val="0"/>
                </a:spcAft>
                <a:buClrTx/>
                <a:buSzTx/>
                <a:buFontTx/>
                <a:buNone/>
                <a:tabLst/>
                <a:defRPr/>
              </a:pPr>
              <a:endParaRPr kumimoji="0" lang="en-US" altLang="ko-KR"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marL="110243" marR="0" lvl="0" indent="-108573" algn="ctr" defTabSz="985507" eaLnBrk="0" fontAlgn="auto" latinLnBrk="0" hangingPunct="0">
                <a:lnSpc>
                  <a:spcPct val="120000"/>
                </a:lnSpc>
                <a:spcBef>
                  <a:spcPts val="0"/>
                </a:spcBef>
                <a:spcAft>
                  <a:spcPts val="0"/>
                </a:spcAft>
                <a:buClrTx/>
                <a:buSzTx/>
                <a:buFontTx/>
                <a:buNone/>
                <a:tabLst/>
                <a:defRPr/>
              </a:pPr>
              <a:r>
                <a:rPr kumimoji="0" lang="en-US" altLang="ko-KR"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Project Owner</a:t>
              </a:r>
            </a:p>
            <a:p>
              <a:pPr marL="110243" marR="0" lvl="0" indent="-108573" algn="ctr" defTabSz="985507" eaLnBrk="0" fontAlgn="auto" latinLnBrk="0" hangingPunct="0">
                <a:lnSpc>
                  <a:spcPct val="120000"/>
                </a:lnSpc>
                <a:spcBef>
                  <a:spcPts val="0"/>
                </a:spcBef>
                <a:spcAft>
                  <a:spcPts val="0"/>
                </a:spcAft>
                <a:buClrTx/>
                <a:buSzTx/>
                <a:buFontTx/>
                <a:buNone/>
                <a:tabLst/>
                <a:defRPr/>
              </a:pPr>
              <a:endParaRPr kumimoji="0" lang="ko-KR"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Malgun Gothic" panose="020B0503020000020004" pitchFamily="34" charset="-127"/>
              </a:endParaRPr>
            </a:p>
          </p:txBody>
        </p:sp>
      </p:grpSp>
      <p:grpSp>
        <p:nvGrpSpPr>
          <p:cNvPr id="32" name="组合 31">
            <a:extLst>
              <a:ext uri="{FF2B5EF4-FFF2-40B4-BE49-F238E27FC236}">
                <a16:creationId xmlns:a16="http://schemas.microsoft.com/office/drawing/2014/main" id="{19281DA9-D736-4945-B294-C89C0B887717}"/>
              </a:ext>
            </a:extLst>
          </p:cNvPr>
          <p:cNvGrpSpPr/>
          <p:nvPr/>
        </p:nvGrpSpPr>
        <p:grpSpPr>
          <a:xfrm>
            <a:off x="6703310" y="3584759"/>
            <a:ext cx="1285748" cy="681892"/>
            <a:chOff x="6278528" y="3101963"/>
            <a:chExt cx="1285748" cy="1234974"/>
          </a:xfrm>
        </p:grpSpPr>
        <p:sp>
          <p:nvSpPr>
            <p:cNvPr id="33" name="직사각형 18">
              <a:extLst>
                <a:ext uri="{FF2B5EF4-FFF2-40B4-BE49-F238E27FC236}">
                  <a16:creationId xmlns:a16="http://schemas.microsoft.com/office/drawing/2014/main" id="{8DDF92D9-A6E0-422E-9A3B-8D446D23B463}"/>
                </a:ext>
              </a:extLst>
            </p:cNvPr>
            <p:cNvSpPr/>
            <p:nvPr>
              <p:custDataLst>
                <p:tags r:id="rId7"/>
              </p:custDataLst>
            </p:nvPr>
          </p:nvSpPr>
          <p:spPr bwMode="auto">
            <a:xfrm>
              <a:off x="6278528" y="3354338"/>
              <a:ext cx="1285748" cy="982599"/>
            </a:xfrm>
            <a:prstGeom prst="rect">
              <a:avLst/>
            </a:prstGeom>
            <a:solidFill>
              <a:srgbClr val="FFFFFF">
                <a:lumMod val="95000"/>
              </a:srgbClr>
            </a:solidFill>
            <a:ln w="9525" cap="flat" cmpd="sng" algn="ctr">
              <a:solidFill>
                <a:srgbClr val="333333"/>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110243" lvl="0" indent="-108573" algn="ctr" defTabSz="985507" fontAlgn="auto">
                <a:lnSpc>
                  <a:spcPct val="120000"/>
                </a:lnSpc>
                <a:spcBef>
                  <a:spcPts val="0"/>
                </a:spcBef>
                <a:spcAft>
                  <a:spcPts val="0"/>
                </a:spcAft>
              </a:pPr>
              <a:r>
                <a:rPr lang="en-US" altLang="zh-CN" sz="1200" kern="0" dirty="0">
                  <a:solidFill>
                    <a:srgbClr val="000000"/>
                  </a:solidFill>
                  <a:latin typeface="微软雅黑" panose="020B0503020204020204" pitchFamily="34" charset="-122"/>
                  <a:ea typeface="微软雅黑" panose="020B0503020204020204" pitchFamily="34" charset="-122"/>
                </a:rPr>
                <a:t>IT </a:t>
              </a:r>
              <a:r>
                <a:rPr lang="zh-CN" altLang="en-US" sz="1200" kern="0" dirty="0">
                  <a:solidFill>
                    <a:srgbClr val="000000"/>
                  </a:solidFill>
                  <a:latin typeface="微软雅黑" panose="020B0503020204020204" pitchFamily="34" charset="-122"/>
                  <a:ea typeface="微软雅黑" panose="020B0503020204020204" pitchFamily="34" charset="-122"/>
                </a:rPr>
                <a:t>程国前经理</a:t>
              </a:r>
              <a:endParaRPr lang="en-US" altLang="zh-CN" sz="1200" kern="0" dirty="0">
                <a:solidFill>
                  <a:srgbClr val="FF0000"/>
                </a:solidFill>
                <a:latin typeface="微软雅黑" panose="020B0503020204020204" pitchFamily="34" charset="-122"/>
                <a:ea typeface="微软雅黑" panose="020B0503020204020204" pitchFamily="34" charset="-122"/>
              </a:endParaRPr>
            </a:p>
            <a:p>
              <a:pPr marL="110243" lvl="0" indent="-108573" algn="ctr" defTabSz="985507" fontAlgn="auto">
                <a:lnSpc>
                  <a:spcPct val="120000"/>
                </a:lnSpc>
                <a:spcBef>
                  <a:spcPts val="0"/>
                </a:spcBef>
                <a:spcAft>
                  <a:spcPts val="0"/>
                </a:spcAft>
              </a:pPr>
              <a:r>
                <a:rPr kumimoji="0" lang="en-US" altLang="zh-CN" sz="1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IT </a:t>
              </a:r>
              <a:r>
                <a:rPr lang="zh-CN" altLang="en-US" sz="1200" kern="0" dirty="0">
                  <a:solidFill>
                    <a:srgbClr val="000000"/>
                  </a:solidFill>
                  <a:latin typeface="微软雅黑" panose="020B0503020204020204" pitchFamily="34" charset="-122"/>
                  <a:ea typeface="微软雅黑" panose="020B0503020204020204" pitchFamily="34" charset="-122"/>
                </a:rPr>
                <a:t>李明经理</a:t>
              </a:r>
              <a:endParaRPr kumimoji="0" lang="en-US" altLang="zh-CN" sz="1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4" name="직사각형 19">
              <a:extLst>
                <a:ext uri="{FF2B5EF4-FFF2-40B4-BE49-F238E27FC236}">
                  <a16:creationId xmlns:a16="http://schemas.microsoft.com/office/drawing/2014/main" id="{0A489B59-069F-49FA-800B-4A3EB8ED2D10}"/>
                </a:ext>
              </a:extLst>
            </p:cNvPr>
            <p:cNvSpPr/>
            <p:nvPr>
              <p:custDataLst>
                <p:tags r:id="rId8"/>
              </p:custDataLst>
            </p:nvPr>
          </p:nvSpPr>
          <p:spPr bwMode="auto">
            <a:xfrm>
              <a:off x="6278528" y="3101963"/>
              <a:ext cx="1285748" cy="384950"/>
            </a:xfrm>
            <a:prstGeom prst="rect">
              <a:avLst/>
            </a:prstGeom>
            <a:solidFill>
              <a:srgbClr val="333333"/>
            </a:solidFill>
            <a:ln w="9525" cap="flat" cmpd="sng" algn="ctr">
              <a:solidFill>
                <a:srgbClr val="333333"/>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110243" lvl="0" indent="-108573" algn="ctr" defTabSz="985507" fontAlgn="auto">
                <a:lnSpc>
                  <a:spcPct val="120000"/>
                </a:lnSpc>
                <a:spcBef>
                  <a:spcPts val="0"/>
                </a:spcBef>
                <a:spcAft>
                  <a:spcPts val="0"/>
                </a:spcAft>
                <a:defRPr/>
              </a:pPr>
              <a:r>
                <a:rPr lang="en-US" altLang="zh-CN" sz="1200" b="1" kern="0" dirty="0">
                  <a:solidFill>
                    <a:srgbClr val="FFFFFF"/>
                  </a:solidFill>
                  <a:latin typeface="微软雅黑" panose="020B0503020204020204" pitchFamily="34" charset="-122"/>
                  <a:ea typeface="微软雅黑" panose="020B0503020204020204" pitchFamily="34" charset="-122"/>
                </a:rPr>
                <a:t>Project Manager</a:t>
              </a:r>
              <a:endParaRPr kumimoji="0" lang="ko-KR" altLang="en-US" sz="1200" b="1" i="0" u="none" strike="noStrike" kern="0" cap="none" spc="0" normalizeH="0" baseline="0" noProof="0" dirty="0">
                <a:ln>
                  <a:noFill/>
                </a:ln>
                <a:solidFill>
                  <a:srgbClr val="FFFFFF"/>
                </a:solidFill>
                <a:effectLst/>
                <a:uLnTx/>
                <a:uFillTx/>
                <a:latin typeface="微软雅黑" panose="020B0503020204020204" pitchFamily="34" charset="-122"/>
                <a:ea typeface="Malgun Gothic" panose="020B0503020000020004" pitchFamily="34" charset="-127"/>
              </a:endParaRPr>
            </a:p>
          </p:txBody>
        </p:sp>
      </p:grpSp>
      <p:sp>
        <p:nvSpPr>
          <p:cNvPr id="35" name="직사각형 25">
            <a:extLst>
              <a:ext uri="{FF2B5EF4-FFF2-40B4-BE49-F238E27FC236}">
                <a16:creationId xmlns:a16="http://schemas.microsoft.com/office/drawing/2014/main" id="{5F557A9D-7B61-46B0-837E-211B384F5C9A}"/>
              </a:ext>
            </a:extLst>
          </p:cNvPr>
          <p:cNvSpPr>
            <a:spLocks noChangeArrowheads="1"/>
          </p:cNvSpPr>
          <p:nvPr>
            <p:custDataLst>
              <p:tags r:id="rId1"/>
            </p:custDataLst>
          </p:nvPr>
        </p:nvSpPr>
        <p:spPr bwMode="auto">
          <a:xfrm>
            <a:off x="519669" y="1996444"/>
            <a:ext cx="4252003" cy="395471"/>
          </a:xfrm>
          <a:prstGeom prst="rect">
            <a:avLst/>
          </a:prstGeom>
          <a:solidFill>
            <a:schemeClr val="tx1">
              <a:lumMod val="60000"/>
              <a:lumOff val="40000"/>
            </a:schemeClr>
          </a:solidFill>
          <a:ln w="9525" algn="ctr">
            <a:solidFill>
              <a:schemeClr val="tx1"/>
            </a:solidFill>
            <a:round/>
            <a:headEnd/>
            <a:tailEnd/>
          </a:ln>
        </p:spPr>
        <p:txBody>
          <a:bodyPr lIns="86832" tIns="43416" rIns="86832" bIns="43416" anchor="ctr"/>
          <a:lstStyle/>
          <a:p>
            <a:pPr algn="ctr" defTabSz="957260">
              <a:defRPr/>
            </a:pPr>
            <a:r>
              <a:rPr lang="zh-CN" altLang="en-US" sz="1600" b="1" dirty="0">
                <a:solidFill>
                  <a:schemeClr val="bg1"/>
                </a:solidFill>
                <a:latin typeface="微软雅黑" panose="020B0503020204020204" pitchFamily="34" charset="-122"/>
                <a:ea typeface="微软雅黑" panose="020B0503020204020204" pitchFamily="34" charset="-122"/>
                <a:sym typeface="-윤고딕130"/>
              </a:rPr>
              <a:t>推进日程</a:t>
            </a:r>
            <a:endParaRPr lang="ko-KR" altLang="en-US" sz="1600" b="1" dirty="0">
              <a:solidFill>
                <a:schemeClr val="bg1"/>
              </a:solidFill>
              <a:latin typeface="微软雅黑" panose="020B0503020204020204" pitchFamily="34" charset="-122"/>
              <a:ea typeface="Malgun Gothic" panose="020B0503020000020004" pitchFamily="34" charset="-127"/>
              <a:sym typeface="-윤고딕130"/>
            </a:endParaRPr>
          </a:p>
        </p:txBody>
      </p:sp>
      <p:sp>
        <p:nvSpPr>
          <p:cNvPr id="36" name="직사각형 25">
            <a:extLst>
              <a:ext uri="{FF2B5EF4-FFF2-40B4-BE49-F238E27FC236}">
                <a16:creationId xmlns:a16="http://schemas.microsoft.com/office/drawing/2014/main" id="{4C586F8C-9147-4318-B557-210BDAE196E0}"/>
              </a:ext>
            </a:extLst>
          </p:cNvPr>
          <p:cNvSpPr>
            <a:spLocks noChangeArrowheads="1"/>
          </p:cNvSpPr>
          <p:nvPr>
            <p:custDataLst>
              <p:tags r:id="rId2"/>
            </p:custDataLst>
          </p:nvPr>
        </p:nvSpPr>
        <p:spPr bwMode="auto">
          <a:xfrm>
            <a:off x="5029052" y="1996444"/>
            <a:ext cx="4495321" cy="395471"/>
          </a:xfrm>
          <a:prstGeom prst="rect">
            <a:avLst/>
          </a:prstGeom>
          <a:solidFill>
            <a:schemeClr val="tx1">
              <a:lumMod val="60000"/>
              <a:lumOff val="40000"/>
            </a:schemeClr>
          </a:solidFill>
          <a:ln w="9525" algn="ctr">
            <a:solidFill>
              <a:schemeClr val="tx1"/>
            </a:solidFill>
            <a:round/>
            <a:headEnd/>
            <a:tailEnd/>
          </a:ln>
        </p:spPr>
        <p:txBody>
          <a:bodyPr lIns="86832" tIns="43416" rIns="86832" bIns="43416" anchor="ctr"/>
          <a:lstStyle/>
          <a:p>
            <a:pPr algn="ctr" defTabSz="957260">
              <a:defRPr/>
            </a:pPr>
            <a:r>
              <a:rPr lang="zh-CN" altLang="en-US" sz="1600" b="1" dirty="0">
                <a:solidFill>
                  <a:schemeClr val="bg1"/>
                </a:solidFill>
                <a:latin typeface="微软雅黑" panose="020B0503020204020204" pitchFamily="34" charset="-122"/>
                <a:ea typeface="微软雅黑" panose="020B0503020204020204" pitchFamily="34" charset="-122"/>
                <a:sym typeface="-윤고딕130"/>
              </a:rPr>
              <a:t>推进组织</a:t>
            </a:r>
            <a:endParaRPr lang="ko-KR" altLang="en-US" sz="1600" b="1" dirty="0">
              <a:solidFill>
                <a:schemeClr val="bg1"/>
              </a:solidFill>
              <a:latin typeface="微软雅黑" panose="020B0503020204020204" pitchFamily="34" charset="-122"/>
              <a:ea typeface="Malgun Gothic" panose="020B0503020000020004" pitchFamily="34" charset="-127"/>
              <a:sym typeface="-윤고딕130"/>
            </a:endParaRPr>
          </a:p>
        </p:txBody>
      </p:sp>
      <p:grpSp>
        <p:nvGrpSpPr>
          <p:cNvPr id="37" name="组合 36">
            <a:extLst>
              <a:ext uri="{FF2B5EF4-FFF2-40B4-BE49-F238E27FC236}">
                <a16:creationId xmlns:a16="http://schemas.microsoft.com/office/drawing/2014/main" id="{CB9D264C-61FF-46E6-95A0-0FB260735C90}"/>
              </a:ext>
            </a:extLst>
          </p:cNvPr>
          <p:cNvGrpSpPr/>
          <p:nvPr/>
        </p:nvGrpSpPr>
        <p:grpSpPr>
          <a:xfrm>
            <a:off x="2576737" y="4526385"/>
            <a:ext cx="1055235" cy="396050"/>
            <a:chOff x="2219836" y="3780314"/>
            <a:chExt cx="2205954" cy="396050"/>
          </a:xfrm>
        </p:grpSpPr>
        <p:sp>
          <p:nvSpPr>
            <p:cNvPr id="38" name="AutoShape 655">
              <a:extLst>
                <a:ext uri="{FF2B5EF4-FFF2-40B4-BE49-F238E27FC236}">
                  <a16:creationId xmlns:a16="http://schemas.microsoft.com/office/drawing/2014/main" id="{72044F10-BCE2-42C0-B146-F35E2B782114}"/>
                </a:ext>
              </a:extLst>
            </p:cNvPr>
            <p:cNvSpPr>
              <a:spLocks noChangeArrowheads="1"/>
            </p:cNvSpPr>
            <p:nvPr/>
          </p:nvSpPr>
          <p:spPr bwMode="auto">
            <a:xfrm>
              <a:off x="2908201" y="3780314"/>
              <a:ext cx="1517589" cy="396050"/>
            </a:xfrm>
            <a:prstGeom prst="chevron">
              <a:avLst>
                <a:gd name="adj" fmla="val 22127"/>
              </a:avLst>
            </a:prstGeom>
            <a:solidFill>
              <a:srgbClr val="F7F1D5"/>
            </a:solidFill>
            <a:ln w="3175" algn="ctr">
              <a:solidFill>
                <a:srgbClr val="808080"/>
              </a:solidFill>
              <a:miter lim="800000"/>
              <a:headEnd/>
              <a:tailEnd/>
            </a:ln>
            <a:effectLst/>
          </p:spPr>
          <p:txBody>
            <a:bodyPr wrap="none" lIns="0" tIns="37859" rIns="0" bIns="37859" anchor="ctr"/>
            <a:lstStyle/>
            <a:p>
              <a:pPr algn="ctr" eaLnBrk="0" latinLnBrk="0" hangingPunct="0">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界面</a:t>
              </a:r>
              <a:endParaRPr lang="en-US" altLang="zh-CN" sz="1000" dirty="0">
                <a:solidFill>
                  <a:srgbClr val="000000"/>
                </a:solidFill>
                <a:latin typeface="微软雅黑" panose="020B0503020204020204" pitchFamily="34" charset="-122"/>
                <a:ea typeface="微软雅黑" panose="020B0503020204020204" pitchFamily="34" charset="-122"/>
              </a:endParaRPr>
            </a:p>
            <a:p>
              <a:pPr algn="ctr" eaLnBrk="0" latinLnBrk="0" hangingPunct="0">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设计开发</a:t>
              </a:r>
              <a:endParaRPr lang="ko-KR" altLang="en-US" sz="1000" dirty="0">
                <a:solidFill>
                  <a:srgbClr val="000000"/>
                </a:solidFill>
                <a:latin typeface="微软雅黑" panose="020B0503020204020204" pitchFamily="34" charset="-122"/>
                <a:ea typeface="Malgun Gothic" panose="020B0503020000020004" pitchFamily="34" charset="-127"/>
              </a:endParaRPr>
            </a:p>
          </p:txBody>
        </p:sp>
        <p:sp>
          <p:nvSpPr>
            <p:cNvPr id="39" name="AutoShape 638">
              <a:extLst>
                <a:ext uri="{FF2B5EF4-FFF2-40B4-BE49-F238E27FC236}">
                  <a16:creationId xmlns:a16="http://schemas.microsoft.com/office/drawing/2014/main" id="{883D9E21-02E1-46CF-8BF7-FD099BAA5BAA}"/>
                </a:ext>
              </a:extLst>
            </p:cNvPr>
            <p:cNvSpPr>
              <a:spLocks noChangeArrowheads="1"/>
            </p:cNvSpPr>
            <p:nvPr/>
          </p:nvSpPr>
          <p:spPr bwMode="auto">
            <a:xfrm>
              <a:off x="2219836" y="3780314"/>
              <a:ext cx="852748" cy="396050"/>
            </a:xfrm>
            <a:prstGeom prst="homePlate">
              <a:avLst>
                <a:gd name="adj" fmla="val 22065"/>
              </a:avLst>
            </a:prstGeom>
            <a:solidFill>
              <a:srgbClr val="F7F1D5"/>
            </a:solidFill>
            <a:ln w="3175" algn="ctr">
              <a:solidFill>
                <a:srgbClr val="808080"/>
              </a:solidFill>
              <a:miter lim="800000"/>
              <a:headEnd/>
              <a:tailEnd/>
            </a:ln>
            <a:effectLst/>
          </p:spPr>
          <p:txBody>
            <a:bodyPr wrap="none" lIns="0" tIns="35974" rIns="0" bIns="35974" anchor="ctr"/>
            <a:lstStyle/>
            <a:p>
              <a:pPr algn="ctr" eaLnBrk="0" latinLnBrk="0" hangingPunct="0">
                <a:lnSpc>
                  <a:spcPct val="80000"/>
                </a:lnSpc>
                <a:spcBef>
                  <a:spcPct val="20000"/>
                </a:spcBef>
                <a:buFont typeface="Wingdings" pitchFamily="2" charset="2"/>
                <a:buNone/>
              </a:pPr>
              <a:r>
                <a:rPr lang="zh-CN" altLang="en-US" sz="1000" dirty="0">
                  <a:solidFill>
                    <a:srgbClr val="000000"/>
                  </a:solidFill>
                  <a:latin typeface="微软雅黑" panose="020B0503020204020204" pitchFamily="34" charset="-122"/>
                  <a:ea typeface="微软雅黑" panose="020B0503020204020204" pitchFamily="34" charset="-122"/>
                </a:rPr>
                <a:t>开发环</a:t>
              </a:r>
              <a:br>
                <a:rPr lang="en-US" altLang="zh-CN" sz="1000" dirty="0">
                  <a:solidFill>
                    <a:srgbClr val="000000"/>
                  </a:solidFill>
                  <a:latin typeface="微软雅黑" panose="020B0503020204020204" pitchFamily="34" charset="-122"/>
                  <a:ea typeface="微软雅黑" panose="020B0503020204020204" pitchFamily="34" charset="-122"/>
                </a:rPr>
              </a:br>
              <a:r>
                <a:rPr lang="zh-CN" altLang="en-US" sz="1000" dirty="0">
                  <a:solidFill>
                    <a:srgbClr val="000000"/>
                  </a:solidFill>
                  <a:latin typeface="微软雅黑" panose="020B0503020204020204" pitchFamily="34" charset="-122"/>
                  <a:ea typeface="微软雅黑" panose="020B0503020204020204" pitchFamily="34" charset="-122"/>
                </a:rPr>
                <a:t>境准备</a:t>
              </a:r>
              <a:endParaRPr lang="en-US" altLang="zh-CN" sz="1000" dirty="0">
                <a:solidFill>
                  <a:srgbClr val="000000"/>
                </a:solidFill>
                <a:latin typeface="微软雅黑" panose="020B0503020204020204" pitchFamily="34" charset="-122"/>
                <a:ea typeface="微软雅黑" panose="020B0503020204020204" pitchFamily="34" charset="-122"/>
              </a:endParaRPr>
            </a:p>
          </p:txBody>
        </p:sp>
      </p:grpSp>
      <p:cxnSp>
        <p:nvCxnSpPr>
          <p:cNvPr id="40" name="AutoShape 37">
            <a:extLst>
              <a:ext uri="{FF2B5EF4-FFF2-40B4-BE49-F238E27FC236}">
                <a16:creationId xmlns:a16="http://schemas.microsoft.com/office/drawing/2014/main" id="{FE13605A-EAA0-4232-A55D-EF97C39BEA39}"/>
              </a:ext>
            </a:extLst>
          </p:cNvPr>
          <p:cNvCxnSpPr>
            <a:cxnSpLocks noChangeShapeType="1"/>
            <a:stCxn id="33" idx="2"/>
            <a:endCxn id="43" idx="0"/>
          </p:cNvCxnSpPr>
          <p:nvPr/>
        </p:nvCxnSpPr>
        <p:spPr bwMode="auto">
          <a:xfrm rot="16200000" flipH="1">
            <a:off x="7768086" y="3844748"/>
            <a:ext cx="383116" cy="1226921"/>
          </a:xfrm>
          <a:prstGeom prst="bentConnector3">
            <a:avLst>
              <a:gd name="adj1" fmla="val 50000"/>
            </a:avLst>
          </a:prstGeom>
          <a:noFill/>
          <a:ln w="1905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1" name="组合 40">
            <a:extLst>
              <a:ext uri="{FF2B5EF4-FFF2-40B4-BE49-F238E27FC236}">
                <a16:creationId xmlns:a16="http://schemas.microsoft.com/office/drawing/2014/main" id="{C71BFC6E-D75F-4A58-B6F0-1BA009E98082}"/>
              </a:ext>
            </a:extLst>
          </p:cNvPr>
          <p:cNvGrpSpPr/>
          <p:nvPr/>
        </p:nvGrpSpPr>
        <p:grpSpPr>
          <a:xfrm>
            <a:off x="7859436" y="4649767"/>
            <a:ext cx="1427338" cy="1206029"/>
            <a:chOff x="6768229" y="4275317"/>
            <a:chExt cx="885596" cy="1206029"/>
          </a:xfrm>
        </p:grpSpPr>
        <p:sp>
          <p:nvSpPr>
            <p:cNvPr id="42" name="직사각형 18">
              <a:extLst>
                <a:ext uri="{FF2B5EF4-FFF2-40B4-BE49-F238E27FC236}">
                  <a16:creationId xmlns:a16="http://schemas.microsoft.com/office/drawing/2014/main" id="{7DB53423-6EA0-4223-A41B-215C82341FD4}"/>
                </a:ext>
              </a:extLst>
            </p:cNvPr>
            <p:cNvSpPr/>
            <p:nvPr>
              <p:custDataLst>
                <p:tags r:id="rId5"/>
              </p:custDataLst>
            </p:nvPr>
          </p:nvSpPr>
          <p:spPr bwMode="auto">
            <a:xfrm>
              <a:off x="6768229" y="4558384"/>
              <a:ext cx="885596" cy="922962"/>
            </a:xfrm>
            <a:prstGeom prst="rect">
              <a:avLst/>
            </a:prstGeom>
            <a:solidFill>
              <a:srgbClr val="FFFFFF">
                <a:lumMod val="95000"/>
              </a:srgbClr>
            </a:solidFill>
            <a:ln w="9525" cap="flat" cmpd="sng" algn="ctr">
              <a:solidFill>
                <a:srgbClr val="333333"/>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110243" lvl="0" indent="-108573" algn="ctr" defTabSz="985507" fontAlgn="auto">
                <a:lnSpc>
                  <a:spcPct val="120000"/>
                </a:lnSpc>
                <a:spcBef>
                  <a:spcPts val="0"/>
                </a:spcBef>
                <a:spcAft>
                  <a:spcPts val="0"/>
                </a:spcAft>
              </a:pPr>
              <a:r>
                <a:rPr kumimoji="0" lang="zh-CN" altLang="en-US" sz="1200"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rPr>
                <a:t>侯艳艳课长</a:t>
              </a:r>
              <a:endParaRPr kumimoji="0" lang="en-US" altLang="zh-CN" sz="1200"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endParaRPr>
            </a:p>
            <a:p>
              <a:pPr marL="110243" lvl="0" indent="-108573" algn="ctr" defTabSz="985507" fontAlgn="auto">
                <a:lnSpc>
                  <a:spcPct val="120000"/>
                </a:lnSpc>
                <a:spcBef>
                  <a:spcPts val="0"/>
                </a:spcBef>
                <a:spcAft>
                  <a:spcPts val="0"/>
                </a:spcAft>
              </a:pPr>
              <a:r>
                <a:rPr lang="zh-CN" altLang="en-US" sz="1200" kern="0" dirty="0">
                  <a:solidFill>
                    <a:schemeClr val="tx2"/>
                  </a:solidFill>
                  <a:latin typeface="微软雅黑" panose="020B0503020204020204" pitchFamily="34" charset="-122"/>
                  <a:ea typeface="微软雅黑" panose="020B0503020204020204" pitchFamily="34" charset="-122"/>
                </a:rPr>
                <a:t>张玉课长</a:t>
              </a:r>
              <a:endParaRPr kumimoji="0" lang="en-US" altLang="zh-CN" sz="1200"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endParaRPr>
            </a:p>
            <a:p>
              <a:pPr marL="110243" lvl="0" indent="-108573" algn="ctr" defTabSz="985507" fontAlgn="auto">
                <a:lnSpc>
                  <a:spcPct val="120000"/>
                </a:lnSpc>
                <a:spcBef>
                  <a:spcPts val="0"/>
                </a:spcBef>
                <a:spcAft>
                  <a:spcPts val="0"/>
                </a:spcAft>
              </a:pPr>
              <a:r>
                <a:rPr lang="zh-CN" altLang="en-US" sz="1200" kern="0" dirty="0">
                  <a:solidFill>
                    <a:schemeClr val="tx2"/>
                  </a:solidFill>
                  <a:latin typeface="微软雅黑" panose="020B0503020204020204" pitchFamily="34" charset="-122"/>
                  <a:ea typeface="微软雅黑" panose="020B0503020204020204" pitchFamily="34" charset="-122"/>
                </a:rPr>
                <a:t>宋培墚课长</a:t>
              </a:r>
              <a:endParaRPr lang="en-US" altLang="zh-CN" sz="1200" kern="0" dirty="0">
                <a:solidFill>
                  <a:schemeClr val="tx2"/>
                </a:solidFill>
                <a:latin typeface="微软雅黑" panose="020B0503020204020204" pitchFamily="34" charset="-122"/>
                <a:ea typeface="微软雅黑" panose="020B0503020204020204" pitchFamily="34" charset="-122"/>
              </a:endParaRPr>
            </a:p>
          </p:txBody>
        </p:sp>
        <p:sp>
          <p:nvSpPr>
            <p:cNvPr id="43" name="직사각형 19">
              <a:extLst>
                <a:ext uri="{FF2B5EF4-FFF2-40B4-BE49-F238E27FC236}">
                  <a16:creationId xmlns:a16="http://schemas.microsoft.com/office/drawing/2014/main" id="{A70DBCE0-9267-4E39-9ED0-F698D4EB2B11}"/>
                </a:ext>
              </a:extLst>
            </p:cNvPr>
            <p:cNvSpPr/>
            <p:nvPr>
              <p:custDataLst>
                <p:tags r:id="rId6"/>
              </p:custDataLst>
            </p:nvPr>
          </p:nvSpPr>
          <p:spPr bwMode="auto">
            <a:xfrm>
              <a:off x="6768229" y="4275317"/>
              <a:ext cx="885596" cy="277844"/>
            </a:xfrm>
            <a:prstGeom prst="rect">
              <a:avLst/>
            </a:prstGeom>
            <a:solidFill>
              <a:srgbClr val="333333"/>
            </a:solidFill>
            <a:ln w="9525" cap="flat" cmpd="sng" algn="ctr">
              <a:solidFill>
                <a:srgbClr val="333333"/>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110243" marR="0" lvl="0" indent="-108573" algn="ctr" defTabSz="985507" eaLnBrk="0" fontAlgn="auto" latinLnBrk="0" hangingPunct="0">
                <a:lnSpc>
                  <a:spcPct val="120000"/>
                </a:lnSpc>
                <a:spcBef>
                  <a:spcPts val="0"/>
                </a:spcBef>
                <a:spcAft>
                  <a:spcPts val="0"/>
                </a:spcAft>
                <a:buClrTx/>
                <a:buSzTx/>
                <a:buFontTx/>
                <a:buNone/>
                <a:tabLst/>
                <a:defRPr/>
              </a:pPr>
              <a:endParaRPr kumimoji="0" lang="en-US" altLang="ko-KR"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marL="110243" marR="0" lvl="0" indent="-108573" algn="ctr" defTabSz="985507" eaLnBrk="0" fontAlgn="auto" latinLnBrk="0" hangingPunct="0">
                <a:lnSpc>
                  <a:spcPct val="120000"/>
                </a:lnSpc>
                <a:spcBef>
                  <a:spcPts val="0"/>
                </a:spcBef>
                <a:spcAft>
                  <a:spcPts val="0"/>
                </a:spcAft>
                <a:buClrTx/>
                <a:buSzTx/>
                <a:buFontTx/>
                <a:buNone/>
                <a:tabLst/>
                <a:defRPr/>
              </a:pPr>
              <a:r>
                <a:rPr lang="zh-CN" altLang="en-US" sz="1200" b="1" kern="0" dirty="0">
                  <a:solidFill>
                    <a:srgbClr val="FFFFFF"/>
                  </a:solidFill>
                  <a:latin typeface="微软雅黑" panose="020B0503020204020204" pitchFamily="34" charset="-122"/>
                  <a:ea typeface="微软雅黑" panose="020B0503020204020204" pitchFamily="34" charset="-122"/>
                </a:rPr>
                <a:t>需求</a:t>
              </a:r>
              <a:r>
                <a:rPr lang="en-US" altLang="zh-CN" sz="1200" b="1" kern="0" dirty="0">
                  <a:solidFill>
                    <a:srgbClr val="FFFFFF"/>
                  </a:solidFill>
                  <a:latin typeface="微软雅黑" panose="020B0503020204020204" pitchFamily="34" charset="-122"/>
                  <a:ea typeface="微软雅黑" panose="020B0503020204020204" pitchFamily="34" charset="-122"/>
                </a:rPr>
                <a:t>&amp;</a:t>
              </a:r>
              <a:r>
                <a:rPr lang="zh-CN" altLang="en-US" sz="1200" b="1" kern="0" dirty="0">
                  <a:solidFill>
                    <a:srgbClr val="FFFFFF"/>
                  </a:solidFill>
                  <a:latin typeface="微软雅黑" panose="020B0503020204020204" pitchFamily="34" charset="-122"/>
                  <a:ea typeface="微软雅黑" panose="020B0503020204020204" pitchFamily="34" charset="-122"/>
                </a:rPr>
                <a:t>测试</a:t>
              </a:r>
              <a:r>
                <a:rPr lang="en-US" altLang="zh-CN" sz="1200" b="1" kern="0" dirty="0">
                  <a:solidFill>
                    <a:srgbClr val="FFFFFF"/>
                  </a:solidFill>
                  <a:latin typeface="微软雅黑" panose="020B0503020204020204" pitchFamily="34" charset="-122"/>
                  <a:ea typeface="微软雅黑" panose="020B0503020204020204" pitchFamily="34" charset="-122"/>
                </a:rPr>
                <a:t>&amp;</a:t>
              </a:r>
              <a:r>
                <a:rPr lang="zh-CN" altLang="en-US" sz="1200" b="1" kern="0" dirty="0">
                  <a:solidFill>
                    <a:srgbClr val="FFFFFF"/>
                  </a:solidFill>
                  <a:latin typeface="微软雅黑" panose="020B0503020204020204" pitchFamily="34" charset="-122"/>
                  <a:ea typeface="微软雅黑" panose="020B0503020204020204" pitchFamily="34" charset="-122"/>
                </a:rPr>
                <a:t>支援</a:t>
              </a:r>
              <a:endParaRPr lang="en-US" altLang="zh-CN" sz="1200" b="1" kern="0" dirty="0">
                <a:solidFill>
                  <a:srgbClr val="FFFFFF"/>
                </a:solidFill>
                <a:latin typeface="微软雅黑" panose="020B0503020204020204" pitchFamily="34" charset="-122"/>
                <a:ea typeface="微软雅黑" panose="020B0503020204020204" pitchFamily="34" charset="-122"/>
              </a:endParaRPr>
            </a:p>
            <a:p>
              <a:pPr marL="110243" marR="0" lvl="0" indent="-108573" algn="ctr" defTabSz="985507" eaLnBrk="0" fontAlgn="auto" latinLnBrk="0" hangingPunct="0">
                <a:lnSpc>
                  <a:spcPct val="120000"/>
                </a:lnSpc>
                <a:spcBef>
                  <a:spcPts val="0"/>
                </a:spcBef>
                <a:spcAft>
                  <a:spcPts val="0"/>
                </a:spcAft>
                <a:buClrTx/>
                <a:buSzTx/>
                <a:buFontTx/>
                <a:buNone/>
                <a:tabLst/>
                <a:defRPr/>
              </a:pPr>
              <a:endParaRPr lang="en-US" altLang="zh-CN" sz="1200" b="1" kern="0" dirty="0">
                <a:solidFill>
                  <a:srgbClr val="FFFFFF"/>
                </a:solidFill>
                <a:latin typeface="微软雅黑" panose="020B0503020204020204" pitchFamily="34" charset="-122"/>
                <a:ea typeface="微软雅黑" panose="020B0503020204020204" pitchFamily="34" charset="-122"/>
              </a:endParaRPr>
            </a:p>
          </p:txBody>
        </p:sp>
      </p:grpSp>
      <p:cxnSp>
        <p:nvCxnSpPr>
          <p:cNvPr id="44" name="连接符: 肘形 43">
            <a:extLst>
              <a:ext uri="{FF2B5EF4-FFF2-40B4-BE49-F238E27FC236}">
                <a16:creationId xmlns:a16="http://schemas.microsoft.com/office/drawing/2014/main" id="{144DCA8B-A287-4369-9508-319AF1AED98E}"/>
              </a:ext>
            </a:extLst>
          </p:cNvPr>
          <p:cNvCxnSpPr>
            <a:cxnSpLocks/>
            <a:stCxn id="33" idx="2"/>
            <a:endCxn id="54" idx="0"/>
          </p:cNvCxnSpPr>
          <p:nvPr/>
        </p:nvCxnSpPr>
        <p:spPr bwMode="auto">
          <a:xfrm rot="5400000">
            <a:off x="6524761" y="3828344"/>
            <a:ext cx="383116" cy="1259731"/>
          </a:xfrm>
          <a:prstGeom prst="bentConnector3">
            <a:avLst>
              <a:gd name="adj1" fmla="val 50000"/>
            </a:avLst>
          </a:prstGeom>
          <a:noFill/>
          <a:ln w="1905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5" name="组合 44">
            <a:extLst>
              <a:ext uri="{FF2B5EF4-FFF2-40B4-BE49-F238E27FC236}">
                <a16:creationId xmlns:a16="http://schemas.microsoft.com/office/drawing/2014/main" id="{EA0009A2-784A-4FF8-925E-114210FA89E7}"/>
              </a:ext>
            </a:extLst>
          </p:cNvPr>
          <p:cNvGrpSpPr/>
          <p:nvPr/>
        </p:nvGrpSpPr>
        <p:grpSpPr>
          <a:xfrm>
            <a:off x="4188109" y="5192461"/>
            <a:ext cx="356682" cy="361461"/>
            <a:chOff x="4138173" y="4708994"/>
            <a:chExt cx="356682" cy="361461"/>
          </a:xfrm>
        </p:grpSpPr>
        <p:sp>
          <p:nvSpPr>
            <p:cNvPr id="46" name="五角星 42">
              <a:extLst>
                <a:ext uri="{FF2B5EF4-FFF2-40B4-BE49-F238E27FC236}">
                  <a16:creationId xmlns:a16="http://schemas.microsoft.com/office/drawing/2014/main" id="{D7DC589B-E19A-4214-9F3D-F743FECBD5EE}"/>
                </a:ext>
              </a:extLst>
            </p:cNvPr>
            <p:cNvSpPr/>
            <p:nvPr/>
          </p:nvSpPr>
          <p:spPr bwMode="auto">
            <a:xfrm>
              <a:off x="4227754" y="4708994"/>
              <a:ext cx="214163" cy="205737"/>
            </a:xfrm>
            <a:prstGeom prst="star5">
              <a:avLst/>
            </a:prstGeom>
            <a:solidFill>
              <a:srgbClr val="FF0000"/>
            </a:solidFill>
            <a:ln w="9525"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6886" tIns="43443" rIns="86886" bIns="43443" numCol="1" rtlCol="0" anchor="t" anchorCtr="0" compatLnSpc="1">
              <a:prstTxWarp prst="textNoShape">
                <a:avLst/>
              </a:prstTxWarp>
            </a:bodyPr>
            <a:lstStyle/>
            <a:p>
              <a:pPr algn="ctr" defTabSz="868863" eaLnBrk="1" hangingPunct="1"/>
              <a:endParaRPr lang="zh-CN" altLang="en-US" sz="1000" b="1" dirty="0">
                <a:solidFill>
                  <a:srgbClr val="000000"/>
                </a:solidFill>
                <a:latin typeface="微软雅黑" panose="020B0503020204020204" pitchFamily="34" charset="-122"/>
                <a:ea typeface="微软雅黑" panose="020B0503020204020204" pitchFamily="34" charset="-122"/>
              </a:endParaRPr>
            </a:p>
          </p:txBody>
        </p:sp>
        <p:sp>
          <p:nvSpPr>
            <p:cNvPr id="47" name="文本框 46">
              <a:extLst>
                <a:ext uri="{FF2B5EF4-FFF2-40B4-BE49-F238E27FC236}">
                  <a16:creationId xmlns:a16="http://schemas.microsoft.com/office/drawing/2014/main" id="{5B8FFE5C-613F-4E9C-AC72-24EC55390883}"/>
                </a:ext>
              </a:extLst>
            </p:cNvPr>
            <p:cNvSpPr txBox="1"/>
            <p:nvPr/>
          </p:nvSpPr>
          <p:spPr>
            <a:xfrm>
              <a:off x="4138173" y="4912976"/>
              <a:ext cx="356682" cy="157479"/>
            </a:xfrm>
            <a:prstGeom prst="rect">
              <a:avLst/>
            </a:prstGeom>
          </p:spPr>
          <p:txBody>
            <a:bodyPr wrap="square" lIns="0" tIns="0" rIns="0" bIns="0" rtlCol="0">
              <a:spAutoFit/>
            </a:bodyPr>
            <a:lstStyle/>
            <a:p>
              <a:pPr algn="ctr" latinLnBrk="0">
                <a:lnSpc>
                  <a:spcPct val="110000"/>
                </a:lnSpc>
              </a:pPr>
              <a:r>
                <a:rPr lang="zh-CN" altLang="en-US" sz="1000" kern="0" dirty="0">
                  <a:latin typeface="微软雅黑" panose="020B0503020204020204" pitchFamily="34" charset="-122"/>
                  <a:ea typeface="微软雅黑" panose="020B0503020204020204" pitchFamily="34" charset="-122"/>
                </a:rPr>
                <a:t>上线</a:t>
              </a:r>
            </a:p>
          </p:txBody>
        </p:sp>
      </p:grpSp>
      <p:sp>
        <p:nvSpPr>
          <p:cNvPr id="48" name="AutoShape 655">
            <a:extLst>
              <a:ext uri="{FF2B5EF4-FFF2-40B4-BE49-F238E27FC236}">
                <a16:creationId xmlns:a16="http://schemas.microsoft.com/office/drawing/2014/main" id="{B02583C3-8A8A-4834-A48B-63E5C76DD9A0}"/>
              </a:ext>
            </a:extLst>
          </p:cNvPr>
          <p:cNvSpPr>
            <a:spLocks noChangeArrowheads="1"/>
          </p:cNvSpPr>
          <p:nvPr/>
        </p:nvSpPr>
        <p:spPr bwMode="auto">
          <a:xfrm>
            <a:off x="1886557" y="3948038"/>
            <a:ext cx="705814" cy="377190"/>
          </a:xfrm>
          <a:prstGeom prst="chevron">
            <a:avLst>
              <a:gd name="adj" fmla="val 22127"/>
            </a:avLst>
          </a:prstGeom>
          <a:solidFill>
            <a:srgbClr val="F7F1D5"/>
          </a:solidFill>
          <a:ln w="3175" algn="ctr">
            <a:solidFill>
              <a:srgbClr val="808080"/>
            </a:solidFill>
            <a:miter lim="800000"/>
            <a:headEnd/>
            <a:tailEnd/>
          </a:ln>
          <a:effectLst/>
        </p:spPr>
        <p:txBody>
          <a:bodyPr wrap="none" lIns="0" tIns="35974" rIns="0" bIns="35974" anchor="ctr"/>
          <a:lstStyle/>
          <a:p>
            <a:pPr algn="ctr">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技术培训</a:t>
            </a:r>
            <a:endParaRPr lang="ko-KR" altLang="en-US" sz="1000" dirty="0">
              <a:solidFill>
                <a:srgbClr val="000000"/>
              </a:solidFill>
              <a:latin typeface="微软雅黑" panose="020B0503020204020204" pitchFamily="34" charset="-122"/>
              <a:ea typeface="Malgun Gothic" panose="020B0503020000020004" pitchFamily="34" charset="-127"/>
            </a:endParaRPr>
          </a:p>
        </p:txBody>
      </p:sp>
      <p:grpSp>
        <p:nvGrpSpPr>
          <p:cNvPr id="49" name="组合 48">
            <a:extLst>
              <a:ext uri="{FF2B5EF4-FFF2-40B4-BE49-F238E27FC236}">
                <a16:creationId xmlns:a16="http://schemas.microsoft.com/office/drawing/2014/main" id="{0EC12F88-A23C-4454-926F-DCD3A01014C9}"/>
              </a:ext>
            </a:extLst>
          </p:cNvPr>
          <p:cNvGrpSpPr/>
          <p:nvPr/>
        </p:nvGrpSpPr>
        <p:grpSpPr>
          <a:xfrm>
            <a:off x="3631972" y="5216495"/>
            <a:ext cx="621325" cy="396050"/>
            <a:chOff x="2219836" y="3780314"/>
            <a:chExt cx="1763332" cy="396050"/>
          </a:xfrm>
        </p:grpSpPr>
        <p:sp>
          <p:nvSpPr>
            <p:cNvPr id="50" name="AutoShape 655">
              <a:extLst>
                <a:ext uri="{FF2B5EF4-FFF2-40B4-BE49-F238E27FC236}">
                  <a16:creationId xmlns:a16="http://schemas.microsoft.com/office/drawing/2014/main" id="{FC809089-260A-44ED-9988-5A665552115C}"/>
                </a:ext>
              </a:extLst>
            </p:cNvPr>
            <p:cNvSpPr>
              <a:spLocks noChangeArrowheads="1"/>
            </p:cNvSpPr>
            <p:nvPr/>
          </p:nvSpPr>
          <p:spPr bwMode="auto">
            <a:xfrm>
              <a:off x="2908200" y="3780314"/>
              <a:ext cx="1074968" cy="396050"/>
            </a:xfrm>
            <a:prstGeom prst="chevron">
              <a:avLst>
                <a:gd name="adj" fmla="val 22127"/>
              </a:avLst>
            </a:prstGeom>
            <a:solidFill>
              <a:srgbClr val="F7F1D5"/>
            </a:solidFill>
            <a:ln w="3175" algn="ctr">
              <a:solidFill>
                <a:srgbClr val="808080"/>
              </a:solidFill>
              <a:miter lim="800000"/>
              <a:headEnd/>
              <a:tailEnd/>
            </a:ln>
            <a:effectLst/>
          </p:spPr>
          <p:txBody>
            <a:bodyPr wrap="none" lIns="0" tIns="37859" rIns="0" bIns="37859" anchor="ctr"/>
            <a:lstStyle/>
            <a:p>
              <a:pPr algn="ctr" eaLnBrk="0" latinLnBrk="0" hangingPunct="0">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数据</a:t>
              </a:r>
              <a:endParaRPr lang="en-US" altLang="zh-CN" sz="1000" dirty="0">
                <a:solidFill>
                  <a:srgbClr val="000000"/>
                </a:solidFill>
                <a:latin typeface="微软雅黑" panose="020B0503020204020204" pitchFamily="34" charset="-122"/>
                <a:ea typeface="微软雅黑" panose="020B0503020204020204" pitchFamily="34" charset="-122"/>
              </a:endParaRPr>
            </a:p>
            <a:p>
              <a:pPr algn="ctr" eaLnBrk="0" latinLnBrk="0" hangingPunct="0">
                <a:lnSpc>
                  <a:spcPct val="80000"/>
                </a:lnSpc>
                <a:spcBef>
                  <a:spcPct val="20000"/>
                </a:spcBef>
              </a:pPr>
              <a:r>
                <a:rPr lang="zh-CN" altLang="en-US" sz="1000" dirty="0">
                  <a:solidFill>
                    <a:srgbClr val="000000"/>
                  </a:solidFill>
                  <a:latin typeface="微软雅黑" panose="020B0503020204020204" pitchFamily="34" charset="-122"/>
                  <a:ea typeface="微软雅黑" panose="020B0503020204020204" pitchFamily="34" charset="-122"/>
                </a:rPr>
                <a:t>移转</a:t>
              </a:r>
              <a:endParaRPr lang="ko-KR" altLang="en-US" sz="1000" dirty="0">
                <a:solidFill>
                  <a:srgbClr val="000000"/>
                </a:solidFill>
                <a:latin typeface="微软雅黑" panose="020B0503020204020204" pitchFamily="34" charset="-122"/>
                <a:ea typeface="Malgun Gothic" panose="020B0503020000020004" pitchFamily="34" charset="-127"/>
              </a:endParaRPr>
            </a:p>
          </p:txBody>
        </p:sp>
        <p:sp>
          <p:nvSpPr>
            <p:cNvPr id="51" name="AutoShape 638">
              <a:extLst>
                <a:ext uri="{FF2B5EF4-FFF2-40B4-BE49-F238E27FC236}">
                  <a16:creationId xmlns:a16="http://schemas.microsoft.com/office/drawing/2014/main" id="{A8B935A1-BE65-48A4-959A-DEFB7919940F}"/>
                </a:ext>
              </a:extLst>
            </p:cNvPr>
            <p:cNvSpPr>
              <a:spLocks noChangeArrowheads="1"/>
            </p:cNvSpPr>
            <p:nvPr/>
          </p:nvSpPr>
          <p:spPr bwMode="auto">
            <a:xfrm>
              <a:off x="2219836" y="3780314"/>
              <a:ext cx="852748" cy="396050"/>
            </a:xfrm>
            <a:prstGeom prst="homePlate">
              <a:avLst>
                <a:gd name="adj" fmla="val 22065"/>
              </a:avLst>
            </a:prstGeom>
            <a:solidFill>
              <a:srgbClr val="F7F1D5"/>
            </a:solidFill>
            <a:ln w="3175" algn="ctr">
              <a:solidFill>
                <a:srgbClr val="808080"/>
              </a:solidFill>
              <a:miter lim="800000"/>
              <a:headEnd/>
              <a:tailEnd/>
            </a:ln>
            <a:effectLst/>
          </p:spPr>
          <p:txBody>
            <a:bodyPr wrap="none" lIns="0" tIns="35974" rIns="0" bIns="35974" anchor="ctr"/>
            <a:lstStyle/>
            <a:p>
              <a:pPr algn="ctr" eaLnBrk="0" latinLnBrk="0" hangingPunct="0">
                <a:lnSpc>
                  <a:spcPct val="80000"/>
                </a:lnSpc>
                <a:spcBef>
                  <a:spcPct val="20000"/>
                </a:spcBef>
                <a:buFont typeface="Wingdings" pitchFamily="2" charset="2"/>
                <a:buNone/>
              </a:pPr>
              <a:r>
                <a:rPr lang="zh-CN" altLang="en-US" sz="1000" dirty="0">
                  <a:solidFill>
                    <a:srgbClr val="000000"/>
                  </a:solidFill>
                  <a:latin typeface="微软雅黑" panose="020B0503020204020204" pitchFamily="34" charset="-122"/>
                  <a:ea typeface="微软雅黑" panose="020B0503020204020204" pitchFamily="34" charset="-122"/>
                </a:rPr>
                <a:t>系统</a:t>
              </a:r>
              <a:endParaRPr lang="en-US" altLang="zh-CN" sz="1000" dirty="0">
                <a:solidFill>
                  <a:srgbClr val="000000"/>
                </a:solidFill>
                <a:latin typeface="微软雅黑" panose="020B0503020204020204" pitchFamily="34" charset="-122"/>
                <a:ea typeface="微软雅黑" panose="020B0503020204020204" pitchFamily="34" charset="-122"/>
              </a:endParaRPr>
            </a:p>
            <a:p>
              <a:pPr algn="ctr" eaLnBrk="0" latinLnBrk="0" hangingPunct="0">
                <a:lnSpc>
                  <a:spcPct val="80000"/>
                </a:lnSpc>
                <a:spcBef>
                  <a:spcPct val="20000"/>
                </a:spcBef>
                <a:buFont typeface="Wingdings" pitchFamily="2" charset="2"/>
                <a:buNone/>
              </a:pPr>
              <a:r>
                <a:rPr lang="zh-CN" altLang="en-US" sz="1000" dirty="0">
                  <a:solidFill>
                    <a:srgbClr val="000000"/>
                  </a:solidFill>
                  <a:latin typeface="微软雅黑" panose="020B0503020204020204" pitchFamily="34" charset="-122"/>
                  <a:ea typeface="微软雅黑" panose="020B0503020204020204" pitchFamily="34" charset="-122"/>
                </a:rPr>
                <a:t>测试</a:t>
              </a:r>
              <a:endParaRPr lang="en-US" altLang="zh-CN" sz="1000" dirty="0">
                <a:solidFill>
                  <a:srgbClr val="000000"/>
                </a:solidFill>
                <a:latin typeface="微软雅黑" panose="020B0503020204020204" pitchFamily="34" charset="-122"/>
                <a:ea typeface="微软雅黑" panose="020B0503020204020204" pitchFamily="34" charset="-122"/>
              </a:endParaRPr>
            </a:p>
          </p:txBody>
        </p:sp>
      </p:grpSp>
      <p:grpSp>
        <p:nvGrpSpPr>
          <p:cNvPr id="52" name="组合 51">
            <a:extLst>
              <a:ext uri="{FF2B5EF4-FFF2-40B4-BE49-F238E27FC236}">
                <a16:creationId xmlns:a16="http://schemas.microsoft.com/office/drawing/2014/main" id="{B7697499-B48A-4C3D-9476-65A082B8E261}"/>
              </a:ext>
            </a:extLst>
          </p:cNvPr>
          <p:cNvGrpSpPr/>
          <p:nvPr/>
        </p:nvGrpSpPr>
        <p:grpSpPr>
          <a:xfrm>
            <a:off x="5339974" y="4649767"/>
            <a:ext cx="1492958" cy="1206029"/>
            <a:chOff x="6768229" y="4275317"/>
            <a:chExt cx="1125169" cy="1206029"/>
          </a:xfrm>
        </p:grpSpPr>
        <p:sp>
          <p:nvSpPr>
            <p:cNvPr id="53" name="직사각형 18">
              <a:extLst>
                <a:ext uri="{FF2B5EF4-FFF2-40B4-BE49-F238E27FC236}">
                  <a16:creationId xmlns:a16="http://schemas.microsoft.com/office/drawing/2014/main" id="{0FC5FFE4-60A7-46C2-BE04-51FA5EA0DE6F}"/>
                </a:ext>
              </a:extLst>
            </p:cNvPr>
            <p:cNvSpPr/>
            <p:nvPr>
              <p:custDataLst>
                <p:tags r:id="rId3"/>
              </p:custDataLst>
            </p:nvPr>
          </p:nvSpPr>
          <p:spPr bwMode="auto">
            <a:xfrm>
              <a:off x="6768229" y="4558384"/>
              <a:ext cx="1125169" cy="922962"/>
            </a:xfrm>
            <a:prstGeom prst="rect">
              <a:avLst/>
            </a:prstGeom>
            <a:solidFill>
              <a:srgbClr val="FFFFFF">
                <a:lumMod val="95000"/>
              </a:srgbClr>
            </a:solidFill>
            <a:ln w="9525" cap="flat" cmpd="sng" algn="ctr">
              <a:solidFill>
                <a:srgbClr val="333333"/>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110243" lvl="0" indent="-108573" algn="ctr" defTabSz="985507" fontAlgn="auto">
                <a:lnSpc>
                  <a:spcPct val="120000"/>
                </a:lnSpc>
                <a:spcBef>
                  <a:spcPts val="0"/>
                </a:spcBef>
                <a:spcAft>
                  <a:spcPts val="0"/>
                </a:spcAft>
              </a:pPr>
              <a:r>
                <a:rPr kumimoji="0" lang="zh-CN" altLang="en-US" sz="1200"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rPr>
                <a:t>程国前经理</a:t>
              </a:r>
              <a:endParaRPr kumimoji="0" lang="en-US" altLang="zh-CN" sz="1200"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endParaRPr>
            </a:p>
            <a:p>
              <a:pPr marL="110243" lvl="0" indent="-108573" algn="ctr" defTabSz="985507" fontAlgn="auto">
                <a:lnSpc>
                  <a:spcPct val="120000"/>
                </a:lnSpc>
                <a:spcBef>
                  <a:spcPts val="0"/>
                </a:spcBef>
                <a:spcAft>
                  <a:spcPts val="0"/>
                </a:spcAft>
              </a:pPr>
              <a:r>
                <a:rPr kumimoji="0" lang="zh-CN" altLang="en-US" sz="1200"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rPr>
                <a:t>于勇刚课长</a:t>
              </a:r>
              <a:endParaRPr kumimoji="0" lang="en-US" altLang="zh-CN" sz="1200"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endParaRPr>
            </a:p>
            <a:p>
              <a:pPr marL="110243" lvl="0" indent="-108573" algn="ctr" defTabSz="985507" fontAlgn="auto">
                <a:lnSpc>
                  <a:spcPct val="120000"/>
                </a:lnSpc>
                <a:spcBef>
                  <a:spcPts val="0"/>
                </a:spcBef>
                <a:spcAft>
                  <a:spcPts val="0"/>
                </a:spcAft>
              </a:pPr>
              <a:r>
                <a:rPr lang="zh-CN" altLang="en-US" sz="1200" kern="0" dirty="0">
                  <a:solidFill>
                    <a:schemeClr val="tx2"/>
                  </a:solidFill>
                  <a:latin typeface="微软雅黑" panose="020B0503020204020204" pitchFamily="34" charset="-122"/>
                  <a:ea typeface="微软雅黑" panose="020B0503020204020204" pitchFamily="34" charset="-122"/>
                </a:rPr>
                <a:t>李菲菲课长</a:t>
              </a:r>
              <a:endParaRPr lang="en-US" altLang="zh-CN" sz="1200" kern="0" dirty="0">
                <a:solidFill>
                  <a:schemeClr val="tx2"/>
                </a:solidFill>
                <a:latin typeface="微软雅黑" panose="020B0503020204020204" pitchFamily="34" charset="-122"/>
                <a:ea typeface="微软雅黑" panose="020B0503020204020204" pitchFamily="34" charset="-122"/>
              </a:endParaRPr>
            </a:p>
            <a:p>
              <a:pPr marL="110243" lvl="0" indent="-108573" algn="ctr" defTabSz="985507" fontAlgn="auto">
                <a:lnSpc>
                  <a:spcPct val="120000"/>
                </a:lnSpc>
                <a:spcBef>
                  <a:spcPts val="0"/>
                </a:spcBef>
                <a:spcAft>
                  <a:spcPts val="0"/>
                </a:spcAft>
              </a:pPr>
              <a:r>
                <a:rPr kumimoji="0" lang="zh-CN" altLang="en-US" sz="1200" i="0" u="none" strike="noStrike" kern="0" cap="none" spc="0" normalizeH="0" baseline="0" noProof="0" dirty="0">
                  <a:ln>
                    <a:noFill/>
                  </a:ln>
                  <a:solidFill>
                    <a:schemeClr val="tx2"/>
                  </a:solidFill>
                  <a:effectLst/>
                  <a:uLnTx/>
                  <a:uFillTx/>
                  <a:latin typeface="微软雅黑" panose="020B0503020204020204" pitchFamily="34" charset="-122"/>
                  <a:ea typeface="微软雅黑" panose="020B0503020204020204" pitchFamily="34" charset="-122"/>
                </a:rPr>
                <a:t>徐立东课长</a:t>
              </a:r>
              <a:endParaRPr kumimoji="0" lang="ko-KR" altLang="en-US" sz="1200" i="0" u="none" strike="noStrike" kern="0" cap="none" spc="0" normalizeH="0" baseline="0" noProof="0" dirty="0">
                <a:ln>
                  <a:noFill/>
                </a:ln>
                <a:solidFill>
                  <a:schemeClr val="tx2"/>
                </a:solidFill>
                <a:effectLst/>
                <a:uLnTx/>
                <a:uFillTx/>
                <a:latin typeface="微软雅黑" panose="020B0503020204020204" pitchFamily="34" charset="-122"/>
                <a:ea typeface="Malgun Gothic" panose="020B0503020000020004" pitchFamily="34" charset="-127"/>
              </a:endParaRPr>
            </a:p>
          </p:txBody>
        </p:sp>
        <p:sp>
          <p:nvSpPr>
            <p:cNvPr id="54" name="직사각형 19">
              <a:extLst>
                <a:ext uri="{FF2B5EF4-FFF2-40B4-BE49-F238E27FC236}">
                  <a16:creationId xmlns:a16="http://schemas.microsoft.com/office/drawing/2014/main" id="{9CD4AE4D-E8EB-472E-99F0-76E76E90D7AA}"/>
                </a:ext>
              </a:extLst>
            </p:cNvPr>
            <p:cNvSpPr/>
            <p:nvPr>
              <p:custDataLst>
                <p:tags r:id="rId4"/>
              </p:custDataLst>
            </p:nvPr>
          </p:nvSpPr>
          <p:spPr bwMode="auto">
            <a:xfrm>
              <a:off x="6768229" y="4275317"/>
              <a:ext cx="1125169" cy="277844"/>
            </a:xfrm>
            <a:prstGeom prst="rect">
              <a:avLst/>
            </a:prstGeom>
            <a:solidFill>
              <a:srgbClr val="333333"/>
            </a:solidFill>
            <a:ln w="9525" cap="flat" cmpd="sng" algn="ctr">
              <a:solidFill>
                <a:srgbClr val="333333"/>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110243" marR="0" lvl="0" indent="-108573" algn="ctr" defTabSz="985507" eaLnBrk="0" fontAlgn="auto" latinLnBrk="0" hangingPunct="0">
                <a:lnSpc>
                  <a:spcPct val="120000"/>
                </a:lnSpc>
                <a:spcBef>
                  <a:spcPts val="0"/>
                </a:spcBef>
                <a:spcAft>
                  <a:spcPts val="0"/>
                </a:spcAft>
                <a:buClrTx/>
                <a:buSzTx/>
                <a:buFontTx/>
                <a:buNone/>
                <a:tabLst/>
                <a:defRPr/>
              </a:pPr>
              <a:endParaRPr kumimoji="0" lang="en-US" altLang="ko-KR" sz="12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a:p>
              <a:pPr marL="110243" marR="0" lvl="0" indent="-108573" algn="ctr" defTabSz="985507" eaLnBrk="0" fontAlgn="auto" latinLnBrk="0" hangingPunct="0">
                <a:lnSpc>
                  <a:spcPct val="120000"/>
                </a:lnSpc>
                <a:spcBef>
                  <a:spcPts val="0"/>
                </a:spcBef>
                <a:spcAft>
                  <a:spcPts val="0"/>
                </a:spcAft>
                <a:buClrTx/>
                <a:buSzTx/>
                <a:buFontTx/>
                <a:buNone/>
                <a:tabLst/>
                <a:defRPr/>
              </a:pPr>
              <a:r>
                <a:rPr lang="zh-CN" altLang="en-US" sz="1200" b="1" kern="0" dirty="0">
                  <a:solidFill>
                    <a:srgbClr val="FFFFFF"/>
                  </a:solidFill>
                  <a:latin typeface="微软雅黑" panose="020B0503020204020204" pitchFamily="34" charset="-122"/>
                  <a:ea typeface="微软雅黑" panose="020B0503020204020204" pitchFamily="34" charset="-122"/>
                </a:rPr>
                <a:t>设计开发</a:t>
              </a:r>
              <a:endParaRPr lang="en-US" altLang="zh-CN" sz="1200" b="1" kern="0" dirty="0">
                <a:solidFill>
                  <a:srgbClr val="FFFFFF"/>
                </a:solidFill>
                <a:latin typeface="微软雅黑" panose="020B0503020204020204" pitchFamily="34" charset="-122"/>
                <a:ea typeface="微软雅黑" panose="020B0503020204020204" pitchFamily="34" charset="-122"/>
              </a:endParaRPr>
            </a:p>
            <a:p>
              <a:pPr marL="110243" marR="0" lvl="0" indent="-108573" algn="ctr" defTabSz="985507" eaLnBrk="0" fontAlgn="auto" latinLnBrk="0" hangingPunct="0">
                <a:lnSpc>
                  <a:spcPct val="120000"/>
                </a:lnSpc>
                <a:spcBef>
                  <a:spcPts val="0"/>
                </a:spcBef>
                <a:spcAft>
                  <a:spcPts val="0"/>
                </a:spcAft>
                <a:buClrTx/>
                <a:buSzTx/>
                <a:buFontTx/>
                <a:buNone/>
                <a:tabLst/>
                <a:defRPr/>
              </a:pPr>
              <a:endParaRPr lang="en-US" altLang="zh-CN" sz="1200" b="1" kern="0" dirty="0">
                <a:solidFill>
                  <a:srgbClr val="FFFFFF"/>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108999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BEAC07D-A696-4F71-857C-892F8847C9EB}"/>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4</a:t>
            </a:fld>
            <a:endParaRPr lang="ko-KR" altLang="en-US" dirty="0">
              <a:latin typeface="微软雅黑" panose="020B0503020204020204" pitchFamily="34" charset="-122"/>
            </a:endParaRPr>
          </a:p>
        </p:txBody>
      </p:sp>
      <p:sp>
        <p:nvSpPr>
          <p:cNvPr id="4" name="标题 3">
            <a:extLst>
              <a:ext uri="{FF2B5EF4-FFF2-40B4-BE49-F238E27FC236}">
                <a16:creationId xmlns:a16="http://schemas.microsoft.com/office/drawing/2014/main" id="{5EA147E4-2AD4-4259-A5F8-074068FFC453}"/>
              </a:ext>
            </a:extLst>
          </p:cNvPr>
          <p:cNvSpPr>
            <a:spLocks noGrp="1"/>
          </p:cNvSpPr>
          <p:nvPr>
            <p:ph type="title"/>
          </p:nvPr>
        </p:nvSpPr>
        <p:spPr/>
        <p:txBody>
          <a:bodyPr>
            <a:noAutofit/>
          </a:bodyPr>
          <a:lstStyle/>
          <a:p>
            <a:r>
              <a:rPr lang="zh-CN" altLang="en-US" sz="2000" b="1" dirty="0">
                <a:latin typeface="微软雅黑" panose="020B0503020204020204" pitchFamily="34" charset="-122"/>
                <a:ea typeface="微软雅黑" panose="020B0503020204020204" pitchFamily="34" charset="-122"/>
              </a:rPr>
              <a:t>推进范围</a:t>
            </a:r>
          </a:p>
        </p:txBody>
      </p:sp>
      <p:sp>
        <p:nvSpPr>
          <p:cNvPr id="8" name="Rectangle 3">
            <a:extLst>
              <a:ext uri="{FF2B5EF4-FFF2-40B4-BE49-F238E27FC236}">
                <a16:creationId xmlns:a16="http://schemas.microsoft.com/office/drawing/2014/main" id="{EBA40C39-CF3A-4C44-841D-F6927BD18D07}"/>
              </a:ext>
            </a:extLst>
          </p:cNvPr>
          <p:cNvSpPr txBox="1">
            <a:spLocks noChangeArrowheads="1"/>
          </p:cNvSpPr>
          <p:nvPr>
            <p:custDataLst>
              <p:tags r:id="rId1"/>
            </p:custDataLst>
          </p:nvPr>
        </p:nvSpPr>
        <p:spPr bwMode="gray">
          <a:xfrm>
            <a:off x="419228" y="887673"/>
            <a:ext cx="9007627" cy="282576"/>
          </a:xfrm>
          <a:prstGeom prst="rect">
            <a:avLst/>
          </a:prstGeom>
          <a:noFill/>
          <a:ln w="9525">
            <a:noFill/>
            <a:miter lim="800000"/>
            <a:headEnd/>
            <a:tailEnd/>
          </a:ln>
        </p:spPr>
        <p:txBody>
          <a:bodyPr lIns="86832" tIns="43416" rIns="86832" bIns="43416"/>
          <a:lstStyle/>
          <a:p>
            <a:pPr algn="l" defTabSz="943968">
              <a:lnSpc>
                <a:spcPct val="120000"/>
              </a:lnSpc>
            </a:pPr>
            <a:r>
              <a:rPr lang="en-US" altLang="zh-CN" sz="1500" b="1" dirty="0">
                <a:latin typeface="微软雅黑" panose="020B0503020204020204" pitchFamily="34" charset="-122"/>
                <a:ea typeface="微软雅黑" panose="020B0503020204020204" pitchFamily="34" charset="-122"/>
              </a:rPr>
              <a:t>IT</a:t>
            </a:r>
            <a:r>
              <a:rPr lang="zh-CN" altLang="en-US" sz="1500" b="1" dirty="0">
                <a:latin typeface="微软雅黑" panose="020B0503020204020204" pitchFamily="34" charset="-122"/>
                <a:ea typeface="微软雅黑" panose="020B0503020204020204" pitchFamily="34" charset="-122"/>
              </a:rPr>
              <a:t>资产管理系统范围如下：</a:t>
            </a:r>
          </a:p>
        </p:txBody>
      </p:sp>
      <p:grpSp>
        <p:nvGrpSpPr>
          <p:cNvPr id="100" name="组合 99">
            <a:extLst>
              <a:ext uri="{FF2B5EF4-FFF2-40B4-BE49-F238E27FC236}">
                <a16:creationId xmlns:a16="http://schemas.microsoft.com/office/drawing/2014/main" id="{FC6B6CEA-52F8-42EB-B9B1-734C0E96C882}"/>
              </a:ext>
            </a:extLst>
          </p:cNvPr>
          <p:cNvGrpSpPr/>
          <p:nvPr/>
        </p:nvGrpSpPr>
        <p:grpSpPr>
          <a:xfrm>
            <a:off x="1213923" y="1375728"/>
            <a:ext cx="1502620" cy="1660894"/>
            <a:chOff x="1271028" y="1375728"/>
            <a:chExt cx="1793185" cy="1660894"/>
          </a:xfrm>
        </p:grpSpPr>
        <p:grpSp>
          <p:nvGrpSpPr>
            <p:cNvPr id="13" name="Group 5">
              <a:extLst>
                <a:ext uri="{FF2B5EF4-FFF2-40B4-BE49-F238E27FC236}">
                  <a16:creationId xmlns:a16="http://schemas.microsoft.com/office/drawing/2014/main" id="{5F80F28B-E912-4380-96F4-A96C5F60C46B}"/>
                </a:ext>
              </a:extLst>
            </p:cNvPr>
            <p:cNvGrpSpPr>
              <a:grpSpLocks/>
            </p:cNvGrpSpPr>
            <p:nvPr/>
          </p:nvGrpSpPr>
          <p:grpSpPr bwMode="auto">
            <a:xfrm>
              <a:off x="1346883" y="1375728"/>
              <a:ext cx="1641475" cy="282575"/>
              <a:chOff x="631" y="1680"/>
              <a:chExt cx="960" cy="960"/>
            </a:xfrm>
            <a:noFill/>
          </p:grpSpPr>
          <p:sp>
            <p:nvSpPr>
              <p:cNvPr id="14" name="Rectangle 6">
                <a:extLst>
                  <a:ext uri="{FF2B5EF4-FFF2-40B4-BE49-F238E27FC236}">
                    <a16:creationId xmlns:a16="http://schemas.microsoft.com/office/drawing/2014/main" id="{51096F00-1FCC-4E99-BACA-857AF78AE06C}"/>
                  </a:ext>
                </a:extLst>
              </p:cNvPr>
              <p:cNvSpPr>
                <a:spLocks noChangeArrowheads="1"/>
              </p:cNvSpPr>
              <p:nvPr>
                <p:custDataLst>
                  <p:tags r:id="rId36"/>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Rectangle 7">
                <a:extLst>
                  <a:ext uri="{FF2B5EF4-FFF2-40B4-BE49-F238E27FC236}">
                    <a16:creationId xmlns:a16="http://schemas.microsoft.com/office/drawing/2014/main" id="{8B0E2C67-3C02-4853-A547-A61B87A54803}"/>
                  </a:ext>
                </a:extLst>
              </p:cNvPr>
              <p:cNvSpPr>
                <a:spLocks noChangeArrowheads="1"/>
              </p:cNvSpPr>
              <p:nvPr>
                <p:custDataLst>
                  <p:tags r:id="rId37"/>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权限</a:t>
                </a:r>
                <a:r>
                  <a:rPr lang="en-US" altLang="zh-CN" sz="1400" b="1" dirty="0">
                    <a:latin typeface="微软雅黑" panose="020B0503020204020204" pitchFamily="34" charset="-122"/>
                    <a:ea typeface="微软雅黑" panose="020B0503020204020204" pitchFamily="34" charset="-122"/>
                  </a:rPr>
                  <a:t>&amp;</a:t>
                </a:r>
                <a:r>
                  <a:rPr lang="zh-CN" altLang="en-US" sz="1400" b="1" dirty="0">
                    <a:latin typeface="微软雅黑" panose="020B0503020204020204" pitchFamily="34" charset="-122"/>
                    <a:ea typeface="微软雅黑" panose="020B0503020204020204" pitchFamily="34" charset="-122"/>
                  </a:rPr>
                  <a:t>用户</a:t>
                </a:r>
                <a:endParaRPr lang="en-US" altLang="ko-KR" sz="1400" b="1" dirty="0">
                  <a:latin typeface="微软雅黑" panose="020B0503020204020204" pitchFamily="34" charset="-122"/>
                  <a:ea typeface="微软雅黑" panose="020B0503020204020204" pitchFamily="34" charset="-122"/>
                </a:endParaRPr>
              </a:p>
            </p:txBody>
          </p:sp>
        </p:grpSp>
        <p:sp>
          <p:nvSpPr>
            <p:cNvPr id="25" name="Rectangle 17">
              <a:extLst>
                <a:ext uri="{FF2B5EF4-FFF2-40B4-BE49-F238E27FC236}">
                  <a16:creationId xmlns:a16="http://schemas.microsoft.com/office/drawing/2014/main" id="{4B626480-6D5A-412A-8D45-3E29F38422AB}"/>
                </a:ext>
              </a:extLst>
            </p:cNvPr>
            <p:cNvSpPr>
              <a:spLocks noChangeArrowheads="1"/>
            </p:cNvSpPr>
            <p:nvPr/>
          </p:nvSpPr>
          <p:spPr bwMode="auto">
            <a:xfrm>
              <a:off x="1271028" y="1743960"/>
              <a:ext cx="1793185"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权限设置：</a:t>
              </a:r>
              <a:r>
                <a:rPr lang="en-US" altLang="zh-CN" sz="1200" dirty="0">
                  <a:latin typeface="微软雅黑" panose="020B0503020204020204" pitchFamily="34" charset="-122"/>
                  <a:ea typeface="微软雅黑" panose="020B0503020204020204" pitchFamily="34" charset="-122"/>
                </a:rPr>
                <a:t>AD</a:t>
              </a:r>
              <a:r>
                <a:rPr lang="zh-CN" altLang="en-US" sz="1200" dirty="0">
                  <a:latin typeface="微软雅黑" panose="020B0503020204020204" pitchFamily="34" charset="-122"/>
                  <a:ea typeface="微软雅黑" panose="020B0503020204020204" pitchFamily="34" charset="-122"/>
                </a:rPr>
                <a:t>联动</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组织人员：</a:t>
              </a:r>
              <a:r>
                <a:rPr lang="en-US" altLang="zh-CN" sz="1200" dirty="0">
                  <a:latin typeface="微软雅黑" panose="020B0503020204020204" pitchFamily="34" charset="-122"/>
                  <a:ea typeface="微软雅黑" panose="020B0503020204020204" pitchFamily="34" charset="-122"/>
                </a:rPr>
                <a:t>HR</a:t>
              </a:r>
            </a:p>
            <a:p>
              <a:pPr lvl="1"/>
              <a:endParaRPr lang="en-US" altLang="zh-CN" sz="1200" dirty="0">
                <a:latin typeface="微软雅黑" panose="020B0503020204020204" pitchFamily="34" charset="-122"/>
                <a:ea typeface="微软雅黑" panose="020B0503020204020204" pitchFamily="34" charset="-122"/>
              </a:endParaRPr>
            </a:p>
            <a:p>
              <a:pPr lvl="1"/>
              <a:endParaRPr lang="en-US" altLang="zh-CN" sz="1200" dirty="0">
                <a:latin typeface="微软雅黑" panose="020B0503020204020204" pitchFamily="34" charset="-122"/>
                <a:ea typeface="微软雅黑" panose="020B0503020204020204" pitchFamily="34" charset="-122"/>
              </a:endParaRPr>
            </a:p>
            <a:p>
              <a:pPr lvl="1"/>
              <a:endParaRPr lang="en-US" altLang="zh-CN" sz="1200" dirty="0">
                <a:latin typeface="微软雅黑" panose="020B0503020204020204" pitchFamily="34" charset="-122"/>
                <a:ea typeface="微软雅黑" panose="020B0503020204020204" pitchFamily="34" charset="-122"/>
              </a:endParaRPr>
            </a:p>
            <a:p>
              <a:pPr lvl="1"/>
              <a:endParaRPr lang="en-US" altLang="zh-CN" sz="1200" dirty="0">
                <a:latin typeface="微软雅黑" panose="020B0503020204020204" pitchFamily="34" charset="-122"/>
                <a:ea typeface="微软雅黑" panose="020B0503020204020204" pitchFamily="34" charset="-122"/>
              </a:endParaRPr>
            </a:p>
          </p:txBody>
        </p:sp>
      </p:grpSp>
      <p:grpSp>
        <p:nvGrpSpPr>
          <p:cNvPr id="87" name="组合 86">
            <a:extLst>
              <a:ext uri="{FF2B5EF4-FFF2-40B4-BE49-F238E27FC236}">
                <a16:creationId xmlns:a16="http://schemas.microsoft.com/office/drawing/2014/main" id="{F4850E66-F295-440A-8918-A3E71B1CC185}"/>
              </a:ext>
            </a:extLst>
          </p:cNvPr>
          <p:cNvGrpSpPr/>
          <p:nvPr/>
        </p:nvGrpSpPr>
        <p:grpSpPr>
          <a:xfrm>
            <a:off x="2657367" y="1375728"/>
            <a:ext cx="1480924" cy="1476228"/>
            <a:chOff x="3570288" y="1375728"/>
            <a:chExt cx="1767293" cy="1476228"/>
          </a:xfrm>
        </p:grpSpPr>
        <p:grpSp>
          <p:nvGrpSpPr>
            <p:cNvPr id="16" name="Group 8">
              <a:extLst>
                <a:ext uri="{FF2B5EF4-FFF2-40B4-BE49-F238E27FC236}">
                  <a16:creationId xmlns:a16="http://schemas.microsoft.com/office/drawing/2014/main" id="{A81D91B0-D618-4976-992F-80FD24B6026D}"/>
                </a:ext>
              </a:extLst>
            </p:cNvPr>
            <p:cNvGrpSpPr>
              <a:grpSpLocks/>
            </p:cNvGrpSpPr>
            <p:nvPr/>
          </p:nvGrpSpPr>
          <p:grpSpPr bwMode="auto">
            <a:xfrm>
              <a:off x="3633990" y="1375728"/>
              <a:ext cx="1639888" cy="282575"/>
              <a:chOff x="631" y="1680"/>
              <a:chExt cx="960" cy="960"/>
            </a:xfrm>
            <a:noFill/>
          </p:grpSpPr>
          <p:sp>
            <p:nvSpPr>
              <p:cNvPr id="17" name="Rectangle 9">
                <a:extLst>
                  <a:ext uri="{FF2B5EF4-FFF2-40B4-BE49-F238E27FC236}">
                    <a16:creationId xmlns:a16="http://schemas.microsoft.com/office/drawing/2014/main" id="{09F4BFF2-06F4-4D1D-91D2-6DCBF7DD3FB2}"/>
                  </a:ext>
                </a:extLst>
              </p:cNvPr>
              <p:cNvSpPr>
                <a:spLocks noChangeArrowheads="1"/>
              </p:cNvSpPr>
              <p:nvPr>
                <p:custDataLst>
                  <p:tags r:id="rId34"/>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Rectangle 10">
                <a:extLst>
                  <a:ext uri="{FF2B5EF4-FFF2-40B4-BE49-F238E27FC236}">
                    <a16:creationId xmlns:a16="http://schemas.microsoft.com/office/drawing/2014/main" id="{73DB0A70-65D3-45A6-9FFF-0559CCBEE2B6}"/>
                  </a:ext>
                </a:extLst>
              </p:cNvPr>
              <p:cNvSpPr>
                <a:spLocks noChangeArrowheads="1"/>
              </p:cNvSpPr>
              <p:nvPr>
                <p:custDataLst>
                  <p:tags r:id="rId35"/>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物料分类</a:t>
                </a:r>
                <a:r>
                  <a:rPr lang="en-US" altLang="zh-CN" sz="1400" b="1" dirty="0">
                    <a:latin typeface="微软雅黑" panose="020B0503020204020204" pitchFamily="34" charset="-122"/>
                    <a:ea typeface="微软雅黑" panose="020B0503020204020204" pitchFamily="34" charset="-122"/>
                  </a:rPr>
                  <a:t>&amp;</a:t>
                </a:r>
                <a:r>
                  <a:rPr lang="zh-CN" altLang="en-US" sz="1400" b="1" dirty="0">
                    <a:latin typeface="微软雅黑" panose="020B0503020204020204" pitchFamily="34" charset="-122"/>
                    <a:ea typeface="微软雅黑" panose="020B0503020204020204" pitchFamily="34" charset="-122"/>
                  </a:rPr>
                  <a:t>属性</a:t>
                </a:r>
                <a:endParaRPr lang="en-US" altLang="ko-KR" sz="1400" b="1" dirty="0">
                  <a:latin typeface="微软雅黑" panose="020B0503020204020204" pitchFamily="34" charset="-122"/>
                  <a:ea typeface="微软雅黑" panose="020B0503020204020204" pitchFamily="34" charset="-122"/>
                </a:endParaRPr>
              </a:p>
            </p:txBody>
          </p:sp>
        </p:grpSp>
        <p:sp>
          <p:nvSpPr>
            <p:cNvPr id="26" name="Rectangle 18">
              <a:extLst>
                <a:ext uri="{FF2B5EF4-FFF2-40B4-BE49-F238E27FC236}">
                  <a16:creationId xmlns:a16="http://schemas.microsoft.com/office/drawing/2014/main" id="{F49625B3-4E6A-4E80-9476-EB37B9B68C69}"/>
                </a:ext>
              </a:extLst>
            </p:cNvPr>
            <p:cNvSpPr>
              <a:spLocks noChangeArrowheads="1"/>
            </p:cNvSpPr>
            <p:nvPr/>
          </p:nvSpPr>
          <p:spPr bwMode="auto">
            <a:xfrm>
              <a:off x="3570288" y="1743960"/>
              <a:ext cx="176729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资产：</a:t>
              </a:r>
              <a:endParaRPr lang="en-US" altLang="zh-CN" sz="1200" dirty="0">
                <a:latin typeface="微软雅黑" panose="020B0503020204020204" pitchFamily="34" charset="-122"/>
                <a:ea typeface="微软雅黑" panose="020B0503020204020204" pitchFamily="34" charset="-122"/>
              </a:endParaRPr>
            </a:p>
            <a:p>
              <a:pPr marL="1588" lvl="1" indent="0">
                <a:buNone/>
              </a:pP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办公</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电脑</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显示器</a:t>
              </a:r>
              <a:r>
                <a:rPr lang="en-US" altLang="zh-CN" sz="1200" dirty="0">
                  <a:latin typeface="微软雅黑" panose="020B0503020204020204" pitchFamily="34" charset="-122"/>
                  <a:ea typeface="微软雅黑" panose="020B0503020204020204" pitchFamily="34" charset="-122"/>
                </a:rPr>
                <a:t>…</a:t>
              </a:r>
            </a:p>
            <a:p>
              <a:pPr marL="1588" lvl="1" indent="0">
                <a:buNone/>
              </a:pP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生产</a:t>
              </a:r>
              <a:r>
                <a:rPr lang="en-US" altLang="zh-CN" sz="1200" dirty="0">
                  <a:latin typeface="微软雅黑" panose="020B0503020204020204" pitchFamily="34" charset="-122"/>
                  <a:ea typeface="微软雅黑" panose="020B0503020204020204" pitchFamily="34" charset="-122"/>
                </a:rPr>
                <a:t>:</a:t>
              </a:r>
              <a:r>
                <a:rPr lang="en-US" altLang="ko-KR" sz="1200" dirty="0">
                  <a:latin typeface="微软雅黑" panose="020B0503020204020204" pitchFamily="34" charset="-122"/>
                  <a:ea typeface="微软雅黑" panose="020B0503020204020204" pitchFamily="34" charset="-122"/>
                </a:rPr>
                <a:t>PPC,</a:t>
              </a:r>
              <a:r>
                <a:rPr lang="zh-CN" altLang="en-US" sz="1200" dirty="0">
                  <a:latin typeface="微软雅黑" panose="020B0503020204020204" pitchFamily="34" charset="-122"/>
                  <a:ea typeface="微软雅黑" panose="020B0503020204020204" pitchFamily="34" charset="-122"/>
                </a:rPr>
                <a:t>扫描枪</a:t>
              </a:r>
              <a:r>
                <a:rPr lang="en-US" altLang="zh-CN" sz="1200" dirty="0">
                  <a:latin typeface="微软雅黑" panose="020B0503020204020204" pitchFamily="34" charset="-122"/>
                  <a:ea typeface="微软雅黑" panose="020B0503020204020204" pitchFamily="34" charset="-122"/>
                </a:rPr>
                <a:t>…</a:t>
              </a:r>
            </a:p>
            <a:p>
              <a:pPr lvl="1"/>
              <a:r>
                <a:rPr lang="zh-CN" altLang="en-US" sz="1200" dirty="0">
                  <a:latin typeface="微软雅黑" panose="020B0503020204020204" pitchFamily="34" charset="-122"/>
                  <a:ea typeface="微软雅黑" panose="020B0503020204020204" pitchFamily="34" charset="-122"/>
                </a:rPr>
                <a:t>耗材</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鼠标</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键盘</a:t>
              </a:r>
              <a:r>
                <a:rPr lang="en-US" altLang="zh-CN" sz="1200" dirty="0">
                  <a:latin typeface="微软雅黑" panose="020B0503020204020204" pitchFamily="34" charset="-122"/>
                  <a:ea typeface="微软雅黑" panose="020B0503020204020204" pitchFamily="34" charset="-122"/>
                </a:rPr>
                <a:t>...</a:t>
              </a:r>
            </a:p>
            <a:p>
              <a:pPr lvl="1"/>
              <a:r>
                <a:rPr lang="zh-CN" altLang="en-US" sz="1200" dirty="0">
                  <a:latin typeface="微软雅黑" panose="020B0503020204020204" pitchFamily="34" charset="-122"/>
                  <a:ea typeface="微软雅黑" panose="020B0503020204020204" pitchFamily="34" charset="-122"/>
                </a:rPr>
                <a:t>主要属性基准信息管理</a:t>
              </a:r>
              <a:endParaRPr lang="en-US" altLang="ko-KR" sz="1200" dirty="0">
                <a:latin typeface="微软雅黑" panose="020B0503020204020204" pitchFamily="34" charset="-122"/>
                <a:ea typeface="微软雅黑" panose="020B0503020204020204" pitchFamily="34" charset="-122"/>
              </a:endParaRPr>
            </a:p>
          </p:txBody>
        </p:sp>
      </p:grpSp>
      <p:grpSp>
        <p:nvGrpSpPr>
          <p:cNvPr id="88" name="组合 87">
            <a:extLst>
              <a:ext uri="{FF2B5EF4-FFF2-40B4-BE49-F238E27FC236}">
                <a16:creationId xmlns:a16="http://schemas.microsoft.com/office/drawing/2014/main" id="{48119473-3FA8-4308-8EC0-4DCBC6ECDFE4}"/>
              </a:ext>
            </a:extLst>
          </p:cNvPr>
          <p:cNvGrpSpPr/>
          <p:nvPr/>
        </p:nvGrpSpPr>
        <p:grpSpPr>
          <a:xfrm>
            <a:off x="4079115" y="1375728"/>
            <a:ext cx="1480925" cy="1106896"/>
            <a:chOff x="5454650" y="1375728"/>
            <a:chExt cx="1767294" cy="1106896"/>
          </a:xfrm>
        </p:grpSpPr>
        <p:grpSp>
          <p:nvGrpSpPr>
            <p:cNvPr id="19" name="Group 11">
              <a:extLst>
                <a:ext uri="{FF2B5EF4-FFF2-40B4-BE49-F238E27FC236}">
                  <a16:creationId xmlns:a16="http://schemas.microsoft.com/office/drawing/2014/main" id="{5FEAE0C7-7DD0-43D4-A407-C6A1EA3CC607}"/>
                </a:ext>
              </a:extLst>
            </p:cNvPr>
            <p:cNvGrpSpPr>
              <a:grpSpLocks/>
            </p:cNvGrpSpPr>
            <p:nvPr/>
          </p:nvGrpSpPr>
          <p:grpSpPr bwMode="auto">
            <a:xfrm>
              <a:off x="5517560" y="1375728"/>
              <a:ext cx="1641475" cy="282575"/>
              <a:chOff x="631" y="1680"/>
              <a:chExt cx="960" cy="960"/>
            </a:xfrm>
            <a:noFill/>
          </p:grpSpPr>
          <p:sp>
            <p:nvSpPr>
              <p:cNvPr id="20" name="Rectangle 12">
                <a:extLst>
                  <a:ext uri="{FF2B5EF4-FFF2-40B4-BE49-F238E27FC236}">
                    <a16:creationId xmlns:a16="http://schemas.microsoft.com/office/drawing/2014/main" id="{8E805D17-DBC4-4ABB-8DAC-E6564E949EB0}"/>
                  </a:ext>
                </a:extLst>
              </p:cNvPr>
              <p:cNvSpPr>
                <a:spLocks noChangeArrowheads="1"/>
              </p:cNvSpPr>
              <p:nvPr>
                <p:custDataLst>
                  <p:tags r:id="rId32"/>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Rectangle 13">
                <a:extLst>
                  <a:ext uri="{FF2B5EF4-FFF2-40B4-BE49-F238E27FC236}">
                    <a16:creationId xmlns:a16="http://schemas.microsoft.com/office/drawing/2014/main" id="{5CF73808-6398-41A3-8048-CF22E038F657}"/>
                  </a:ext>
                </a:extLst>
              </p:cNvPr>
              <p:cNvSpPr>
                <a:spLocks noChangeArrowheads="1"/>
              </p:cNvSpPr>
              <p:nvPr>
                <p:custDataLst>
                  <p:tags r:id="rId33"/>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存放位置</a:t>
                </a:r>
                <a:endParaRPr lang="en-US" altLang="ko-KR" sz="1400" b="1" dirty="0">
                  <a:latin typeface="微软雅黑" panose="020B0503020204020204" pitchFamily="34" charset="-122"/>
                  <a:ea typeface="微软雅黑" panose="020B0503020204020204" pitchFamily="34" charset="-122"/>
                </a:endParaRPr>
              </a:p>
            </p:txBody>
          </p:sp>
        </p:grpSp>
        <p:sp>
          <p:nvSpPr>
            <p:cNvPr id="27" name="Rectangle 19">
              <a:extLst>
                <a:ext uri="{FF2B5EF4-FFF2-40B4-BE49-F238E27FC236}">
                  <a16:creationId xmlns:a16="http://schemas.microsoft.com/office/drawing/2014/main" id="{596C7DF1-AD91-42CF-9EDC-1B18FCDB77D0}"/>
                </a:ext>
              </a:extLst>
            </p:cNvPr>
            <p:cNvSpPr>
              <a:spLocks noChangeArrowheads="1"/>
            </p:cNvSpPr>
            <p:nvPr/>
          </p:nvSpPr>
          <p:spPr bwMode="auto">
            <a:xfrm>
              <a:off x="5454650" y="1743960"/>
              <a:ext cx="176729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法人</a:t>
              </a:r>
              <a:r>
                <a:rPr lang="en-US" altLang="zh-CN" sz="1200" dirty="0">
                  <a:latin typeface="微软雅黑" panose="020B0503020204020204" pitchFamily="34" charset="-122"/>
                  <a:ea typeface="微软雅黑" panose="020B0503020204020204" pitchFamily="34" charset="-122"/>
                </a:rPr>
                <a:t>-&gt;</a:t>
              </a:r>
              <a:r>
                <a:rPr lang="zh-CN" altLang="en-US" sz="1200" dirty="0">
                  <a:latin typeface="微软雅黑" panose="020B0503020204020204" pitchFamily="34" charset="-122"/>
                  <a:ea typeface="微软雅黑" panose="020B0503020204020204" pitchFamily="34" charset="-122"/>
                </a:rPr>
                <a:t>部门</a:t>
              </a:r>
              <a:r>
                <a:rPr lang="en-US" altLang="zh-CN" sz="1200" dirty="0">
                  <a:latin typeface="微软雅黑" panose="020B0503020204020204" pitchFamily="34" charset="-122"/>
                  <a:ea typeface="微软雅黑" panose="020B0503020204020204" pitchFamily="34" charset="-122"/>
                </a:rPr>
                <a:t>-&gt;</a:t>
              </a:r>
              <a:r>
                <a:rPr lang="zh-CN" altLang="en-US" sz="1200" dirty="0">
                  <a:latin typeface="微软雅黑" panose="020B0503020204020204" pitchFamily="34" charset="-122"/>
                  <a:ea typeface="微软雅黑" panose="020B0503020204020204" pitchFamily="34" charset="-122"/>
                </a:rPr>
                <a:t>物理位置</a:t>
              </a:r>
              <a:endParaRPr lang="en-US" altLang="zh-CN" sz="1200" dirty="0">
                <a:latin typeface="微软雅黑" panose="020B0503020204020204" pitchFamily="34" charset="-122"/>
                <a:ea typeface="微软雅黑" panose="020B0503020204020204" pitchFamily="34" charset="-122"/>
              </a:endParaRPr>
            </a:p>
            <a:p>
              <a:pPr lvl="1"/>
              <a:r>
                <a:rPr lang="en-US" altLang="zh-CN" sz="1200" dirty="0">
                  <a:latin typeface="微软雅黑" panose="020B0503020204020204" pitchFamily="34" charset="-122"/>
                  <a:ea typeface="微软雅黑" panose="020B0503020204020204" pitchFamily="34" charset="-122"/>
                </a:rPr>
                <a:t>IT</a:t>
              </a:r>
              <a:r>
                <a:rPr lang="zh-CN" altLang="en-US" sz="1200" dirty="0">
                  <a:latin typeface="微软雅黑" panose="020B0503020204020204" pitchFamily="34" charset="-122"/>
                  <a:ea typeface="微软雅黑" panose="020B0503020204020204" pitchFamily="34" charset="-122"/>
                </a:rPr>
                <a:t>仓库位置：</a:t>
              </a:r>
              <a:r>
                <a:rPr lang="en-US" altLang="zh-CN" sz="1200" dirty="0">
                  <a:latin typeface="微软雅黑" panose="020B0503020204020204" pitchFamily="34" charset="-122"/>
                  <a:ea typeface="微软雅黑" panose="020B0503020204020204" pitchFamily="34" charset="-122"/>
                </a:rPr>
                <a:t>DICC/DISD……</a:t>
              </a:r>
            </a:p>
          </p:txBody>
        </p:sp>
      </p:grpSp>
      <p:grpSp>
        <p:nvGrpSpPr>
          <p:cNvPr id="29" name="Group 21">
            <a:extLst>
              <a:ext uri="{FF2B5EF4-FFF2-40B4-BE49-F238E27FC236}">
                <a16:creationId xmlns:a16="http://schemas.microsoft.com/office/drawing/2014/main" id="{AEF55DA1-B072-4DBA-B040-D826FF477D2C}"/>
              </a:ext>
            </a:extLst>
          </p:cNvPr>
          <p:cNvGrpSpPr>
            <a:grpSpLocks/>
          </p:cNvGrpSpPr>
          <p:nvPr/>
        </p:nvGrpSpPr>
        <p:grpSpPr bwMode="auto">
          <a:xfrm>
            <a:off x="85790" y="1654003"/>
            <a:ext cx="1092200" cy="735012"/>
            <a:chOff x="2400" y="1968"/>
            <a:chExt cx="960" cy="960"/>
          </a:xfrm>
          <a:noFill/>
        </p:grpSpPr>
        <p:sp>
          <p:nvSpPr>
            <p:cNvPr id="30" name="Oval 22">
              <a:extLst>
                <a:ext uri="{FF2B5EF4-FFF2-40B4-BE49-F238E27FC236}">
                  <a16:creationId xmlns:a16="http://schemas.microsoft.com/office/drawing/2014/main" id="{66210E94-6961-4D77-9AA1-7AABF1CC265C}"/>
                </a:ext>
              </a:extLst>
            </p:cNvPr>
            <p:cNvSpPr>
              <a:spLocks noChangeArrowheads="1"/>
            </p:cNvSpPr>
            <p:nvPr>
              <p:custDataLst>
                <p:tags r:id="rId30"/>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1" name="Rectangle 23">
              <a:extLst>
                <a:ext uri="{FF2B5EF4-FFF2-40B4-BE49-F238E27FC236}">
                  <a16:creationId xmlns:a16="http://schemas.microsoft.com/office/drawing/2014/main" id="{D6B61C82-1FBA-4B22-877D-416AB590D809}"/>
                </a:ext>
              </a:extLst>
            </p:cNvPr>
            <p:cNvSpPr>
              <a:spLocks noChangeArrowheads="1"/>
            </p:cNvSpPr>
            <p:nvPr>
              <p:custDataLst>
                <p:tags r:id="rId31"/>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基准信息</a:t>
              </a:r>
              <a:r>
                <a:rPr lang="en-US" altLang="zh-CN" sz="1400" b="1" dirty="0">
                  <a:latin typeface="微软雅黑" panose="020B0503020204020204" pitchFamily="34" charset="-122"/>
                  <a:ea typeface="微软雅黑" panose="020B0503020204020204" pitchFamily="34" charset="-122"/>
                </a:rPr>
                <a:t>&amp;</a:t>
              </a:r>
            </a:p>
            <a:p>
              <a:pPr algn="ctr"/>
              <a:r>
                <a:rPr lang="zh-CN" altLang="en-US" sz="1400" b="1" dirty="0">
                  <a:latin typeface="微软雅黑" panose="020B0503020204020204" pitchFamily="34" charset="-122"/>
                  <a:ea typeface="微软雅黑" panose="020B0503020204020204" pitchFamily="34" charset="-122"/>
                </a:rPr>
                <a:t>审批</a:t>
              </a:r>
              <a:r>
                <a:rPr lang="en-US" altLang="zh-CN" sz="1400" b="1" dirty="0">
                  <a:latin typeface="微软雅黑" panose="020B0503020204020204" pitchFamily="34" charset="-122"/>
                  <a:ea typeface="微软雅黑" panose="020B0503020204020204" pitchFamily="34" charset="-122"/>
                </a:rPr>
                <a:t>&amp;</a:t>
              </a:r>
              <a:r>
                <a:rPr lang="zh-CN" altLang="en-US" sz="1400" b="1" dirty="0">
                  <a:latin typeface="微软雅黑" panose="020B0503020204020204" pitchFamily="34" charset="-122"/>
                  <a:ea typeface="微软雅黑" panose="020B0503020204020204" pitchFamily="34" charset="-122"/>
                </a:rPr>
                <a:t>通知</a:t>
              </a:r>
            </a:p>
          </p:txBody>
        </p:sp>
      </p:grpSp>
      <p:grpSp>
        <p:nvGrpSpPr>
          <p:cNvPr id="36" name="Group 28">
            <a:extLst>
              <a:ext uri="{FF2B5EF4-FFF2-40B4-BE49-F238E27FC236}">
                <a16:creationId xmlns:a16="http://schemas.microsoft.com/office/drawing/2014/main" id="{88803DBF-9850-4B40-BF57-9E49BC813E0D}"/>
              </a:ext>
            </a:extLst>
          </p:cNvPr>
          <p:cNvGrpSpPr>
            <a:grpSpLocks/>
          </p:cNvGrpSpPr>
          <p:nvPr/>
        </p:nvGrpSpPr>
        <p:grpSpPr bwMode="auto">
          <a:xfrm>
            <a:off x="85790" y="3859244"/>
            <a:ext cx="1092200" cy="735013"/>
            <a:chOff x="2400" y="1968"/>
            <a:chExt cx="960" cy="960"/>
          </a:xfrm>
          <a:noFill/>
        </p:grpSpPr>
        <p:sp>
          <p:nvSpPr>
            <p:cNvPr id="37" name="Oval 29">
              <a:extLst>
                <a:ext uri="{FF2B5EF4-FFF2-40B4-BE49-F238E27FC236}">
                  <a16:creationId xmlns:a16="http://schemas.microsoft.com/office/drawing/2014/main" id="{784F83D1-0BCF-4A32-A5F1-9EAEC33FA370}"/>
                </a:ext>
              </a:extLst>
            </p:cNvPr>
            <p:cNvSpPr>
              <a:spLocks noChangeArrowheads="1"/>
            </p:cNvSpPr>
            <p:nvPr>
              <p:custDataLst>
                <p:tags r:id="rId28"/>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38" name="Rectangle 30">
              <a:extLst>
                <a:ext uri="{FF2B5EF4-FFF2-40B4-BE49-F238E27FC236}">
                  <a16:creationId xmlns:a16="http://schemas.microsoft.com/office/drawing/2014/main" id="{325512C4-74F3-4700-9980-BA821289CD6E}"/>
                </a:ext>
              </a:extLst>
            </p:cNvPr>
            <p:cNvSpPr>
              <a:spLocks noChangeArrowheads="1"/>
            </p:cNvSpPr>
            <p:nvPr>
              <p:custDataLst>
                <p:tags r:id="rId29"/>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管理画面</a:t>
              </a:r>
              <a:endParaRPr lang="en-US" altLang="zh-CN" sz="1400" b="1" dirty="0">
                <a:latin typeface="微软雅黑" panose="020B0503020204020204" pitchFamily="34" charset="-122"/>
                <a:ea typeface="微软雅黑" panose="020B0503020204020204" pitchFamily="34" charset="-122"/>
              </a:endParaRPr>
            </a:p>
            <a:p>
              <a:pPr algn="ct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增删改</a:t>
              </a:r>
              <a:endParaRPr lang="ko-KR" altLang="en-US" sz="1400" b="1" dirty="0">
                <a:latin typeface="微软雅黑" panose="020B0503020204020204" pitchFamily="34" charset="-122"/>
                <a:ea typeface="宋体" panose="02010600030101010101" pitchFamily="2" charset="-122"/>
              </a:endParaRPr>
            </a:p>
          </p:txBody>
        </p:sp>
      </p:grpSp>
      <p:grpSp>
        <p:nvGrpSpPr>
          <p:cNvPr id="92" name="组合 91">
            <a:extLst>
              <a:ext uri="{FF2B5EF4-FFF2-40B4-BE49-F238E27FC236}">
                <a16:creationId xmlns:a16="http://schemas.microsoft.com/office/drawing/2014/main" id="{F400F2F9-E8F4-46B2-97A0-6DBD523B31B5}"/>
              </a:ext>
            </a:extLst>
          </p:cNvPr>
          <p:cNvGrpSpPr/>
          <p:nvPr/>
        </p:nvGrpSpPr>
        <p:grpSpPr>
          <a:xfrm>
            <a:off x="2945070" y="3210173"/>
            <a:ext cx="1684912" cy="1663824"/>
            <a:chOff x="3544094" y="3175953"/>
            <a:chExt cx="1767293" cy="1663824"/>
          </a:xfrm>
        </p:grpSpPr>
        <p:sp>
          <p:nvSpPr>
            <p:cNvPr id="33" name="Rectangle 25">
              <a:extLst>
                <a:ext uri="{FF2B5EF4-FFF2-40B4-BE49-F238E27FC236}">
                  <a16:creationId xmlns:a16="http://schemas.microsoft.com/office/drawing/2014/main" id="{A5D9EF05-39EC-4977-AB07-2B09D17C9516}"/>
                </a:ext>
              </a:extLst>
            </p:cNvPr>
            <p:cNvSpPr>
              <a:spLocks noChangeArrowheads="1"/>
            </p:cNvSpPr>
            <p:nvPr/>
          </p:nvSpPr>
          <p:spPr bwMode="auto">
            <a:xfrm>
              <a:off x="3544094" y="3547115"/>
              <a:ext cx="1767293"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领用</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出库</a:t>
              </a:r>
              <a:r>
                <a:rPr lang="en-US" altLang="zh-CN" sz="1200" dirty="0">
                  <a:latin typeface="微软雅黑" panose="020B0503020204020204" pitchFamily="34" charset="-122"/>
                  <a:ea typeface="微软雅黑" panose="020B0503020204020204" pitchFamily="34" charset="-122"/>
                </a:rPr>
                <a:t>)&gt;</a:t>
              </a:r>
              <a:r>
                <a:rPr lang="zh-CN" altLang="en-US" sz="1200" dirty="0">
                  <a:latin typeface="微软雅黑" panose="020B0503020204020204" pitchFamily="34" charset="-122"/>
                  <a:ea typeface="微软雅黑" panose="020B0503020204020204" pitchFamily="34" charset="-122"/>
                </a:rPr>
                <a:t>返还</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借用</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出库</a:t>
              </a:r>
              <a:r>
                <a:rPr lang="en-US" altLang="zh-CN" sz="1200" dirty="0">
                  <a:latin typeface="微软雅黑" panose="020B0503020204020204" pitchFamily="34" charset="-122"/>
                  <a:ea typeface="微软雅黑" panose="020B0503020204020204" pitchFamily="34" charset="-122"/>
                </a:rPr>
                <a:t>)-&gt;</a:t>
              </a:r>
              <a:r>
                <a:rPr lang="zh-CN" altLang="en-US" sz="1200" dirty="0">
                  <a:latin typeface="微软雅黑" panose="020B0503020204020204" pitchFamily="34" charset="-122"/>
                  <a:ea typeface="微软雅黑" panose="020B0503020204020204" pitchFamily="34" charset="-122"/>
                </a:rPr>
                <a:t>返还</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资产登变更管理</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标签打印</a:t>
              </a:r>
              <a:r>
                <a:rPr lang="en-US" altLang="zh-CN" sz="1200" dirty="0">
                  <a:latin typeface="微软雅黑" panose="020B0503020204020204" pitchFamily="34" charset="-122"/>
                  <a:ea typeface="微软雅黑" panose="020B0503020204020204" pitchFamily="34" charset="-122"/>
                </a:rPr>
                <a:t>-&gt;</a:t>
              </a:r>
              <a:r>
                <a:rPr lang="zh-CN" altLang="en-US" sz="1200" dirty="0">
                  <a:latin typeface="微软雅黑" panose="020B0503020204020204" pitchFamily="34" charset="-122"/>
                  <a:ea typeface="微软雅黑" panose="020B0503020204020204" pitchFamily="34" charset="-122"/>
                </a:rPr>
                <a:t>资产标签打印模板</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出库时</a:t>
              </a:r>
              <a:r>
                <a:rPr lang="en-US" altLang="zh-CN" sz="1200" dirty="0">
                  <a:latin typeface="微软雅黑" panose="020B0503020204020204" pitchFamily="34" charset="-122"/>
                  <a:ea typeface="微软雅黑" panose="020B0503020204020204" pitchFamily="34" charset="-122"/>
                </a:rPr>
                <a:t>)</a:t>
              </a:r>
            </a:p>
            <a:p>
              <a:pPr lvl="1"/>
              <a:r>
                <a:rPr lang="zh-CN" altLang="en-US" sz="1200" dirty="0">
                  <a:latin typeface="微软雅黑" panose="020B0503020204020204" pitchFamily="34" charset="-122"/>
                  <a:ea typeface="微软雅黑" panose="020B0503020204020204" pitchFamily="34" charset="-122"/>
                </a:rPr>
                <a:t>耗材出库：联动主资产号。</a:t>
              </a:r>
              <a:endParaRPr lang="en-US" altLang="zh-CN" sz="1200" dirty="0">
                <a:latin typeface="微软雅黑" panose="020B0503020204020204" pitchFamily="34" charset="-122"/>
                <a:ea typeface="微软雅黑" panose="020B0503020204020204" pitchFamily="34" charset="-122"/>
              </a:endParaRPr>
            </a:p>
          </p:txBody>
        </p:sp>
        <p:grpSp>
          <p:nvGrpSpPr>
            <p:cNvPr id="42" name="Group 34">
              <a:extLst>
                <a:ext uri="{FF2B5EF4-FFF2-40B4-BE49-F238E27FC236}">
                  <a16:creationId xmlns:a16="http://schemas.microsoft.com/office/drawing/2014/main" id="{DB3B2485-49F4-4375-A1D0-A0D699CFEA38}"/>
                </a:ext>
              </a:extLst>
            </p:cNvPr>
            <p:cNvGrpSpPr>
              <a:grpSpLocks/>
            </p:cNvGrpSpPr>
            <p:nvPr/>
          </p:nvGrpSpPr>
          <p:grpSpPr bwMode="auto">
            <a:xfrm>
              <a:off x="3607796" y="3175953"/>
              <a:ext cx="1639888" cy="282575"/>
              <a:chOff x="631" y="1680"/>
              <a:chExt cx="960" cy="960"/>
            </a:xfrm>
            <a:noFill/>
          </p:grpSpPr>
          <p:sp>
            <p:nvSpPr>
              <p:cNvPr id="43" name="Rectangle 35">
                <a:extLst>
                  <a:ext uri="{FF2B5EF4-FFF2-40B4-BE49-F238E27FC236}">
                    <a16:creationId xmlns:a16="http://schemas.microsoft.com/office/drawing/2014/main" id="{EB17AC32-3B4C-4752-A73A-66F60771BE28}"/>
                  </a:ext>
                </a:extLst>
              </p:cNvPr>
              <p:cNvSpPr>
                <a:spLocks noChangeArrowheads="1"/>
              </p:cNvSpPr>
              <p:nvPr>
                <p:custDataLst>
                  <p:tags r:id="rId26"/>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44" name="Rectangle 36">
                <a:extLst>
                  <a:ext uri="{FF2B5EF4-FFF2-40B4-BE49-F238E27FC236}">
                    <a16:creationId xmlns:a16="http://schemas.microsoft.com/office/drawing/2014/main" id="{C73BDBA3-3CB5-436E-B3CC-0F44D5193D72}"/>
                  </a:ext>
                </a:extLst>
              </p:cNvPr>
              <p:cNvSpPr>
                <a:spLocks noChangeArrowheads="1"/>
              </p:cNvSpPr>
              <p:nvPr>
                <p:custDataLst>
                  <p:tags r:id="rId27"/>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日常管理</a:t>
                </a:r>
                <a:endParaRPr lang="en-US" altLang="ko-KR" b="1" dirty="0">
                  <a:latin typeface="微软雅黑" panose="020B0503020204020204" pitchFamily="34" charset="-122"/>
                  <a:ea typeface="微软雅黑" panose="020B0503020204020204" pitchFamily="34" charset="-122"/>
                </a:endParaRPr>
              </a:p>
            </p:txBody>
          </p:sp>
        </p:grpSp>
      </p:grpSp>
      <p:grpSp>
        <p:nvGrpSpPr>
          <p:cNvPr id="93" name="组合 92">
            <a:extLst>
              <a:ext uri="{FF2B5EF4-FFF2-40B4-BE49-F238E27FC236}">
                <a16:creationId xmlns:a16="http://schemas.microsoft.com/office/drawing/2014/main" id="{436C2FD0-9AFA-4309-B454-3240865537B6}"/>
              </a:ext>
            </a:extLst>
          </p:cNvPr>
          <p:cNvGrpSpPr/>
          <p:nvPr/>
        </p:nvGrpSpPr>
        <p:grpSpPr>
          <a:xfrm>
            <a:off x="6409022" y="3210173"/>
            <a:ext cx="1684913" cy="1294492"/>
            <a:chOff x="5427662" y="3175953"/>
            <a:chExt cx="1767294" cy="1294492"/>
          </a:xfrm>
        </p:grpSpPr>
        <p:sp>
          <p:nvSpPr>
            <p:cNvPr id="34" name="Rectangle 26">
              <a:extLst>
                <a:ext uri="{FF2B5EF4-FFF2-40B4-BE49-F238E27FC236}">
                  <a16:creationId xmlns:a16="http://schemas.microsoft.com/office/drawing/2014/main" id="{781FE6BE-1B56-43E5-9D7C-507A4EB30066}"/>
                </a:ext>
              </a:extLst>
            </p:cNvPr>
            <p:cNvSpPr>
              <a:spLocks noChangeArrowheads="1"/>
            </p:cNvSpPr>
            <p:nvPr/>
          </p:nvSpPr>
          <p:spPr bwMode="auto">
            <a:xfrm>
              <a:off x="5427662" y="3547115"/>
              <a:ext cx="176729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维修登记</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含申请信息、联动主资产号</a:t>
              </a:r>
              <a:r>
                <a:rPr lang="en-US" altLang="zh-CN" sz="1200" dirty="0">
                  <a:latin typeface="微软雅黑" panose="020B0503020204020204" pitchFamily="34" charset="-122"/>
                  <a:ea typeface="微软雅黑" panose="020B0503020204020204" pitchFamily="34" charset="-122"/>
                </a:rPr>
                <a:t>)</a:t>
              </a:r>
            </a:p>
            <a:p>
              <a:pPr lvl="1"/>
              <a:r>
                <a:rPr lang="zh-CN" altLang="en-US" sz="1200" dirty="0">
                  <a:latin typeface="微软雅黑" panose="020B0503020204020204" pitchFamily="34" charset="-122"/>
                  <a:ea typeface="微软雅黑" panose="020B0503020204020204" pitchFamily="34" charset="-122"/>
                </a:rPr>
                <a:t>报废</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待报废处理</a:t>
              </a:r>
              <a:r>
                <a:rPr lang="en-US" altLang="zh-CN" sz="1200" dirty="0">
                  <a:latin typeface="微软雅黑" panose="020B0503020204020204" pitchFamily="34" charset="-122"/>
                  <a:ea typeface="微软雅黑" panose="020B0503020204020204" pitchFamily="34" charset="-122"/>
                </a:rPr>
                <a:t>-&gt;</a:t>
              </a:r>
              <a:r>
                <a:rPr lang="zh-CN" altLang="en-US" sz="1200" dirty="0">
                  <a:latin typeface="微软雅黑" panose="020B0503020204020204" pitchFamily="34" charset="-122"/>
                  <a:ea typeface="微软雅黑" panose="020B0503020204020204" pitchFamily="34" charset="-122"/>
                </a:rPr>
                <a:t>报废完成</a:t>
              </a:r>
              <a:r>
                <a:rPr lang="en-US" altLang="zh-CN" sz="1200" dirty="0">
                  <a:latin typeface="微软雅黑" panose="020B0503020204020204" pitchFamily="34" charset="-122"/>
                  <a:ea typeface="微软雅黑" panose="020B0503020204020204" pitchFamily="34" charset="-122"/>
                </a:rPr>
                <a:t>-</a:t>
              </a:r>
              <a:r>
                <a:rPr lang="en-US" altLang="zh-CN" sz="1200" dirty="0">
                  <a:latin typeface="微软雅黑" panose="020B0503020204020204" pitchFamily="34" charset="-122"/>
                  <a:ea typeface="微软雅黑" panose="020B0503020204020204" pitchFamily="34" charset="-122"/>
                  <a:sym typeface="Wingdings" panose="05000000000000000000" pitchFamily="2" charset="2"/>
                </a:rPr>
                <a:t></a:t>
              </a:r>
              <a:r>
                <a:rPr lang="zh-CN" altLang="en-US" sz="1200" dirty="0">
                  <a:latin typeface="微软雅黑" panose="020B0503020204020204" pitchFamily="34" charset="-122"/>
                  <a:ea typeface="微软雅黑" panose="020B0503020204020204" pitchFamily="34" charset="-122"/>
                  <a:sym typeface="Wingdings" panose="05000000000000000000" pitchFamily="2" charset="2"/>
                </a:rPr>
                <a:t>报废后回收利旧部件登记</a:t>
              </a:r>
              <a:endParaRPr lang="en-US" altLang="ko-KR" sz="1200" dirty="0">
                <a:latin typeface="微软雅黑" panose="020B0503020204020204" pitchFamily="34" charset="-122"/>
                <a:ea typeface="微软雅黑" panose="020B0503020204020204" pitchFamily="34" charset="-122"/>
              </a:endParaRPr>
            </a:p>
          </p:txBody>
        </p:sp>
        <p:grpSp>
          <p:nvGrpSpPr>
            <p:cNvPr id="45" name="Group 37">
              <a:extLst>
                <a:ext uri="{FF2B5EF4-FFF2-40B4-BE49-F238E27FC236}">
                  <a16:creationId xmlns:a16="http://schemas.microsoft.com/office/drawing/2014/main" id="{A732617A-1FEE-4872-A62F-9FEBFDDBC9B5}"/>
                </a:ext>
              </a:extLst>
            </p:cNvPr>
            <p:cNvGrpSpPr>
              <a:grpSpLocks/>
            </p:cNvGrpSpPr>
            <p:nvPr/>
          </p:nvGrpSpPr>
          <p:grpSpPr bwMode="auto">
            <a:xfrm>
              <a:off x="5490572" y="3175953"/>
              <a:ext cx="1641475" cy="282575"/>
              <a:chOff x="631" y="1680"/>
              <a:chExt cx="960" cy="960"/>
            </a:xfrm>
            <a:noFill/>
          </p:grpSpPr>
          <p:sp>
            <p:nvSpPr>
              <p:cNvPr id="46" name="Rectangle 38">
                <a:extLst>
                  <a:ext uri="{FF2B5EF4-FFF2-40B4-BE49-F238E27FC236}">
                    <a16:creationId xmlns:a16="http://schemas.microsoft.com/office/drawing/2014/main" id="{39EA2779-AED0-4F39-8BEA-2E56C3CFA7AF}"/>
                  </a:ext>
                </a:extLst>
              </p:cNvPr>
              <p:cNvSpPr>
                <a:spLocks noChangeArrowheads="1"/>
              </p:cNvSpPr>
              <p:nvPr>
                <p:custDataLst>
                  <p:tags r:id="rId24"/>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47" name="Rectangle 39">
                <a:extLst>
                  <a:ext uri="{FF2B5EF4-FFF2-40B4-BE49-F238E27FC236}">
                    <a16:creationId xmlns:a16="http://schemas.microsoft.com/office/drawing/2014/main" id="{20BF7887-6CB6-4B45-8A98-D0F77D4A3048}"/>
                  </a:ext>
                </a:extLst>
              </p:cNvPr>
              <p:cNvSpPr>
                <a:spLocks noChangeArrowheads="1"/>
              </p:cNvSpPr>
              <p:nvPr>
                <p:custDataLst>
                  <p:tags r:id="rId25"/>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维修报废管理</a:t>
                </a:r>
                <a:endParaRPr lang="en-US" altLang="ko-KR" b="1" dirty="0">
                  <a:latin typeface="微软雅黑" panose="020B0503020204020204" pitchFamily="34" charset="-122"/>
                  <a:ea typeface="微软雅黑" panose="020B0503020204020204" pitchFamily="34" charset="-122"/>
                </a:endParaRPr>
              </a:p>
            </p:txBody>
          </p:sp>
        </p:grpSp>
      </p:grpSp>
      <p:grpSp>
        <p:nvGrpSpPr>
          <p:cNvPr id="94" name="组合 93">
            <a:extLst>
              <a:ext uri="{FF2B5EF4-FFF2-40B4-BE49-F238E27FC236}">
                <a16:creationId xmlns:a16="http://schemas.microsoft.com/office/drawing/2014/main" id="{929700A7-75DF-4F42-9456-B066447E5AA4}"/>
              </a:ext>
            </a:extLst>
          </p:cNvPr>
          <p:cNvGrpSpPr/>
          <p:nvPr/>
        </p:nvGrpSpPr>
        <p:grpSpPr>
          <a:xfrm>
            <a:off x="8140171" y="3210173"/>
            <a:ext cx="1686569" cy="1294492"/>
            <a:chOff x="7312025" y="3175953"/>
            <a:chExt cx="1769031" cy="1294492"/>
          </a:xfrm>
        </p:grpSpPr>
        <p:sp>
          <p:nvSpPr>
            <p:cNvPr id="35" name="Rectangle 27">
              <a:extLst>
                <a:ext uri="{FF2B5EF4-FFF2-40B4-BE49-F238E27FC236}">
                  <a16:creationId xmlns:a16="http://schemas.microsoft.com/office/drawing/2014/main" id="{82B0B215-9178-453E-922A-52B60D3EBAD9}"/>
                </a:ext>
              </a:extLst>
            </p:cNvPr>
            <p:cNvSpPr>
              <a:spLocks noChangeArrowheads="1"/>
            </p:cNvSpPr>
            <p:nvPr/>
          </p:nvSpPr>
          <p:spPr bwMode="auto">
            <a:xfrm>
              <a:off x="7312025" y="3547115"/>
              <a:ext cx="17690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盘点计划汇总</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盘点范围</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对象</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盘点实绩</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盘点差异补正处理</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盘盈盘亏处理）</a:t>
              </a:r>
              <a:endParaRPr lang="en-US" altLang="ko-KR" sz="1200" dirty="0">
                <a:latin typeface="微软雅黑" panose="020B0503020204020204" pitchFamily="34" charset="-122"/>
                <a:ea typeface="微软雅黑" panose="020B0503020204020204" pitchFamily="34" charset="-122"/>
              </a:endParaRPr>
            </a:p>
          </p:txBody>
        </p:sp>
        <p:grpSp>
          <p:nvGrpSpPr>
            <p:cNvPr id="48" name="Group 40">
              <a:extLst>
                <a:ext uri="{FF2B5EF4-FFF2-40B4-BE49-F238E27FC236}">
                  <a16:creationId xmlns:a16="http://schemas.microsoft.com/office/drawing/2014/main" id="{2B1D413E-3438-4141-A2FD-BEEF4C42F9B3}"/>
                </a:ext>
              </a:extLst>
            </p:cNvPr>
            <p:cNvGrpSpPr>
              <a:grpSpLocks/>
            </p:cNvGrpSpPr>
            <p:nvPr/>
          </p:nvGrpSpPr>
          <p:grpSpPr bwMode="auto">
            <a:xfrm>
              <a:off x="7377390" y="3175953"/>
              <a:ext cx="1638300" cy="282575"/>
              <a:chOff x="631" y="1680"/>
              <a:chExt cx="960" cy="960"/>
            </a:xfrm>
            <a:noFill/>
          </p:grpSpPr>
          <p:sp>
            <p:nvSpPr>
              <p:cNvPr id="49" name="Rectangle 41">
                <a:extLst>
                  <a:ext uri="{FF2B5EF4-FFF2-40B4-BE49-F238E27FC236}">
                    <a16:creationId xmlns:a16="http://schemas.microsoft.com/office/drawing/2014/main" id="{CC8E12CF-89A9-452F-9CD9-D1C1BC273FC1}"/>
                  </a:ext>
                </a:extLst>
              </p:cNvPr>
              <p:cNvSpPr>
                <a:spLocks noChangeArrowheads="1"/>
              </p:cNvSpPr>
              <p:nvPr>
                <p:custDataLst>
                  <p:tags r:id="rId22"/>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50" name="Rectangle 42">
                <a:extLst>
                  <a:ext uri="{FF2B5EF4-FFF2-40B4-BE49-F238E27FC236}">
                    <a16:creationId xmlns:a16="http://schemas.microsoft.com/office/drawing/2014/main" id="{A246E604-D1D5-4CDC-B941-8983098ED4F8}"/>
                  </a:ext>
                </a:extLst>
              </p:cNvPr>
              <p:cNvSpPr>
                <a:spLocks noChangeArrowheads="1"/>
              </p:cNvSpPr>
              <p:nvPr>
                <p:custDataLst>
                  <p:tags r:id="rId23"/>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资产盘点管理</a:t>
                </a:r>
                <a:endParaRPr lang="en-US" altLang="ko-KR" b="1" dirty="0">
                  <a:latin typeface="微软雅黑" panose="020B0503020204020204" pitchFamily="34" charset="-122"/>
                  <a:ea typeface="微软雅黑" panose="020B0503020204020204" pitchFamily="34" charset="-122"/>
                </a:endParaRPr>
              </a:p>
            </p:txBody>
          </p:sp>
        </p:grpSp>
      </p:grpSp>
      <p:grpSp>
        <p:nvGrpSpPr>
          <p:cNvPr id="95" name="组合 94">
            <a:extLst>
              <a:ext uri="{FF2B5EF4-FFF2-40B4-BE49-F238E27FC236}">
                <a16:creationId xmlns:a16="http://schemas.microsoft.com/office/drawing/2014/main" id="{32FFEB22-E50E-49BF-9D3F-0B29265BDBD3}"/>
              </a:ext>
            </a:extLst>
          </p:cNvPr>
          <p:cNvGrpSpPr/>
          <p:nvPr/>
        </p:nvGrpSpPr>
        <p:grpSpPr>
          <a:xfrm>
            <a:off x="4676217" y="3210173"/>
            <a:ext cx="1686569" cy="925160"/>
            <a:chOff x="9069895" y="3166694"/>
            <a:chExt cx="1769031" cy="925160"/>
          </a:xfrm>
        </p:grpSpPr>
        <p:sp>
          <p:nvSpPr>
            <p:cNvPr id="51" name="Rectangle 27">
              <a:extLst>
                <a:ext uri="{FF2B5EF4-FFF2-40B4-BE49-F238E27FC236}">
                  <a16:creationId xmlns:a16="http://schemas.microsoft.com/office/drawing/2014/main" id="{9374DFE3-BA72-4829-92B6-70CD67C6F362}"/>
                </a:ext>
              </a:extLst>
            </p:cNvPr>
            <p:cNvSpPr>
              <a:spLocks noChangeArrowheads="1"/>
            </p:cNvSpPr>
            <p:nvPr/>
          </p:nvSpPr>
          <p:spPr bwMode="auto">
            <a:xfrm>
              <a:off x="9069895" y="3537856"/>
              <a:ext cx="17690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免费维保期</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维保续保期管理</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维保到期提醒</a:t>
              </a:r>
              <a:endParaRPr lang="en-US" altLang="zh-CN" sz="1200" dirty="0">
                <a:latin typeface="微软雅黑" panose="020B0503020204020204" pitchFamily="34" charset="-122"/>
                <a:ea typeface="微软雅黑" panose="020B0503020204020204" pitchFamily="34" charset="-122"/>
              </a:endParaRPr>
            </a:p>
          </p:txBody>
        </p:sp>
        <p:grpSp>
          <p:nvGrpSpPr>
            <p:cNvPr id="52" name="Group 40">
              <a:extLst>
                <a:ext uri="{FF2B5EF4-FFF2-40B4-BE49-F238E27FC236}">
                  <a16:creationId xmlns:a16="http://schemas.microsoft.com/office/drawing/2014/main" id="{E6D388B2-259E-4FE5-AB98-A005FA5201CD}"/>
                </a:ext>
              </a:extLst>
            </p:cNvPr>
            <p:cNvGrpSpPr>
              <a:grpSpLocks/>
            </p:cNvGrpSpPr>
            <p:nvPr/>
          </p:nvGrpSpPr>
          <p:grpSpPr bwMode="auto">
            <a:xfrm>
              <a:off x="9135260" y="3166694"/>
              <a:ext cx="1638300" cy="282575"/>
              <a:chOff x="631" y="1680"/>
              <a:chExt cx="960" cy="960"/>
            </a:xfrm>
            <a:noFill/>
          </p:grpSpPr>
          <p:sp>
            <p:nvSpPr>
              <p:cNvPr id="53" name="Rectangle 41">
                <a:extLst>
                  <a:ext uri="{FF2B5EF4-FFF2-40B4-BE49-F238E27FC236}">
                    <a16:creationId xmlns:a16="http://schemas.microsoft.com/office/drawing/2014/main" id="{EA262174-1981-43A0-A272-E3E1078F3286}"/>
                  </a:ext>
                </a:extLst>
              </p:cNvPr>
              <p:cNvSpPr>
                <a:spLocks noChangeArrowheads="1"/>
              </p:cNvSpPr>
              <p:nvPr>
                <p:custDataLst>
                  <p:tags r:id="rId20"/>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54" name="Rectangle 42">
                <a:extLst>
                  <a:ext uri="{FF2B5EF4-FFF2-40B4-BE49-F238E27FC236}">
                    <a16:creationId xmlns:a16="http://schemas.microsoft.com/office/drawing/2014/main" id="{26E51995-8052-49C5-B17C-0F0D9285DCEF}"/>
                  </a:ext>
                </a:extLst>
              </p:cNvPr>
              <p:cNvSpPr>
                <a:spLocks noChangeArrowheads="1"/>
              </p:cNvSpPr>
              <p:nvPr>
                <p:custDataLst>
                  <p:tags r:id="rId21"/>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维保期管理</a:t>
                </a:r>
                <a:endParaRPr lang="en-US" altLang="ko-KR" b="1" dirty="0">
                  <a:latin typeface="微软雅黑" panose="020B0503020204020204" pitchFamily="34" charset="-122"/>
                  <a:ea typeface="微软雅黑" panose="020B0503020204020204" pitchFamily="34" charset="-122"/>
                </a:endParaRPr>
              </a:p>
            </p:txBody>
          </p:sp>
        </p:grpSp>
      </p:grpSp>
      <p:grpSp>
        <p:nvGrpSpPr>
          <p:cNvPr id="62" name="Group 28">
            <a:extLst>
              <a:ext uri="{FF2B5EF4-FFF2-40B4-BE49-F238E27FC236}">
                <a16:creationId xmlns:a16="http://schemas.microsoft.com/office/drawing/2014/main" id="{E401BF28-C35C-4627-B3DB-6E89E6EFF04E}"/>
              </a:ext>
            </a:extLst>
          </p:cNvPr>
          <p:cNvGrpSpPr>
            <a:grpSpLocks/>
          </p:cNvGrpSpPr>
          <p:nvPr/>
        </p:nvGrpSpPr>
        <p:grpSpPr bwMode="auto">
          <a:xfrm>
            <a:off x="85790" y="5695154"/>
            <a:ext cx="1092200" cy="735013"/>
            <a:chOff x="2400" y="1968"/>
            <a:chExt cx="960" cy="960"/>
          </a:xfrm>
          <a:noFill/>
        </p:grpSpPr>
        <p:sp>
          <p:nvSpPr>
            <p:cNvPr id="63" name="Oval 29">
              <a:extLst>
                <a:ext uri="{FF2B5EF4-FFF2-40B4-BE49-F238E27FC236}">
                  <a16:creationId xmlns:a16="http://schemas.microsoft.com/office/drawing/2014/main" id="{940DC6C1-A226-4703-8C4F-FDBA144A60A8}"/>
                </a:ext>
              </a:extLst>
            </p:cNvPr>
            <p:cNvSpPr>
              <a:spLocks noChangeArrowheads="1"/>
            </p:cNvSpPr>
            <p:nvPr>
              <p:custDataLst>
                <p:tags r:id="rId18"/>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4" name="Rectangle 30">
              <a:extLst>
                <a:ext uri="{FF2B5EF4-FFF2-40B4-BE49-F238E27FC236}">
                  <a16:creationId xmlns:a16="http://schemas.microsoft.com/office/drawing/2014/main" id="{E0515B2D-9A4A-4319-8CC0-FA936C60E212}"/>
                </a:ext>
              </a:extLst>
            </p:cNvPr>
            <p:cNvSpPr>
              <a:spLocks noChangeArrowheads="1"/>
            </p:cNvSpPr>
            <p:nvPr>
              <p:custDataLst>
                <p:tags r:id="rId19"/>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报表画面</a:t>
              </a:r>
              <a:endParaRPr lang="en-US" altLang="zh-CN" sz="1400" b="1" dirty="0">
                <a:latin typeface="微软雅黑" panose="020B0503020204020204" pitchFamily="34" charset="-122"/>
                <a:ea typeface="微软雅黑" panose="020B0503020204020204" pitchFamily="34" charset="-122"/>
              </a:endParaRPr>
            </a:p>
            <a:p>
              <a:pPr algn="ct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查询</a:t>
              </a:r>
              <a:endParaRPr lang="en-US" altLang="zh-CN" sz="1400" b="1" dirty="0">
                <a:latin typeface="微软雅黑" panose="020B0503020204020204" pitchFamily="34" charset="-122"/>
                <a:ea typeface="微软雅黑" panose="020B0503020204020204" pitchFamily="34" charset="-122"/>
              </a:endParaRPr>
            </a:p>
          </p:txBody>
        </p:sp>
      </p:grpSp>
      <p:grpSp>
        <p:nvGrpSpPr>
          <p:cNvPr id="97" name="组合 96">
            <a:extLst>
              <a:ext uri="{FF2B5EF4-FFF2-40B4-BE49-F238E27FC236}">
                <a16:creationId xmlns:a16="http://schemas.microsoft.com/office/drawing/2014/main" id="{539AC5A6-0323-4C06-956D-01F6DA888273}"/>
              </a:ext>
            </a:extLst>
          </p:cNvPr>
          <p:cNvGrpSpPr/>
          <p:nvPr/>
        </p:nvGrpSpPr>
        <p:grpSpPr>
          <a:xfrm>
            <a:off x="2980753" y="5416879"/>
            <a:ext cx="1683256" cy="1109826"/>
            <a:chOff x="1263885" y="5322536"/>
            <a:chExt cx="1765556" cy="1109826"/>
          </a:xfrm>
        </p:grpSpPr>
        <p:sp>
          <p:nvSpPr>
            <p:cNvPr id="59" name="Rectangle 24">
              <a:extLst>
                <a:ext uri="{FF2B5EF4-FFF2-40B4-BE49-F238E27FC236}">
                  <a16:creationId xmlns:a16="http://schemas.microsoft.com/office/drawing/2014/main" id="{EF3CE60A-FB99-453B-BD51-EE27C4DF5325}"/>
                </a:ext>
              </a:extLst>
            </p:cNvPr>
            <p:cNvSpPr>
              <a:spLocks noChangeArrowheads="1"/>
            </p:cNvSpPr>
            <p:nvPr/>
          </p:nvSpPr>
          <p:spPr bwMode="auto">
            <a:xfrm>
              <a:off x="1263885" y="5693698"/>
              <a:ext cx="1765556"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发放</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借用</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返还台账</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使用人别</a:t>
              </a:r>
              <a:r>
                <a:rPr lang="en-US" altLang="zh-CN" sz="1200" dirty="0">
                  <a:latin typeface="微软雅黑" panose="020B0503020204020204" pitchFamily="34" charset="-122"/>
                  <a:ea typeface="微软雅黑" panose="020B0503020204020204" pitchFamily="34" charset="-122"/>
                </a:rPr>
                <a:t>SAP</a:t>
              </a:r>
              <a:r>
                <a:rPr lang="zh-CN" altLang="en-US" sz="1200" dirty="0">
                  <a:latin typeface="微软雅黑" panose="020B0503020204020204" pitchFamily="34" charset="-122"/>
                  <a:ea typeface="微软雅黑" panose="020B0503020204020204" pitchFamily="34" charset="-122"/>
                </a:rPr>
                <a:t>资产别物料查询</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库存查询</a:t>
              </a:r>
            </a:p>
          </p:txBody>
        </p:sp>
        <p:grpSp>
          <p:nvGrpSpPr>
            <p:cNvPr id="65" name="Group 31">
              <a:extLst>
                <a:ext uri="{FF2B5EF4-FFF2-40B4-BE49-F238E27FC236}">
                  <a16:creationId xmlns:a16="http://schemas.microsoft.com/office/drawing/2014/main" id="{D7619CB7-4472-4ECA-96D8-18208E003DCD}"/>
                </a:ext>
              </a:extLst>
            </p:cNvPr>
            <p:cNvGrpSpPr>
              <a:grpSpLocks/>
            </p:cNvGrpSpPr>
            <p:nvPr/>
          </p:nvGrpSpPr>
          <p:grpSpPr bwMode="auto">
            <a:xfrm>
              <a:off x="1325926" y="5322536"/>
              <a:ext cx="1641475" cy="282575"/>
              <a:chOff x="631" y="1680"/>
              <a:chExt cx="960" cy="960"/>
            </a:xfrm>
            <a:noFill/>
          </p:grpSpPr>
          <p:sp>
            <p:nvSpPr>
              <p:cNvPr id="66" name="Rectangle 32">
                <a:extLst>
                  <a:ext uri="{FF2B5EF4-FFF2-40B4-BE49-F238E27FC236}">
                    <a16:creationId xmlns:a16="http://schemas.microsoft.com/office/drawing/2014/main" id="{6D037B92-B4ED-42FD-8B05-B49D0E733FA5}"/>
                  </a:ext>
                </a:extLst>
              </p:cNvPr>
              <p:cNvSpPr>
                <a:spLocks noChangeArrowheads="1"/>
              </p:cNvSpPr>
              <p:nvPr>
                <p:custDataLst>
                  <p:tags r:id="rId16"/>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67" name="Rectangle 33">
                <a:extLst>
                  <a:ext uri="{FF2B5EF4-FFF2-40B4-BE49-F238E27FC236}">
                    <a16:creationId xmlns:a16="http://schemas.microsoft.com/office/drawing/2014/main" id="{4741EF12-5FDE-451C-9683-355CF38902ED}"/>
                  </a:ext>
                </a:extLst>
              </p:cNvPr>
              <p:cNvSpPr>
                <a:spLocks noChangeArrowheads="1"/>
              </p:cNvSpPr>
              <p:nvPr>
                <p:custDataLst>
                  <p:tags r:id="rId17"/>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出入库履历</a:t>
                </a:r>
                <a:endParaRPr lang="en-US" altLang="ko-KR" b="1" dirty="0">
                  <a:latin typeface="微软雅黑" panose="020B0503020204020204" pitchFamily="34" charset="-122"/>
                  <a:ea typeface="微软雅黑" panose="020B0503020204020204" pitchFamily="34" charset="-122"/>
                </a:endParaRPr>
              </a:p>
            </p:txBody>
          </p:sp>
        </p:grpSp>
      </p:grpSp>
      <p:grpSp>
        <p:nvGrpSpPr>
          <p:cNvPr id="98" name="组合 97">
            <a:extLst>
              <a:ext uri="{FF2B5EF4-FFF2-40B4-BE49-F238E27FC236}">
                <a16:creationId xmlns:a16="http://schemas.microsoft.com/office/drawing/2014/main" id="{B24FF434-8B94-467E-966A-B890F779533F}"/>
              </a:ext>
            </a:extLst>
          </p:cNvPr>
          <p:cNvGrpSpPr/>
          <p:nvPr/>
        </p:nvGrpSpPr>
        <p:grpSpPr>
          <a:xfrm>
            <a:off x="8345816" y="1375728"/>
            <a:ext cx="1480924" cy="1294492"/>
            <a:chOff x="3677038" y="5322536"/>
            <a:chExt cx="1767293" cy="1294492"/>
          </a:xfrm>
        </p:grpSpPr>
        <p:sp>
          <p:nvSpPr>
            <p:cNvPr id="60" name="Rectangle 25">
              <a:extLst>
                <a:ext uri="{FF2B5EF4-FFF2-40B4-BE49-F238E27FC236}">
                  <a16:creationId xmlns:a16="http://schemas.microsoft.com/office/drawing/2014/main" id="{44AE51F1-3BE2-46D8-82DC-7409068A16C2}"/>
                </a:ext>
              </a:extLst>
            </p:cNvPr>
            <p:cNvSpPr>
              <a:spLocks noChangeArrowheads="1"/>
            </p:cNvSpPr>
            <p:nvPr/>
          </p:nvSpPr>
          <p:spPr bwMode="auto">
            <a:xfrm>
              <a:off x="3677038" y="5693698"/>
              <a:ext cx="176729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入库登记审批决裁线设置</a:t>
              </a:r>
              <a:endParaRPr lang="en-US" altLang="zh-CN" sz="1200" dirty="0">
                <a:latin typeface="微软雅黑" panose="020B0503020204020204" pitchFamily="34" charset="-122"/>
                <a:ea typeface="微软雅黑" panose="020B0503020204020204" pitchFamily="34" charset="-122"/>
              </a:endParaRPr>
            </a:p>
            <a:p>
              <a:pPr lvl="1"/>
              <a:r>
                <a:rPr lang="en-US" altLang="zh-CN" sz="1200" dirty="0">
                  <a:latin typeface="微软雅黑" panose="020B0503020204020204" pitchFamily="34" charset="-122"/>
                  <a:ea typeface="微软雅黑" panose="020B0503020204020204" pitchFamily="34" charset="-122"/>
                </a:rPr>
                <a:t>My to-do</a:t>
              </a:r>
            </a:p>
            <a:p>
              <a:pPr lvl="1"/>
              <a:r>
                <a:rPr lang="zh-CN" altLang="en-US" sz="1200" dirty="0">
                  <a:latin typeface="微软雅黑" panose="020B0503020204020204" pitchFamily="34" charset="-122"/>
                  <a:ea typeface="微软雅黑" panose="020B0503020204020204" pitchFamily="34" charset="-122"/>
                </a:rPr>
                <a:t>通知</a:t>
              </a:r>
              <a:endParaRPr lang="en-US" altLang="zh-CN" sz="1200" dirty="0">
                <a:latin typeface="微软雅黑" panose="020B0503020204020204" pitchFamily="34" charset="-122"/>
                <a:ea typeface="微软雅黑" panose="020B0503020204020204" pitchFamily="34" charset="-122"/>
              </a:endParaRPr>
            </a:p>
            <a:p>
              <a:pPr lvl="1"/>
              <a:endParaRPr lang="en-US" altLang="zh-CN" sz="1200" dirty="0">
                <a:latin typeface="微软雅黑" panose="020B0503020204020204" pitchFamily="34" charset="-122"/>
                <a:ea typeface="微软雅黑" panose="020B0503020204020204" pitchFamily="34" charset="-122"/>
              </a:endParaRPr>
            </a:p>
          </p:txBody>
        </p:sp>
        <p:grpSp>
          <p:nvGrpSpPr>
            <p:cNvPr id="68" name="Group 34">
              <a:extLst>
                <a:ext uri="{FF2B5EF4-FFF2-40B4-BE49-F238E27FC236}">
                  <a16:creationId xmlns:a16="http://schemas.microsoft.com/office/drawing/2014/main" id="{E0CDAAB8-8E99-4AB5-903C-7269BBE2D571}"/>
                </a:ext>
              </a:extLst>
            </p:cNvPr>
            <p:cNvGrpSpPr>
              <a:grpSpLocks/>
            </p:cNvGrpSpPr>
            <p:nvPr/>
          </p:nvGrpSpPr>
          <p:grpSpPr bwMode="auto">
            <a:xfrm>
              <a:off x="3740740" y="5322536"/>
              <a:ext cx="1639888" cy="282575"/>
              <a:chOff x="631" y="1680"/>
              <a:chExt cx="960" cy="960"/>
            </a:xfrm>
            <a:noFill/>
          </p:grpSpPr>
          <p:sp>
            <p:nvSpPr>
              <p:cNvPr id="69" name="Rectangle 35">
                <a:extLst>
                  <a:ext uri="{FF2B5EF4-FFF2-40B4-BE49-F238E27FC236}">
                    <a16:creationId xmlns:a16="http://schemas.microsoft.com/office/drawing/2014/main" id="{6DEDA5C5-377B-40F9-8858-E2C8AF2FCA44}"/>
                  </a:ext>
                </a:extLst>
              </p:cNvPr>
              <p:cNvSpPr>
                <a:spLocks noChangeArrowheads="1"/>
              </p:cNvSpPr>
              <p:nvPr>
                <p:custDataLst>
                  <p:tags r:id="rId14"/>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70" name="Rectangle 36">
                <a:extLst>
                  <a:ext uri="{FF2B5EF4-FFF2-40B4-BE49-F238E27FC236}">
                    <a16:creationId xmlns:a16="http://schemas.microsoft.com/office/drawing/2014/main" id="{60E38E0F-EE7B-4219-B89F-BF839434C7F3}"/>
                  </a:ext>
                </a:extLst>
              </p:cNvPr>
              <p:cNvSpPr>
                <a:spLocks noChangeArrowheads="1"/>
              </p:cNvSpPr>
              <p:nvPr>
                <p:custDataLst>
                  <p:tags r:id="rId15"/>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审批</a:t>
                </a:r>
                <a:r>
                  <a:rPr lang="en-US" altLang="zh-CN" sz="1400" b="1" dirty="0">
                    <a:latin typeface="微软雅黑" panose="020B0503020204020204" pitchFamily="34" charset="-122"/>
                    <a:ea typeface="微软雅黑" panose="020B0503020204020204" pitchFamily="34" charset="-122"/>
                  </a:rPr>
                  <a:t>&amp;</a:t>
                </a:r>
                <a:r>
                  <a:rPr lang="zh-CN" altLang="en-US" sz="1400" b="1" dirty="0">
                    <a:latin typeface="微软雅黑" panose="020B0503020204020204" pitchFamily="34" charset="-122"/>
                    <a:ea typeface="微软雅黑" panose="020B0503020204020204" pitchFamily="34" charset="-122"/>
                  </a:rPr>
                  <a:t>通知</a:t>
                </a:r>
                <a:endParaRPr lang="en-US" altLang="ko-KR" sz="1400" b="1" dirty="0">
                  <a:latin typeface="微软雅黑" panose="020B0503020204020204" pitchFamily="34" charset="-122"/>
                  <a:ea typeface="微软雅黑" panose="020B0503020204020204" pitchFamily="34" charset="-122"/>
                </a:endParaRPr>
              </a:p>
            </p:txBody>
          </p:sp>
        </p:grpSp>
      </p:grpSp>
      <p:grpSp>
        <p:nvGrpSpPr>
          <p:cNvPr id="99" name="组合 98">
            <a:extLst>
              <a:ext uri="{FF2B5EF4-FFF2-40B4-BE49-F238E27FC236}">
                <a16:creationId xmlns:a16="http://schemas.microsoft.com/office/drawing/2014/main" id="{ABD1C094-E90F-4CC3-B0E6-B3F24C0C9B10}"/>
              </a:ext>
            </a:extLst>
          </p:cNvPr>
          <p:cNvGrpSpPr/>
          <p:nvPr/>
        </p:nvGrpSpPr>
        <p:grpSpPr>
          <a:xfrm>
            <a:off x="4676217" y="5416879"/>
            <a:ext cx="1684913" cy="925160"/>
            <a:chOff x="5560606" y="5322536"/>
            <a:chExt cx="1767294" cy="925160"/>
          </a:xfrm>
        </p:grpSpPr>
        <p:sp>
          <p:nvSpPr>
            <p:cNvPr id="61" name="Rectangle 26">
              <a:extLst>
                <a:ext uri="{FF2B5EF4-FFF2-40B4-BE49-F238E27FC236}">
                  <a16:creationId xmlns:a16="http://schemas.microsoft.com/office/drawing/2014/main" id="{5DC67724-6540-4A5D-A1FA-8FB047BD6439}"/>
                </a:ext>
              </a:extLst>
            </p:cNvPr>
            <p:cNvSpPr>
              <a:spLocks noChangeArrowheads="1"/>
            </p:cNvSpPr>
            <p:nvPr/>
          </p:nvSpPr>
          <p:spPr bwMode="auto">
            <a:xfrm>
              <a:off x="5560606" y="5693698"/>
              <a:ext cx="176729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资产别维修履历查询及金额</a:t>
              </a:r>
              <a:r>
                <a:rPr lang="en-US" altLang="zh-CN" sz="1200" dirty="0">
                  <a:latin typeface="微软雅黑" panose="020B0503020204020204" pitchFamily="34" charset="-122"/>
                  <a:ea typeface="微软雅黑" panose="020B0503020204020204" pitchFamily="34" charset="-122"/>
                </a:rPr>
                <a:t>SUM</a:t>
              </a:r>
            </a:p>
            <a:p>
              <a:pPr lvl="1"/>
              <a:r>
                <a:rPr lang="zh-CN" altLang="en-US" sz="1200" dirty="0">
                  <a:latin typeface="微软雅黑" panose="020B0503020204020204" pitchFamily="34" charset="-122"/>
                  <a:ea typeface="微软雅黑" panose="020B0503020204020204" pitchFamily="34" charset="-122"/>
                </a:rPr>
                <a:t>年度别报废清单查询</a:t>
              </a:r>
              <a:endParaRPr lang="en-US" altLang="ko-KR" sz="1200" dirty="0">
                <a:latin typeface="微软雅黑" panose="020B0503020204020204" pitchFamily="34" charset="-122"/>
                <a:ea typeface="微软雅黑" panose="020B0503020204020204" pitchFamily="34" charset="-122"/>
              </a:endParaRPr>
            </a:p>
          </p:txBody>
        </p:sp>
        <p:grpSp>
          <p:nvGrpSpPr>
            <p:cNvPr id="71" name="Group 37">
              <a:extLst>
                <a:ext uri="{FF2B5EF4-FFF2-40B4-BE49-F238E27FC236}">
                  <a16:creationId xmlns:a16="http://schemas.microsoft.com/office/drawing/2014/main" id="{911835AF-9412-4240-8340-8C535F1F1336}"/>
                </a:ext>
              </a:extLst>
            </p:cNvPr>
            <p:cNvGrpSpPr>
              <a:grpSpLocks/>
            </p:cNvGrpSpPr>
            <p:nvPr/>
          </p:nvGrpSpPr>
          <p:grpSpPr bwMode="auto">
            <a:xfrm>
              <a:off x="5623516" y="5322536"/>
              <a:ext cx="1641475" cy="282575"/>
              <a:chOff x="631" y="1680"/>
              <a:chExt cx="960" cy="960"/>
            </a:xfrm>
            <a:noFill/>
          </p:grpSpPr>
          <p:sp>
            <p:nvSpPr>
              <p:cNvPr id="72" name="Rectangle 38">
                <a:extLst>
                  <a:ext uri="{FF2B5EF4-FFF2-40B4-BE49-F238E27FC236}">
                    <a16:creationId xmlns:a16="http://schemas.microsoft.com/office/drawing/2014/main" id="{228243A5-3B7D-4241-B34C-0A0EEB589099}"/>
                  </a:ext>
                </a:extLst>
              </p:cNvPr>
              <p:cNvSpPr>
                <a:spLocks noChangeArrowheads="1"/>
              </p:cNvSpPr>
              <p:nvPr>
                <p:custDataLst>
                  <p:tags r:id="rId12"/>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73" name="Rectangle 39">
                <a:extLst>
                  <a:ext uri="{FF2B5EF4-FFF2-40B4-BE49-F238E27FC236}">
                    <a16:creationId xmlns:a16="http://schemas.microsoft.com/office/drawing/2014/main" id="{4C2991D5-890A-4BC8-9190-E875497F011A}"/>
                  </a:ext>
                </a:extLst>
              </p:cNvPr>
              <p:cNvSpPr>
                <a:spLocks noChangeArrowheads="1"/>
              </p:cNvSpPr>
              <p:nvPr>
                <p:custDataLst>
                  <p:tags r:id="rId13"/>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维修</a:t>
                </a:r>
                <a:r>
                  <a:rPr lang="en-US" altLang="zh-CN" b="1" dirty="0">
                    <a:latin typeface="微软雅黑" panose="020B0503020204020204" pitchFamily="34" charset="-122"/>
                    <a:ea typeface="微软雅黑" panose="020B0503020204020204" pitchFamily="34" charset="-122"/>
                  </a:rPr>
                  <a:t>&amp;</a:t>
                </a:r>
                <a:r>
                  <a:rPr lang="zh-CN" altLang="en-US" b="1" dirty="0">
                    <a:latin typeface="微软雅黑" panose="020B0503020204020204" pitchFamily="34" charset="-122"/>
                    <a:ea typeface="微软雅黑" panose="020B0503020204020204" pitchFamily="34" charset="-122"/>
                  </a:rPr>
                  <a:t>报废履历</a:t>
                </a:r>
                <a:endParaRPr lang="en-US" altLang="ko-KR" b="1" dirty="0">
                  <a:latin typeface="微软雅黑" panose="020B0503020204020204" pitchFamily="34" charset="-122"/>
                  <a:ea typeface="微软雅黑" panose="020B0503020204020204" pitchFamily="34" charset="-122"/>
                </a:endParaRPr>
              </a:p>
            </p:txBody>
          </p:sp>
        </p:grpSp>
      </p:grpSp>
      <p:grpSp>
        <p:nvGrpSpPr>
          <p:cNvPr id="90" name="组合 89">
            <a:extLst>
              <a:ext uri="{FF2B5EF4-FFF2-40B4-BE49-F238E27FC236}">
                <a16:creationId xmlns:a16="http://schemas.microsoft.com/office/drawing/2014/main" id="{C335C9A0-B861-436E-BB9E-BE11AA7CF15C}"/>
              </a:ext>
            </a:extLst>
          </p:cNvPr>
          <p:cNvGrpSpPr/>
          <p:nvPr/>
        </p:nvGrpSpPr>
        <p:grpSpPr>
          <a:xfrm>
            <a:off x="1281976" y="5416879"/>
            <a:ext cx="1686569" cy="1291562"/>
            <a:chOff x="9235568" y="1402486"/>
            <a:chExt cx="1769031" cy="1291562"/>
          </a:xfrm>
        </p:grpSpPr>
        <p:grpSp>
          <p:nvGrpSpPr>
            <p:cNvPr id="74" name="Group 14">
              <a:extLst>
                <a:ext uri="{FF2B5EF4-FFF2-40B4-BE49-F238E27FC236}">
                  <a16:creationId xmlns:a16="http://schemas.microsoft.com/office/drawing/2014/main" id="{E3E12943-5460-4675-A28D-B1938B8E0D24}"/>
                </a:ext>
              </a:extLst>
            </p:cNvPr>
            <p:cNvGrpSpPr>
              <a:grpSpLocks/>
            </p:cNvGrpSpPr>
            <p:nvPr/>
          </p:nvGrpSpPr>
          <p:grpSpPr bwMode="auto">
            <a:xfrm>
              <a:off x="9300933" y="1402486"/>
              <a:ext cx="1638300" cy="282575"/>
              <a:chOff x="631" y="1680"/>
              <a:chExt cx="960" cy="960"/>
            </a:xfrm>
            <a:noFill/>
          </p:grpSpPr>
          <p:sp>
            <p:nvSpPr>
              <p:cNvPr id="75" name="Rectangle 15">
                <a:extLst>
                  <a:ext uri="{FF2B5EF4-FFF2-40B4-BE49-F238E27FC236}">
                    <a16:creationId xmlns:a16="http://schemas.microsoft.com/office/drawing/2014/main" id="{0B3A85AF-8CF8-4DF0-B6BF-632C46BE5BC7}"/>
                  </a:ext>
                </a:extLst>
              </p:cNvPr>
              <p:cNvSpPr>
                <a:spLocks noChangeArrowheads="1"/>
              </p:cNvSpPr>
              <p:nvPr>
                <p:custDataLst>
                  <p:tags r:id="rId10"/>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76" name="Rectangle 16">
                <a:extLst>
                  <a:ext uri="{FF2B5EF4-FFF2-40B4-BE49-F238E27FC236}">
                    <a16:creationId xmlns:a16="http://schemas.microsoft.com/office/drawing/2014/main" id="{F4A5701B-145E-4630-9DEB-F3C5647B110E}"/>
                  </a:ext>
                </a:extLst>
              </p:cNvPr>
              <p:cNvSpPr>
                <a:spLocks noChangeArrowheads="1"/>
              </p:cNvSpPr>
              <p:nvPr>
                <p:custDataLst>
                  <p:tags r:id="rId11"/>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物料清单</a:t>
                </a:r>
                <a:endParaRPr lang="en-US" altLang="ko-KR" b="1" dirty="0">
                  <a:latin typeface="微软雅黑" panose="020B0503020204020204" pitchFamily="34" charset="-122"/>
                  <a:ea typeface="微软雅黑" panose="020B0503020204020204" pitchFamily="34" charset="-122"/>
                </a:endParaRPr>
              </a:p>
            </p:txBody>
          </p:sp>
        </p:grpSp>
        <p:sp>
          <p:nvSpPr>
            <p:cNvPr id="77" name="Rectangle 20">
              <a:extLst>
                <a:ext uri="{FF2B5EF4-FFF2-40B4-BE49-F238E27FC236}">
                  <a16:creationId xmlns:a16="http://schemas.microsoft.com/office/drawing/2014/main" id="{F1858993-FFC1-4A04-985D-095B80CA85C3}"/>
                </a:ext>
              </a:extLst>
            </p:cNvPr>
            <p:cNvSpPr>
              <a:spLocks noChangeArrowheads="1"/>
            </p:cNvSpPr>
            <p:nvPr/>
          </p:nvSpPr>
          <p:spPr bwMode="auto">
            <a:xfrm>
              <a:off x="9235568" y="1770718"/>
              <a:ext cx="17690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物料汇总清单查询：资产、耗材别含物料所有属性、状态信息的总资产清单查询。</a:t>
              </a:r>
              <a:endParaRPr lang="en-US" altLang="zh-CN" sz="1200" dirty="0">
                <a:latin typeface="微软雅黑" panose="020B0503020204020204" pitchFamily="34" charset="-122"/>
                <a:ea typeface="微软雅黑" panose="020B0503020204020204" pitchFamily="34" charset="-122"/>
              </a:endParaRPr>
            </a:p>
            <a:p>
              <a:pPr lvl="1"/>
              <a:endParaRPr lang="en-US" altLang="ko-KR" sz="1200" dirty="0">
                <a:latin typeface="微软雅黑" panose="020B0503020204020204" pitchFamily="34" charset="-122"/>
                <a:ea typeface="微软雅黑" panose="020B0503020204020204" pitchFamily="34" charset="-122"/>
              </a:endParaRPr>
            </a:p>
          </p:txBody>
        </p:sp>
      </p:grpSp>
      <p:grpSp>
        <p:nvGrpSpPr>
          <p:cNvPr id="101" name="组合 100">
            <a:extLst>
              <a:ext uri="{FF2B5EF4-FFF2-40B4-BE49-F238E27FC236}">
                <a16:creationId xmlns:a16="http://schemas.microsoft.com/office/drawing/2014/main" id="{DAD828AB-8A34-4123-BF3F-BEBFEE24CFC9}"/>
              </a:ext>
            </a:extLst>
          </p:cNvPr>
          <p:cNvGrpSpPr/>
          <p:nvPr/>
        </p:nvGrpSpPr>
        <p:grpSpPr>
          <a:xfrm>
            <a:off x="1213923" y="3210173"/>
            <a:ext cx="1684912" cy="1848490"/>
            <a:chOff x="3544094" y="3175953"/>
            <a:chExt cx="1767293" cy="1848490"/>
          </a:xfrm>
        </p:grpSpPr>
        <p:sp>
          <p:nvSpPr>
            <p:cNvPr id="102" name="Rectangle 25">
              <a:extLst>
                <a:ext uri="{FF2B5EF4-FFF2-40B4-BE49-F238E27FC236}">
                  <a16:creationId xmlns:a16="http://schemas.microsoft.com/office/drawing/2014/main" id="{AB705F30-BF31-4466-8546-A80308A5BDC6}"/>
                </a:ext>
              </a:extLst>
            </p:cNvPr>
            <p:cNvSpPr>
              <a:spLocks noChangeArrowheads="1"/>
            </p:cNvSpPr>
            <p:nvPr/>
          </p:nvSpPr>
          <p:spPr bwMode="auto">
            <a:xfrm>
              <a:off x="3544094" y="3547115"/>
              <a:ext cx="176729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申请</a:t>
              </a:r>
              <a:r>
                <a:rPr lang="en-US" altLang="zh-CN" sz="1200" dirty="0">
                  <a:latin typeface="微软雅黑" panose="020B0503020204020204" pitchFamily="34" charset="-122"/>
                  <a:ea typeface="微软雅黑" panose="020B0503020204020204" pitchFamily="34" charset="-122"/>
                </a:rPr>
                <a:t>-&gt;</a:t>
              </a:r>
              <a:r>
                <a:rPr lang="zh-CN" altLang="en-US" sz="1200" dirty="0">
                  <a:latin typeface="微软雅黑" panose="020B0503020204020204" pitchFamily="34" charset="-122"/>
                  <a:ea typeface="微软雅黑" panose="020B0503020204020204" pitchFamily="34" charset="-122"/>
                </a:rPr>
                <a:t>购买履历手动登记</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资产入库登记</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自动生成资产号，手动</a:t>
              </a:r>
              <a:r>
                <a:rPr lang="en-US" altLang="zh-CN" sz="1200" dirty="0">
                  <a:latin typeface="微软雅黑" panose="020B0503020204020204" pitchFamily="34" charset="-122"/>
                  <a:ea typeface="微软雅黑" panose="020B0503020204020204" pitchFamily="34" charset="-122"/>
                </a:rPr>
                <a:t>SAP</a:t>
              </a:r>
              <a:r>
                <a:rPr lang="zh-CN" altLang="en-US" sz="1200" dirty="0">
                  <a:latin typeface="微软雅黑" panose="020B0503020204020204" pitchFamily="34" charset="-122"/>
                  <a:ea typeface="微软雅黑" panose="020B0503020204020204" pitchFamily="34" charset="-122"/>
                </a:rPr>
                <a:t>号</a:t>
              </a:r>
              <a:r>
                <a:rPr lang="en-US" altLang="zh-CN" sz="1200" dirty="0">
                  <a:latin typeface="微软雅黑" panose="020B0503020204020204" pitchFamily="34" charset="-122"/>
                  <a:ea typeface="微软雅黑" panose="020B0503020204020204" pitchFamily="34" charset="-122"/>
                </a:rPr>
                <a:t>)</a:t>
              </a:r>
            </a:p>
            <a:p>
              <a:pPr lvl="1"/>
              <a:r>
                <a:rPr lang="zh-CN" altLang="en-US" sz="1200" dirty="0">
                  <a:latin typeface="微软雅黑" panose="020B0503020204020204" pitchFamily="34" charset="-122"/>
                  <a:ea typeface="微软雅黑" panose="020B0503020204020204" pitchFamily="34" charset="-122"/>
                </a:rPr>
                <a:t>耗材入库登记</a:t>
              </a:r>
              <a:endParaRPr lang="en-US" altLang="zh-CN" sz="1200" dirty="0">
                <a:latin typeface="微软雅黑" panose="020B0503020204020204" pitchFamily="34" charset="-122"/>
                <a:ea typeface="微软雅黑" panose="020B0503020204020204" pitchFamily="34" charset="-122"/>
              </a:endParaRPr>
            </a:p>
            <a:p>
              <a:pPr marL="1588" lvl="1" indent="0">
                <a:buNone/>
              </a:pPr>
              <a:r>
                <a:rPr lang="en-US" altLang="zh-CN" sz="1200" dirty="0">
                  <a:latin typeface="微软雅黑" panose="020B0503020204020204" pitchFamily="34" charset="-122"/>
                  <a:ea typeface="微软雅黑" panose="020B0503020204020204" pitchFamily="34" charset="-122"/>
                </a:rPr>
                <a:t>   - </a:t>
              </a:r>
              <a:r>
                <a:rPr lang="zh-CN" altLang="en-US" sz="1200" dirty="0">
                  <a:latin typeface="微软雅黑" panose="020B0503020204020204" pitchFamily="34" charset="-122"/>
                  <a:ea typeface="微软雅黑" panose="020B0503020204020204" pitchFamily="34" charset="-122"/>
                </a:rPr>
                <a:t>可批量入库</a:t>
              </a:r>
              <a:r>
                <a:rPr lang="en-US" altLang="zh-CN" sz="1200" dirty="0">
                  <a:latin typeface="微软雅黑" panose="020B0503020204020204" pitchFamily="34" charset="-122"/>
                  <a:ea typeface="微软雅黑" panose="020B0503020204020204" pitchFamily="34" charset="-122"/>
                </a:rPr>
                <a:t>-&gt;</a:t>
              </a:r>
              <a:r>
                <a:rPr lang="zh-CN" altLang="en-US" sz="1200" dirty="0">
                  <a:latin typeface="微软雅黑" panose="020B0503020204020204" pitchFamily="34" charset="-122"/>
                  <a:ea typeface="微软雅黑" panose="020B0503020204020204" pitchFamily="34" charset="-122"/>
                </a:rPr>
                <a:t>单个出库</a:t>
              </a:r>
              <a:endParaRPr lang="en-US" altLang="zh-CN" sz="1200" dirty="0">
                <a:latin typeface="微软雅黑" panose="020B0503020204020204" pitchFamily="34" charset="-122"/>
                <a:ea typeface="微软雅黑" panose="020B0503020204020204" pitchFamily="34" charset="-122"/>
              </a:endParaRPr>
            </a:p>
            <a:p>
              <a:pPr marL="1588" lvl="1" indent="0">
                <a:buNone/>
              </a:pPr>
              <a:endParaRPr lang="en-US" altLang="zh-CN" sz="1200" dirty="0">
                <a:solidFill>
                  <a:srgbClr val="FF0000"/>
                </a:solidFill>
                <a:latin typeface="微软雅黑" panose="020B0503020204020204" pitchFamily="34" charset="-122"/>
                <a:ea typeface="微软雅黑" panose="020B0503020204020204" pitchFamily="34" charset="-122"/>
              </a:endParaRPr>
            </a:p>
          </p:txBody>
        </p:sp>
        <p:grpSp>
          <p:nvGrpSpPr>
            <p:cNvPr id="103" name="Group 34">
              <a:extLst>
                <a:ext uri="{FF2B5EF4-FFF2-40B4-BE49-F238E27FC236}">
                  <a16:creationId xmlns:a16="http://schemas.microsoft.com/office/drawing/2014/main" id="{4B772646-06E6-4FAB-996F-F8E68947C1E6}"/>
                </a:ext>
              </a:extLst>
            </p:cNvPr>
            <p:cNvGrpSpPr>
              <a:grpSpLocks/>
            </p:cNvGrpSpPr>
            <p:nvPr/>
          </p:nvGrpSpPr>
          <p:grpSpPr bwMode="auto">
            <a:xfrm>
              <a:off x="3607796" y="3175953"/>
              <a:ext cx="1639888" cy="282575"/>
              <a:chOff x="631" y="1680"/>
              <a:chExt cx="960" cy="960"/>
            </a:xfrm>
            <a:noFill/>
          </p:grpSpPr>
          <p:sp>
            <p:nvSpPr>
              <p:cNvPr id="104" name="Rectangle 35">
                <a:extLst>
                  <a:ext uri="{FF2B5EF4-FFF2-40B4-BE49-F238E27FC236}">
                    <a16:creationId xmlns:a16="http://schemas.microsoft.com/office/drawing/2014/main" id="{7C55ECA6-D0E0-41BC-BEB2-4DDAF309774C}"/>
                  </a:ext>
                </a:extLst>
              </p:cNvPr>
              <p:cNvSpPr>
                <a:spLocks noChangeArrowheads="1"/>
              </p:cNvSpPr>
              <p:nvPr>
                <p:custDataLst>
                  <p:tags r:id="rId8"/>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105" name="Rectangle 36">
                <a:extLst>
                  <a:ext uri="{FF2B5EF4-FFF2-40B4-BE49-F238E27FC236}">
                    <a16:creationId xmlns:a16="http://schemas.microsoft.com/office/drawing/2014/main" id="{84FAA166-655B-4FBE-86F6-0F420065D8A2}"/>
                  </a:ext>
                </a:extLst>
              </p:cNvPr>
              <p:cNvSpPr>
                <a:spLocks noChangeArrowheads="1"/>
              </p:cNvSpPr>
              <p:nvPr>
                <p:custDataLst>
                  <p:tags r:id="rId9"/>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物料登记</a:t>
                </a:r>
                <a:endParaRPr lang="en-US" altLang="ko-KR" b="1" dirty="0">
                  <a:latin typeface="微软雅黑" panose="020B0503020204020204" pitchFamily="34" charset="-122"/>
                  <a:ea typeface="微软雅黑" panose="020B0503020204020204" pitchFamily="34" charset="-122"/>
                </a:endParaRPr>
              </a:p>
            </p:txBody>
          </p:sp>
        </p:grpSp>
      </p:grpSp>
      <p:grpSp>
        <p:nvGrpSpPr>
          <p:cNvPr id="106" name="组合 105">
            <a:extLst>
              <a:ext uri="{FF2B5EF4-FFF2-40B4-BE49-F238E27FC236}">
                <a16:creationId xmlns:a16="http://schemas.microsoft.com/office/drawing/2014/main" id="{92A0EBAE-1E6A-4AF3-92FF-E24A227D7B6A}"/>
              </a:ext>
            </a:extLst>
          </p:cNvPr>
          <p:cNvGrpSpPr/>
          <p:nvPr/>
        </p:nvGrpSpPr>
        <p:grpSpPr>
          <a:xfrm>
            <a:off x="5500864" y="1375728"/>
            <a:ext cx="1482379" cy="922230"/>
            <a:chOff x="9235568" y="1402486"/>
            <a:chExt cx="1769031" cy="922230"/>
          </a:xfrm>
        </p:grpSpPr>
        <p:grpSp>
          <p:nvGrpSpPr>
            <p:cNvPr id="107" name="Group 14">
              <a:extLst>
                <a:ext uri="{FF2B5EF4-FFF2-40B4-BE49-F238E27FC236}">
                  <a16:creationId xmlns:a16="http://schemas.microsoft.com/office/drawing/2014/main" id="{FE8C8DF9-1D38-4520-BC5D-69A66CC03CD7}"/>
                </a:ext>
              </a:extLst>
            </p:cNvPr>
            <p:cNvGrpSpPr>
              <a:grpSpLocks/>
            </p:cNvGrpSpPr>
            <p:nvPr/>
          </p:nvGrpSpPr>
          <p:grpSpPr bwMode="auto">
            <a:xfrm>
              <a:off x="9300933" y="1402486"/>
              <a:ext cx="1638300" cy="282575"/>
              <a:chOff x="631" y="1680"/>
              <a:chExt cx="960" cy="960"/>
            </a:xfrm>
            <a:noFill/>
          </p:grpSpPr>
          <p:sp>
            <p:nvSpPr>
              <p:cNvPr id="109" name="Rectangle 15">
                <a:extLst>
                  <a:ext uri="{FF2B5EF4-FFF2-40B4-BE49-F238E27FC236}">
                    <a16:creationId xmlns:a16="http://schemas.microsoft.com/office/drawing/2014/main" id="{4024BF1B-00D3-43E0-A123-3B4A79958945}"/>
                  </a:ext>
                </a:extLst>
              </p:cNvPr>
              <p:cNvSpPr>
                <a:spLocks noChangeArrowheads="1"/>
              </p:cNvSpPr>
              <p:nvPr>
                <p:custDataLst>
                  <p:tags r:id="rId6"/>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110" name="Rectangle 16">
                <a:extLst>
                  <a:ext uri="{FF2B5EF4-FFF2-40B4-BE49-F238E27FC236}">
                    <a16:creationId xmlns:a16="http://schemas.microsoft.com/office/drawing/2014/main" id="{83A26A63-2274-4A79-830E-277AAEE55927}"/>
                  </a:ext>
                </a:extLst>
              </p:cNvPr>
              <p:cNvSpPr>
                <a:spLocks noChangeArrowheads="1"/>
              </p:cNvSpPr>
              <p:nvPr>
                <p:custDataLst>
                  <p:tags r:id="rId7"/>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故障</a:t>
                </a:r>
                <a:r>
                  <a:rPr lang="en-US" altLang="zh-CN" sz="1400" b="1" dirty="0">
                    <a:latin typeface="微软雅黑" panose="020B0503020204020204" pitchFamily="34" charset="-122"/>
                    <a:ea typeface="微软雅黑" panose="020B0503020204020204" pitchFamily="34" charset="-122"/>
                  </a:rPr>
                  <a:t>&amp;</a:t>
                </a:r>
                <a:r>
                  <a:rPr lang="zh-CN" altLang="en-US" sz="1400" b="1" dirty="0">
                    <a:latin typeface="微软雅黑" panose="020B0503020204020204" pitchFamily="34" charset="-122"/>
                    <a:ea typeface="微软雅黑" panose="020B0503020204020204" pitchFamily="34" charset="-122"/>
                  </a:rPr>
                  <a:t>维修类型</a:t>
                </a:r>
                <a:endParaRPr lang="en-US" altLang="ko-KR" sz="1400" b="1" dirty="0">
                  <a:latin typeface="微软雅黑" panose="020B0503020204020204" pitchFamily="34" charset="-122"/>
                  <a:ea typeface="微软雅黑" panose="020B0503020204020204" pitchFamily="34" charset="-122"/>
                </a:endParaRPr>
              </a:p>
            </p:txBody>
          </p:sp>
        </p:grpSp>
        <p:sp>
          <p:nvSpPr>
            <p:cNvPr id="108" name="Rectangle 20">
              <a:extLst>
                <a:ext uri="{FF2B5EF4-FFF2-40B4-BE49-F238E27FC236}">
                  <a16:creationId xmlns:a16="http://schemas.microsoft.com/office/drawing/2014/main" id="{FAC93BAD-07FB-4C9D-AC60-0570D889B8E9}"/>
                </a:ext>
              </a:extLst>
            </p:cNvPr>
            <p:cNvSpPr>
              <a:spLocks noChangeArrowheads="1"/>
            </p:cNvSpPr>
            <p:nvPr/>
          </p:nvSpPr>
          <p:spPr bwMode="auto">
            <a:xfrm>
              <a:off x="9235568" y="1770718"/>
              <a:ext cx="1769031"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修理、部件更换</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屏幕、网卡等</a:t>
              </a:r>
              <a:r>
                <a:rPr lang="en-US" altLang="zh-CN" sz="1200" dirty="0">
                  <a:latin typeface="微软雅黑" panose="020B0503020204020204" pitchFamily="34" charset="-122"/>
                  <a:ea typeface="微软雅黑" panose="020B0503020204020204" pitchFamily="34" charset="-122"/>
                </a:rPr>
                <a:t>)</a:t>
              </a:r>
              <a:r>
                <a:rPr lang="zh-CN" altLang="en-US" sz="1200" dirty="0">
                  <a:latin typeface="微软雅黑" panose="020B0503020204020204" pitchFamily="34" charset="-122"/>
                  <a:ea typeface="微软雅黑" panose="020B0503020204020204" pitchFamily="34" charset="-122"/>
                </a:rPr>
                <a:t>、数据恢复、软件升级</a:t>
              </a:r>
              <a:r>
                <a:rPr lang="en-US" altLang="zh-CN" sz="1200" dirty="0">
                  <a:latin typeface="微软雅黑" panose="020B0503020204020204" pitchFamily="34" charset="-122"/>
                  <a:ea typeface="微软雅黑" panose="020B0503020204020204" pitchFamily="34" charset="-122"/>
                </a:rPr>
                <a:t>……</a:t>
              </a:r>
              <a:endParaRPr lang="en-US" altLang="ko-KR" sz="1200" dirty="0">
                <a:latin typeface="微软雅黑" panose="020B0503020204020204" pitchFamily="34" charset="-122"/>
                <a:ea typeface="微软雅黑" panose="020B0503020204020204" pitchFamily="34" charset="-122"/>
              </a:endParaRPr>
            </a:p>
          </p:txBody>
        </p:sp>
      </p:grpSp>
      <p:grpSp>
        <p:nvGrpSpPr>
          <p:cNvPr id="79" name="组合 78">
            <a:extLst>
              <a:ext uri="{FF2B5EF4-FFF2-40B4-BE49-F238E27FC236}">
                <a16:creationId xmlns:a16="http://schemas.microsoft.com/office/drawing/2014/main" id="{AD19AE1F-06C4-485F-A79F-963BB3E0EA0D}"/>
              </a:ext>
            </a:extLst>
          </p:cNvPr>
          <p:cNvGrpSpPr/>
          <p:nvPr/>
        </p:nvGrpSpPr>
        <p:grpSpPr>
          <a:xfrm>
            <a:off x="6427685" y="5426683"/>
            <a:ext cx="1684913" cy="740494"/>
            <a:chOff x="5560606" y="5322536"/>
            <a:chExt cx="1767294" cy="740494"/>
          </a:xfrm>
        </p:grpSpPr>
        <p:sp>
          <p:nvSpPr>
            <p:cNvPr id="80" name="Rectangle 26">
              <a:extLst>
                <a:ext uri="{FF2B5EF4-FFF2-40B4-BE49-F238E27FC236}">
                  <a16:creationId xmlns:a16="http://schemas.microsoft.com/office/drawing/2014/main" id="{E7B5E752-68AD-4B02-8322-2537982A339E}"/>
                </a:ext>
              </a:extLst>
            </p:cNvPr>
            <p:cNvSpPr>
              <a:spLocks noChangeArrowheads="1"/>
            </p:cNvSpPr>
            <p:nvPr/>
          </p:nvSpPr>
          <p:spPr bwMode="auto">
            <a:xfrm>
              <a:off x="5560606" y="5693698"/>
              <a:ext cx="176729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资产盘点计划、实绩、补正现况报表</a:t>
              </a:r>
              <a:endParaRPr lang="en-US" altLang="ko-KR" sz="1200" dirty="0">
                <a:latin typeface="微软雅黑" panose="020B0503020204020204" pitchFamily="34" charset="-122"/>
                <a:ea typeface="微软雅黑" panose="020B0503020204020204" pitchFamily="34" charset="-122"/>
              </a:endParaRPr>
            </a:p>
          </p:txBody>
        </p:sp>
        <p:grpSp>
          <p:nvGrpSpPr>
            <p:cNvPr id="81" name="Group 37">
              <a:extLst>
                <a:ext uri="{FF2B5EF4-FFF2-40B4-BE49-F238E27FC236}">
                  <a16:creationId xmlns:a16="http://schemas.microsoft.com/office/drawing/2014/main" id="{1A1BD32F-F9BD-4112-8718-F2A48A6B014C}"/>
                </a:ext>
              </a:extLst>
            </p:cNvPr>
            <p:cNvGrpSpPr>
              <a:grpSpLocks/>
            </p:cNvGrpSpPr>
            <p:nvPr/>
          </p:nvGrpSpPr>
          <p:grpSpPr bwMode="auto">
            <a:xfrm>
              <a:off x="5623516" y="5322536"/>
              <a:ext cx="1641475" cy="282575"/>
              <a:chOff x="631" y="1680"/>
              <a:chExt cx="960" cy="960"/>
            </a:xfrm>
            <a:noFill/>
          </p:grpSpPr>
          <p:sp>
            <p:nvSpPr>
              <p:cNvPr id="82" name="Rectangle 38">
                <a:extLst>
                  <a:ext uri="{FF2B5EF4-FFF2-40B4-BE49-F238E27FC236}">
                    <a16:creationId xmlns:a16="http://schemas.microsoft.com/office/drawing/2014/main" id="{0068EBBA-5789-404E-9CC6-FC1B03898293}"/>
                  </a:ext>
                </a:extLst>
              </p:cNvPr>
              <p:cNvSpPr>
                <a:spLocks noChangeArrowheads="1"/>
              </p:cNvSpPr>
              <p:nvPr>
                <p:custDataLst>
                  <p:tags r:id="rId4"/>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83" name="Rectangle 39">
                <a:extLst>
                  <a:ext uri="{FF2B5EF4-FFF2-40B4-BE49-F238E27FC236}">
                    <a16:creationId xmlns:a16="http://schemas.microsoft.com/office/drawing/2014/main" id="{5D5D851C-708B-4E2E-A6A7-188C0891C619}"/>
                  </a:ext>
                </a:extLst>
              </p:cNvPr>
              <p:cNvSpPr>
                <a:spLocks noChangeArrowheads="1"/>
              </p:cNvSpPr>
              <p:nvPr>
                <p:custDataLst>
                  <p:tags r:id="rId5"/>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latin typeface="微软雅黑" panose="020B0503020204020204" pitchFamily="34" charset="-122"/>
                    <a:ea typeface="微软雅黑" panose="020B0503020204020204" pitchFamily="34" charset="-122"/>
                  </a:rPr>
                  <a:t>资产盘点</a:t>
                </a:r>
                <a:endParaRPr lang="en-US" altLang="ko-KR" b="1" dirty="0">
                  <a:latin typeface="微软雅黑" panose="020B0503020204020204" pitchFamily="34" charset="-122"/>
                  <a:ea typeface="微软雅黑" panose="020B0503020204020204" pitchFamily="34" charset="-122"/>
                </a:endParaRPr>
              </a:p>
            </p:txBody>
          </p:sp>
        </p:grpSp>
      </p:grpSp>
      <p:grpSp>
        <p:nvGrpSpPr>
          <p:cNvPr id="84" name="组合 83">
            <a:extLst>
              <a:ext uri="{FF2B5EF4-FFF2-40B4-BE49-F238E27FC236}">
                <a16:creationId xmlns:a16="http://schemas.microsoft.com/office/drawing/2014/main" id="{1EAE6447-872E-41C1-412F-72DFC84707E9}"/>
              </a:ext>
            </a:extLst>
          </p:cNvPr>
          <p:cNvGrpSpPr/>
          <p:nvPr/>
        </p:nvGrpSpPr>
        <p:grpSpPr>
          <a:xfrm>
            <a:off x="6924067" y="1375728"/>
            <a:ext cx="1480924" cy="1109826"/>
            <a:chOff x="3677038" y="5322536"/>
            <a:chExt cx="1767293" cy="1109826"/>
          </a:xfrm>
        </p:grpSpPr>
        <p:sp>
          <p:nvSpPr>
            <p:cNvPr id="85" name="Rectangle 25">
              <a:extLst>
                <a:ext uri="{FF2B5EF4-FFF2-40B4-BE49-F238E27FC236}">
                  <a16:creationId xmlns:a16="http://schemas.microsoft.com/office/drawing/2014/main" id="{D131D536-B253-4265-E891-B6C83133DAF6}"/>
                </a:ext>
              </a:extLst>
            </p:cNvPr>
            <p:cNvSpPr>
              <a:spLocks noChangeArrowheads="1"/>
            </p:cNvSpPr>
            <p:nvPr/>
          </p:nvSpPr>
          <p:spPr bwMode="auto">
            <a:xfrm>
              <a:off x="3677038" y="5693698"/>
              <a:ext cx="176729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200" dirty="0">
                  <a:latin typeface="微软雅黑" panose="020B0503020204020204" pitchFamily="34" charset="-122"/>
                  <a:ea typeface="微软雅黑" panose="020B0503020204020204" pitchFamily="34" charset="-122"/>
                </a:rPr>
                <a:t>供应商基准信息</a:t>
              </a:r>
              <a:endParaRPr lang="en-US" altLang="zh-CN" sz="1200" dirty="0">
                <a:latin typeface="微软雅黑" panose="020B0503020204020204" pitchFamily="34" charset="-122"/>
                <a:ea typeface="微软雅黑" panose="020B0503020204020204" pitchFamily="34" charset="-122"/>
              </a:endParaRPr>
            </a:p>
            <a:p>
              <a:pPr lvl="1"/>
              <a:r>
                <a:rPr lang="zh-CN" altLang="en-US" sz="1200" dirty="0">
                  <a:latin typeface="微软雅黑" panose="020B0503020204020204" pitchFamily="34" charset="-122"/>
                  <a:ea typeface="微软雅黑" panose="020B0503020204020204" pitchFamily="34" charset="-122"/>
                </a:rPr>
                <a:t>返还原因基准信息</a:t>
              </a:r>
              <a:endParaRPr lang="en-US" altLang="zh-CN" sz="1200" dirty="0">
                <a:latin typeface="微软雅黑" panose="020B0503020204020204" pitchFamily="34" charset="-122"/>
                <a:ea typeface="微软雅黑" panose="020B0503020204020204" pitchFamily="34" charset="-122"/>
              </a:endParaRPr>
            </a:p>
            <a:p>
              <a:pPr lvl="1"/>
              <a:endParaRPr lang="en-US" altLang="zh-CN" sz="1200" dirty="0">
                <a:latin typeface="微软雅黑" panose="020B0503020204020204" pitchFamily="34" charset="-122"/>
                <a:ea typeface="微软雅黑" panose="020B0503020204020204" pitchFamily="34" charset="-122"/>
              </a:endParaRPr>
            </a:p>
          </p:txBody>
        </p:sp>
        <p:grpSp>
          <p:nvGrpSpPr>
            <p:cNvPr id="86" name="Group 34">
              <a:extLst>
                <a:ext uri="{FF2B5EF4-FFF2-40B4-BE49-F238E27FC236}">
                  <a16:creationId xmlns:a16="http://schemas.microsoft.com/office/drawing/2014/main" id="{21A94778-9A8D-6B39-CB1C-77D09330CE8E}"/>
                </a:ext>
              </a:extLst>
            </p:cNvPr>
            <p:cNvGrpSpPr>
              <a:grpSpLocks/>
            </p:cNvGrpSpPr>
            <p:nvPr/>
          </p:nvGrpSpPr>
          <p:grpSpPr bwMode="auto">
            <a:xfrm>
              <a:off x="3740740" y="5322536"/>
              <a:ext cx="1639888" cy="282575"/>
              <a:chOff x="631" y="1680"/>
              <a:chExt cx="960" cy="960"/>
            </a:xfrm>
            <a:noFill/>
          </p:grpSpPr>
          <p:sp>
            <p:nvSpPr>
              <p:cNvPr id="89" name="Rectangle 35">
                <a:extLst>
                  <a:ext uri="{FF2B5EF4-FFF2-40B4-BE49-F238E27FC236}">
                    <a16:creationId xmlns:a16="http://schemas.microsoft.com/office/drawing/2014/main" id="{58BCE415-C96A-ECD5-EE5D-858A8B88F66C}"/>
                  </a:ext>
                </a:extLst>
              </p:cNvPr>
              <p:cNvSpPr>
                <a:spLocks noChangeArrowheads="1"/>
              </p:cNvSpPr>
              <p:nvPr>
                <p:custDataLst>
                  <p:tags r:id="rId2"/>
                </p:custDataLst>
              </p:nvPr>
            </p:nvSpPr>
            <p:spPr bwMode="blackWhite">
              <a:xfrm>
                <a:off x="631" y="1680"/>
                <a:ext cx="960" cy="960"/>
              </a:xfrm>
              <a:prstGeom prst="rect">
                <a:avLst/>
              </a:prstGeom>
              <a:grp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zh-CN" altLang="en-US">
                  <a:latin typeface="微软雅黑" panose="020B0503020204020204" pitchFamily="34" charset="-122"/>
                  <a:ea typeface="微软雅黑" panose="020B0503020204020204" pitchFamily="34" charset="-122"/>
                </a:endParaRPr>
              </a:p>
            </p:txBody>
          </p:sp>
          <p:sp>
            <p:nvSpPr>
              <p:cNvPr id="91" name="Rectangle 36">
                <a:extLst>
                  <a:ext uri="{FF2B5EF4-FFF2-40B4-BE49-F238E27FC236}">
                    <a16:creationId xmlns:a16="http://schemas.microsoft.com/office/drawing/2014/main" id="{2D2651A3-A62E-B589-B315-A33DF530D391}"/>
                  </a:ext>
                </a:extLst>
              </p:cNvPr>
              <p:cNvSpPr>
                <a:spLocks noChangeArrowheads="1"/>
              </p:cNvSpPr>
              <p:nvPr>
                <p:custDataLst>
                  <p:tags r:id="rId3"/>
                </p:custDataLst>
              </p:nvPr>
            </p:nvSpPr>
            <p:spPr bwMode="blackWhite">
              <a:xfrm>
                <a:off x="671" y="1720"/>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其他基准信息</a:t>
                </a:r>
                <a:endParaRPr lang="en-US" altLang="ko-KR" sz="1400" b="1"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2673351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7" name="Rectangle 18">
            <a:extLst>
              <a:ext uri="{FF2B5EF4-FFF2-40B4-BE49-F238E27FC236}">
                <a16:creationId xmlns:a16="http://schemas.microsoft.com/office/drawing/2014/main" id="{501B752B-C640-4074-92FC-FC514FEA04CA}"/>
              </a:ext>
            </a:extLst>
          </p:cNvPr>
          <p:cNvSpPr>
            <a:spLocks noChangeArrowheads="1"/>
          </p:cNvSpPr>
          <p:nvPr/>
        </p:nvSpPr>
        <p:spPr bwMode="auto">
          <a:xfrm>
            <a:off x="1148086" y="1969637"/>
            <a:ext cx="8318500" cy="4779033"/>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标题 3">
            <a:extLst>
              <a:ext uri="{FF2B5EF4-FFF2-40B4-BE49-F238E27FC236}">
                <a16:creationId xmlns:a16="http://schemas.microsoft.com/office/drawing/2014/main" id="{5EA147E4-2AD4-4259-A5F8-074068FFC453}"/>
              </a:ext>
            </a:extLst>
          </p:cNvPr>
          <p:cNvSpPr>
            <a:spLocks noGrp="1"/>
          </p:cNvSpPr>
          <p:nvPr>
            <p:ph type="title"/>
          </p:nvPr>
        </p:nvSpPr>
        <p:spPr/>
        <p:txBody>
          <a:bodyPr>
            <a:noAutofit/>
          </a:bodyPr>
          <a:lstStyle/>
          <a:p>
            <a:r>
              <a:rPr lang="zh-CN" altLang="en-US" sz="2000" b="1" dirty="0">
                <a:latin typeface="微软雅黑" panose="020B0503020204020204" pitchFamily="34" charset="-122"/>
                <a:ea typeface="微软雅黑" panose="020B0503020204020204" pitchFamily="34" charset="-122"/>
              </a:rPr>
              <a:t>业务流程</a:t>
            </a:r>
          </a:p>
        </p:txBody>
      </p:sp>
      <p:sp>
        <p:nvSpPr>
          <p:cNvPr id="8" name="Rectangle 3">
            <a:extLst>
              <a:ext uri="{FF2B5EF4-FFF2-40B4-BE49-F238E27FC236}">
                <a16:creationId xmlns:a16="http://schemas.microsoft.com/office/drawing/2014/main" id="{EBA40C39-CF3A-4C44-841D-F6927BD18D07}"/>
              </a:ext>
            </a:extLst>
          </p:cNvPr>
          <p:cNvSpPr txBox="1">
            <a:spLocks noChangeArrowheads="1"/>
          </p:cNvSpPr>
          <p:nvPr>
            <p:custDataLst>
              <p:tags r:id="rId2"/>
            </p:custDataLst>
          </p:nvPr>
        </p:nvSpPr>
        <p:spPr bwMode="gray">
          <a:xfrm>
            <a:off x="419228" y="887673"/>
            <a:ext cx="9007627" cy="282576"/>
          </a:xfrm>
          <a:prstGeom prst="rect">
            <a:avLst/>
          </a:prstGeom>
          <a:noFill/>
          <a:ln w="9525">
            <a:noFill/>
            <a:miter lim="800000"/>
            <a:headEnd/>
            <a:tailEnd/>
          </a:ln>
        </p:spPr>
        <p:txBody>
          <a:bodyPr lIns="86832" tIns="43416" rIns="86832" bIns="43416"/>
          <a:lstStyle/>
          <a:p>
            <a:pPr algn="l" defTabSz="943968">
              <a:lnSpc>
                <a:spcPct val="120000"/>
              </a:lnSpc>
            </a:pPr>
            <a:r>
              <a:rPr lang="en-US" altLang="zh-CN" sz="1500" b="1" dirty="0">
                <a:latin typeface="微软雅黑" panose="020B0503020204020204" pitchFamily="34" charset="-122"/>
                <a:ea typeface="微软雅黑" panose="020B0503020204020204" pitchFamily="34" charset="-122"/>
              </a:rPr>
              <a:t>IT</a:t>
            </a:r>
            <a:r>
              <a:rPr lang="zh-CN" altLang="en-US" sz="1500" b="1" dirty="0">
                <a:latin typeface="微软雅黑" panose="020B0503020204020204" pitchFamily="34" charset="-122"/>
                <a:ea typeface="微软雅黑" panose="020B0503020204020204" pitchFamily="34" charset="-122"/>
              </a:rPr>
              <a:t>资产管理的主要业务流程如下：</a:t>
            </a:r>
          </a:p>
        </p:txBody>
      </p:sp>
      <p:grpSp>
        <p:nvGrpSpPr>
          <p:cNvPr id="79" name="Group 4">
            <a:extLst>
              <a:ext uri="{FF2B5EF4-FFF2-40B4-BE49-F238E27FC236}">
                <a16:creationId xmlns:a16="http://schemas.microsoft.com/office/drawing/2014/main" id="{665F4C40-E92B-4CAC-8581-163F62D25994}"/>
              </a:ext>
            </a:extLst>
          </p:cNvPr>
          <p:cNvGrpSpPr>
            <a:grpSpLocks/>
          </p:cNvGrpSpPr>
          <p:nvPr>
            <p:custDataLst>
              <p:tags r:id="rId3"/>
            </p:custDataLst>
          </p:nvPr>
        </p:nvGrpSpPr>
        <p:grpSpPr bwMode="auto">
          <a:xfrm>
            <a:off x="1148087" y="1259283"/>
            <a:ext cx="1315967" cy="599997"/>
            <a:chOff x="484" y="719"/>
            <a:chExt cx="1017" cy="576"/>
          </a:xfrm>
          <a:noFill/>
        </p:grpSpPr>
        <p:sp>
          <p:nvSpPr>
            <p:cNvPr id="80" name="Freeform 5">
              <a:extLst>
                <a:ext uri="{FF2B5EF4-FFF2-40B4-BE49-F238E27FC236}">
                  <a16:creationId xmlns:a16="http://schemas.microsoft.com/office/drawing/2014/main" id="{3DBB6C93-7A6B-4033-9DE6-A052013F8ADB}"/>
                </a:ext>
              </a:extLst>
            </p:cNvPr>
            <p:cNvSpPr>
              <a:spLocks/>
            </p:cNvSpPr>
            <p:nvPr>
              <p:custDataLst>
                <p:tags r:id="rId63"/>
              </p:custDataLst>
            </p:nvPr>
          </p:nvSpPr>
          <p:spPr bwMode="blackWhite">
            <a:xfrm>
              <a:off x="484" y="719"/>
              <a:ext cx="1017" cy="576"/>
            </a:xfrm>
            <a:custGeom>
              <a:avLst/>
              <a:gdLst>
                <a:gd name="T0" fmla="*/ 0 w 1017"/>
                <a:gd name="T1" fmla="*/ 0 h 576"/>
                <a:gd name="T2" fmla="*/ 913 w 1017"/>
                <a:gd name="T3" fmla="*/ 0 h 576"/>
                <a:gd name="T4" fmla="*/ 1017 w 1017"/>
                <a:gd name="T5" fmla="*/ 288 h 576"/>
                <a:gd name="T6" fmla="*/ 913 w 1017"/>
                <a:gd name="T7" fmla="*/ 576 h 576"/>
                <a:gd name="T8" fmla="*/ 0 w 1017"/>
                <a:gd name="T9" fmla="*/ 576 h 576"/>
                <a:gd name="T10" fmla="*/ 0 w 1017"/>
                <a:gd name="T11" fmla="*/ 288 h 576"/>
                <a:gd name="T12" fmla="*/ 0 w 1017"/>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7" h="576">
                  <a:moveTo>
                    <a:pt x="0" y="0"/>
                  </a:moveTo>
                  <a:lnTo>
                    <a:pt x="913" y="0"/>
                  </a:lnTo>
                  <a:lnTo>
                    <a:pt x="1017" y="288"/>
                  </a:lnTo>
                  <a:lnTo>
                    <a:pt x="913" y="576"/>
                  </a:lnTo>
                  <a:lnTo>
                    <a:pt x="0" y="576"/>
                  </a:lnTo>
                  <a:lnTo>
                    <a:pt x="0"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81" name="Rectangle 6">
              <a:extLst>
                <a:ext uri="{FF2B5EF4-FFF2-40B4-BE49-F238E27FC236}">
                  <a16:creationId xmlns:a16="http://schemas.microsoft.com/office/drawing/2014/main" id="{CB4A54B1-55BE-4A8D-9273-3E7DBD4CCFD7}"/>
                </a:ext>
              </a:extLst>
            </p:cNvPr>
            <p:cNvSpPr>
              <a:spLocks noChangeArrowheads="1"/>
            </p:cNvSpPr>
            <p:nvPr>
              <p:custDataLst>
                <p:tags r:id="rId64"/>
              </p:custDataLst>
            </p:nvPr>
          </p:nvSpPr>
          <p:spPr bwMode="blackWhite">
            <a:xfrm>
              <a:off x="516" y="751"/>
              <a:ext cx="881"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入库登记</a:t>
              </a:r>
              <a:endParaRPr lang="en-US" altLang="ko-KR" b="1" dirty="0"/>
            </a:p>
          </p:txBody>
        </p:sp>
      </p:grpSp>
      <p:grpSp>
        <p:nvGrpSpPr>
          <p:cNvPr id="82" name="Group 7">
            <a:extLst>
              <a:ext uri="{FF2B5EF4-FFF2-40B4-BE49-F238E27FC236}">
                <a16:creationId xmlns:a16="http://schemas.microsoft.com/office/drawing/2014/main" id="{77BBD97A-5D96-4A5B-A7F3-0AC2196A133D}"/>
              </a:ext>
            </a:extLst>
          </p:cNvPr>
          <p:cNvGrpSpPr>
            <a:grpSpLocks/>
          </p:cNvGrpSpPr>
          <p:nvPr>
            <p:custDataLst>
              <p:tags r:id="rId4"/>
            </p:custDataLst>
          </p:nvPr>
        </p:nvGrpSpPr>
        <p:grpSpPr bwMode="auto">
          <a:xfrm>
            <a:off x="2311785" y="1259283"/>
            <a:ext cx="1671495" cy="599997"/>
            <a:chOff x="1390" y="719"/>
            <a:chExt cx="1018" cy="576"/>
          </a:xfrm>
          <a:noFill/>
        </p:grpSpPr>
        <p:sp>
          <p:nvSpPr>
            <p:cNvPr id="83" name="Freeform 8">
              <a:extLst>
                <a:ext uri="{FF2B5EF4-FFF2-40B4-BE49-F238E27FC236}">
                  <a16:creationId xmlns:a16="http://schemas.microsoft.com/office/drawing/2014/main" id="{0DC96BD7-0203-42F7-BC6F-FF4A83EB3019}"/>
                </a:ext>
              </a:extLst>
            </p:cNvPr>
            <p:cNvSpPr>
              <a:spLocks/>
            </p:cNvSpPr>
            <p:nvPr>
              <p:custDataLst>
                <p:tags r:id="rId61"/>
              </p:custDataLst>
            </p:nvPr>
          </p:nvSpPr>
          <p:spPr bwMode="blackWhite">
            <a:xfrm>
              <a:off x="1390" y="719"/>
              <a:ext cx="1018" cy="576"/>
            </a:xfrm>
            <a:custGeom>
              <a:avLst/>
              <a:gdLst>
                <a:gd name="T0" fmla="*/ 0 w 1018"/>
                <a:gd name="T1" fmla="*/ 0 h 576"/>
                <a:gd name="T2" fmla="*/ 914 w 1018"/>
                <a:gd name="T3" fmla="*/ 0 h 576"/>
                <a:gd name="T4" fmla="*/ 1018 w 1018"/>
                <a:gd name="T5" fmla="*/ 288 h 576"/>
                <a:gd name="T6" fmla="*/ 914 w 1018"/>
                <a:gd name="T7" fmla="*/ 576 h 576"/>
                <a:gd name="T8" fmla="*/ 0 w 1018"/>
                <a:gd name="T9" fmla="*/ 576 h 576"/>
                <a:gd name="T10" fmla="*/ 104 w 1018"/>
                <a:gd name="T11" fmla="*/ 288 h 576"/>
                <a:gd name="T12" fmla="*/ 0 w 1018"/>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8" h="576">
                  <a:moveTo>
                    <a:pt x="0" y="0"/>
                  </a:moveTo>
                  <a:lnTo>
                    <a:pt x="914" y="0"/>
                  </a:lnTo>
                  <a:lnTo>
                    <a:pt x="1018" y="288"/>
                  </a:lnTo>
                  <a:lnTo>
                    <a:pt x="914"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84" name="Rectangle 9">
              <a:extLst>
                <a:ext uri="{FF2B5EF4-FFF2-40B4-BE49-F238E27FC236}">
                  <a16:creationId xmlns:a16="http://schemas.microsoft.com/office/drawing/2014/main" id="{CA7FE129-217F-4000-BAB0-E80B6737AA1C}"/>
                </a:ext>
              </a:extLst>
            </p:cNvPr>
            <p:cNvSpPr>
              <a:spLocks noChangeArrowheads="1"/>
            </p:cNvSpPr>
            <p:nvPr>
              <p:custDataLst>
                <p:tags r:id="rId62"/>
              </p:custDataLst>
            </p:nvPr>
          </p:nvSpPr>
          <p:spPr bwMode="blackWhite">
            <a:xfrm>
              <a:off x="1526" y="751"/>
              <a:ext cx="779"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领用</a:t>
              </a:r>
              <a:r>
                <a:rPr lang="en-US" altLang="zh-CN" b="1" dirty="0"/>
                <a:t>/</a:t>
              </a:r>
              <a:r>
                <a:rPr lang="zh-CN" altLang="en-US" b="1" dirty="0"/>
                <a:t>借用</a:t>
              </a:r>
              <a:endParaRPr lang="en-US" altLang="zh-CN" b="1" dirty="0"/>
            </a:p>
            <a:p>
              <a:pPr algn="ctr"/>
              <a:r>
                <a:rPr lang="zh-CN" altLang="en-US" b="1" dirty="0"/>
                <a:t>发放阶段</a:t>
              </a:r>
              <a:endParaRPr lang="en-US" altLang="ko-KR" b="1" dirty="0"/>
            </a:p>
          </p:txBody>
        </p:sp>
      </p:grpSp>
      <p:grpSp>
        <p:nvGrpSpPr>
          <p:cNvPr id="86" name="Group 11">
            <a:extLst>
              <a:ext uri="{FF2B5EF4-FFF2-40B4-BE49-F238E27FC236}">
                <a16:creationId xmlns:a16="http://schemas.microsoft.com/office/drawing/2014/main" id="{7FDD157B-0104-4900-A95C-E6C4DFF8A8F9}"/>
              </a:ext>
            </a:extLst>
          </p:cNvPr>
          <p:cNvGrpSpPr>
            <a:grpSpLocks/>
          </p:cNvGrpSpPr>
          <p:nvPr>
            <p:custDataLst>
              <p:tags r:id="rId5"/>
            </p:custDataLst>
          </p:nvPr>
        </p:nvGrpSpPr>
        <p:grpSpPr bwMode="auto">
          <a:xfrm>
            <a:off x="3828386" y="1259283"/>
            <a:ext cx="1402967" cy="599997"/>
            <a:chOff x="2294" y="719"/>
            <a:chExt cx="1018" cy="576"/>
          </a:xfrm>
          <a:noFill/>
        </p:grpSpPr>
        <p:sp>
          <p:nvSpPr>
            <p:cNvPr id="87" name="Freeform 12">
              <a:extLst>
                <a:ext uri="{FF2B5EF4-FFF2-40B4-BE49-F238E27FC236}">
                  <a16:creationId xmlns:a16="http://schemas.microsoft.com/office/drawing/2014/main" id="{9CA19915-0DE1-4075-9C42-CBE482DBA4B2}"/>
                </a:ext>
              </a:extLst>
            </p:cNvPr>
            <p:cNvSpPr>
              <a:spLocks/>
            </p:cNvSpPr>
            <p:nvPr>
              <p:custDataLst>
                <p:tags r:id="rId59"/>
              </p:custDataLst>
            </p:nvPr>
          </p:nvSpPr>
          <p:spPr bwMode="blackWhite">
            <a:xfrm>
              <a:off x="2294" y="719"/>
              <a:ext cx="1018" cy="576"/>
            </a:xfrm>
            <a:custGeom>
              <a:avLst/>
              <a:gdLst>
                <a:gd name="T0" fmla="*/ 0 w 1018"/>
                <a:gd name="T1" fmla="*/ 0 h 576"/>
                <a:gd name="T2" fmla="*/ 914 w 1018"/>
                <a:gd name="T3" fmla="*/ 0 h 576"/>
                <a:gd name="T4" fmla="*/ 1018 w 1018"/>
                <a:gd name="T5" fmla="*/ 288 h 576"/>
                <a:gd name="T6" fmla="*/ 914 w 1018"/>
                <a:gd name="T7" fmla="*/ 576 h 576"/>
                <a:gd name="T8" fmla="*/ 0 w 1018"/>
                <a:gd name="T9" fmla="*/ 576 h 576"/>
                <a:gd name="T10" fmla="*/ 104 w 1018"/>
                <a:gd name="T11" fmla="*/ 288 h 576"/>
                <a:gd name="T12" fmla="*/ 0 w 1018"/>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8" h="576">
                  <a:moveTo>
                    <a:pt x="0" y="0"/>
                  </a:moveTo>
                  <a:lnTo>
                    <a:pt x="914" y="0"/>
                  </a:lnTo>
                  <a:lnTo>
                    <a:pt x="1018" y="288"/>
                  </a:lnTo>
                  <a:lnTo>
                    <a:pt x="914"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88" name="Rectangle 13">
              <a:extLst>
                <a:ext uri="{FF2B5EF4-FFF2-40B4-BE49-F238E27FC236}">
                  <a16:creationId xmlns:a16="http://schemas.microsoft.com/office/drawing/2014/main" id="{1A2F1F8E-8677-49B5-A665-EA222BA1DB59}"/>
                </a:ext>
              </a:extLst>
            </p:cNvPr>
            <p:cNvSpPr>
              <a:spLocks noChangeArrowheads="1"/>
            </p:cNvSpPr>
            <p:nvPr>
              <p:custDataLst>
                <p:tags r:id="rId60"/>
              </p:custDataLst>
            </p:nvPr>
          </p:nvSpPr>
          <p:spPr bwMode="blackWhite">
            <a:xfrm>
              <a:off x="2430" y="751"/>
              <a:ext cx="779"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返还</a:t>
              </a:r>
              <a:r>
                <a:rPr lang="en-US" altLang="zh-CN" b="1" dirty="0"/>
                <a:t>/</a:t>
              </a:r>
              <a:r>
                <a:rPr lang="zh-CN" altLang="en-US" b="1" dirty="0"/>
                <a:t>退库阶段</a:t>
              </a:r>
              <a:endParaRPr lang="en-US" altLang="ko-KR" b="1" dirty="0"/>
            </a:p>
          </p:txBody>
        </p:sp>
      </p:grpSp>
      <p:grpSp>
        <p:nvGrpSpPr>
          <p:cNvPr id="89" name="Group 14">
            <a:extLst>
              <a:ext uri="{FF2B5EF4-FFF2-40B4-BE49-F238E27FC236}">
                <a16:creationId xmlns:a16="http://schemas.microsoft.com/office/drawing/2014/main" id="{3D6C92D5-1E98-4513-BCE6-3354ED5438FB}"/>
              </a:ext>
            </a:extLst>
          </p:cNvPr>
          <p:cNvGrpSpPr>
            <a:grpSpLocks/>
          </p:cNvGrpSpPr>
          <p:nvPr>
            <p:custDataLst>
              <p:tags r:id="rId6"/>
            </p:custDataLst>
          </p:nvPr>
        </p:nvGrpSpPr>
        <p:grpSpPr bwMode="auto">
          <a:xfrm>
            <a:off x="5076459" y="1259283"/>
            <a:ext cx="1561732" cy="599997"/>
            <a:chOff x="3201" y="719"/>
            <a:chExt cx="1018" cy="576"/>
          </a:xfrm>
          <a:noFill/>
        </p:grpSpPr>
        <p:sp>
          <p:nvSpPr>
            <p:cNvPr id="90" name="Freeform 15">
              <a:extLst>
                <a:ext uri="{FF2B5EF4-FFF2-40B4-BE49-F238E27FC236}">
                  <a16:creationId xmlns:a16="http://schemas.microsoft.com/office/drawing/2014/main" id="{B82E3E2F-3FC7-4364-8A4E-45F0FA58A7AC}"/>
                </a:ext>
              </a:extLst>
            </p:cNvPr>
            <p:cNvSpPr>
              <a:spLocks/>
            </p:cNvSpPr>
            <p:nvPr>
              <p:custDataLst>
                <p:tags r:id="rId57"/>
              </p:custDataLst>
            </p:nvPr>
          </p:nvSpPr>
          <p:spPr bwMode="blackWhite">
            <a:xfrm>
              <a:off x="3201" y="719"/>
              <a:ext cx="1018" cy="576"/>
            </a:xfrm>
            <a:custGeom>
              <a:avLst/>
              <a:gdLst>
                <a:gd name="T0" fmla="*/ 0 w 1018"/>
                <a:gd name="T1" fmla="*/ 0 h 576"/>
                <a:gd name="T2" fmla="*/ 914 w 1018"/>
                <a:gd name="T3" fmla="*/ 0 h 576"/>
                <a:gd name="T4" fmla="*/ 1018 w 1018"/>
                <a:gd name="T5" fmla="*/ 288 h 576"/>
                <a:gd name="T6" fmla="*/ 914 w 1018"/>
                <a:gd name="T7" fmla="*/ 576 h 576"/>
                <a:gd name="T8" fmla="*/ 0 w 1018"/>
                <a:gd name="T9" fmla="*/ 576 h 576"/>
                <a:gd name="T10" fmla="*/ 104 w 1018"/>
                <a:gd name="T11" fmla="*/ 288 h 576"/>
                <a:gd name="T12" fmla="*/ 0 w 1018"/>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8" h="576">
                  <a:moveTo>
                    <a:pt x="0" y="0"/>
                  </a:moveTo>
                  <a:lnTo>
                    <a:pt x="914" y="0"/>
                  </a:lnTo>
                  <a:lnTo>
                    <a:pt x="1018" y="288"/>
                  </a:lnTo>
                  <a:lnTo>
                    <a:pt x="914"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91" name="Rectangle 16">
              <a:extLst>
                <a:ext uri="{FF2B5EF4-FFF2-40B4-BE49-F238E27FC236}">
                  <a16:creationId xmlns:a16="http://schemas.microsoft.com/office/drawing/2014/main" id="{EA5FAEB6-C362-4B36-9BCC-77E8E8785827}"/>
                </a:ext>
              </a:extLst>
            </p:cNvPr>
            <p:cNvSpPr>
              <a:spLocks noChangeArrowheads="1"/>
            </p:cNvSpPr>
            <p:nvPr>
              <p:custDataLst>
                <p:tags r:id="rId58"/>
              </p:custDataLst>
            </p:nvPr>
          </p:nvSpPr>
          <p:spPr bwMode="blackWhite">
            <a:xfrm>
              <a:off x="3337" y="751"/>
              <a:ext cx="779"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维修阶段</a:t>
              </a:r>
              <a:endParaRPr lang="en-US" altLang="ko-KR" b="1" dirty="0"/>
            </a:p>
          </p:txBody>
        </p:sp>
      </p:grpSp>
      <p:grpSp>
        <p:nvGrpSpPr>
          <p:cNvPr id="92" name="Group 17">
            <a:extLst>
              <a:ext uri="{FF2B5EF4-FFF2-40B4-BE49-F238E27FC236}">
                <a16:creationId xmlns:a16="http://schemas.microsoft.com/office/drawing/2014/main" id="{DD4CC500-5AB7-4C62-AB31-ACB3134F8471}"/>
              </a:ext>
            </a:extLst>
          </p:cNvPr>
          <p:cNvGrpSpPr>
            <a:grpSpLocks/>
          </p:cNvGrpSpPr>
          <p:nvPr>
            <p:custDataLst>
              <p:tags r:id="rId7"/>
            </p:custDataLst>
          </p:nvPr>
        </p:nvGrpSpPr>
        <p:grpSpPr bwMode="auto">
          <a:xfrm>
            <a:off x="6483297" y="1259283"/>
            <a:ext cx="1689485" cy="599997"/>
            <a:chOff x="4104" y="719"/>
            <a:chExt cx="1017" cy="576"/>
          </a:xfrm>
          <a:noFill/>
        </p:grpSpPr>
        <p:sp>
          <p:nvSpPr>
            <p:cNvPr id="93" name="Freeform 18">
              <a:extLst>
                <a:ext uri="{FF2B5EF4-FFF2-40B4-BE49-F238E27FC236}">
                  <a16:creationId xmlns:a16="http://schemas.microsoft.com/office/drawing/2014/main" id="{815E639D-458A-4F0C-809E-F468A7162CAB}"/>
                </a:ext>
              </a:extLst>
            </p:cNvPr>
            <p:cNvSpPr>
              <a:spLocks/>
            </p:cNvSpPr>
            <p:nvPr>
              <p:custDataLst>
                <p:tags r:id="rId55"/>
              </p:custDataLst>
            </p:nvPr>
          </p:nvSpPr>
          <p:spPr bwMode="blackWhite">
            <a:xfrm>
              <a:off x="4104" y="719"/>
              <a:ext cx="1017" cy="576"/>
            </a:xfrm>
            <a:custGeom>
              <a:avLst/>
              <a:gdLst>
                <a:gd name="T0" fmla="*/ 0 w 1017"/>
                <a:gd name="T1" fmla="*/ 0 h 576"/>
                <a:gd name="T2" fmla="*/ 913 w 1017"/>
                <a:gd name="T3" fmla="*/ 0 h 576"/>
                <a:gd name="T4" fmla="*/ 1017 w 1017"/>
                <a:gd name="T5" fmla="*/ 288 h 576"/>
                <a:gd name="T6" fmla="*/ 913 w 1017"/>
                <a:gd name="T7" fmla="*/ 576 h 576"/>
                <a:gd name="T8" fmla="*/ 0 w 1017"/>
                <a:gd name="T9" fmla="*/ 576 h 576"/>
                <a:gd name="T10" fmla="*/ 104 w 1017"/>
                <a:gd name="T11" fmla="*/ 288 h 576"/>
                <a:gd name="T12" fmla="*/ 0 w 1017"/>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7" h="576">
                  <a:moveTo>
                    <a:pt x="0" y="0"/>
                  </a:moveTo>
                  <a:lnTo>
                    <a:pt x="913" y="0"/>
                  </a:lnTo>
                  <a:lnTo>
                    <a:pt x="1017" y="288"/>
                  </a:lnTo>
                  <a:lnTo>
                    <a:pt x="913"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94" name="Rectangle 19">
              <a:extLst>
                <a:ext uri="{FF2B5EF4-FFF2-40B4-BE49-F238E27FC236}">
                  <a16:creationId xmlns:a16="http://schemas.microsoft.com/office/drawing/2014/main" id="{782C9398-7E79-460C-B165-8AF440D8D74B}"/>
                </a:ext>
              </a:extLst>
            </p:cNvPr>
            <p:cNvSpPr>
              <a:spLocks noChangeArrowheads="1"/>
            </p:cNvSpPr>
            <p:nvPr>
              <p:custDataLst>
                <p:tags r:id="rId56"/>
              </p:custDataLst>
            </p:nvPr>
          </p:nvSpPr>
          <p:spPr bwMode="blackWhite">
            <a:xfrm>
              <a:off x="4240" y="751"/>
              <a:ext cx="778"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报废阶段</a:t>
              </a:r>
              <a:endParaRPr lang="en-US" altLang="ko-KR" b="1" dirty="0"/>
            </a:p>
          </p:txBody>
        </p:sp>
      </p:grpSp>
      <p:grpSp>
        <p:nvGrpSpPr>
          <p:cNvPr id="98" name="Group 21">
            <a:extLst>
              <a:ext uri="{FF2B5EF4-FFF2-40B4-BE49-F238E27FC236}">
                <a16:creationId xmlns:a16="http://schemas.microsoft.com/office/drawing/2014/main" id="{3323832F-48F9-4BF1-A794-28A24BB0A923}"/>
              </a:ext>
            </a:extLst>
          </p:cNvPr>
          <p:cNvGrpSpPr>
            <a:grpSpLocks/>
          </p:cNvGrpSpPr>
          <p:nvPr/>
        </p:nvGrpSpPr>
        <p:grpSpPr bwMode="auto">
          <a:xfrm>
            <a:off x="157534" y="2279089"/>
            <a:ext cx="855926" cy="607268"/>
            <a:chOff x="2400" y="1968"/>
            <a:chExt cx="960" cy="960"/>
          </a:xfrm>
          <a:noFill/>
        </p:grpSpPr>
        <p:sp>
          <p:nvSpPr>
            <p:cNvPr id="99" name="Oval 22">
              <a:extLst>
                <a:ext uri="{FF2B5EF4-FFF2-40B4-BE49-F238E27FC236}">
                  <a16:creationId xmlns:a16="http://schemas.microsoft.com/office/drawing/2014/main" id="{E0B4DECE-37A7-4879-BB4D-46A9BB66E0F3}"/>
                </a:ext>
              </a:extLst>
            </p:cNvPr>
            <p:cNvSpPr>
              <a:spLocks noChangeArrowheads="1"/>
            </p:cNvSpPr>
            <p:nvPr>
              <p:custDataLst>
                <p:tags r:id="rId53"/>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00" name="Rectangle 23">
              <a:extLst>
                <a:ext uri="{FF2B5EF4-FFF2-40B4-BE49-F238E27FC236}">
                  <a16:creationId xmlns:a16="http://schemas.microsoft.com/office/drawing/2014/main" id="{B5A1E824-A9A3-46BB-A333-D418F8B93FF3}"/>
                </a:ext>
              </a:extLst>
            </p:cNvPr>
            <p:cNvSpPr>
              <a:spLocks noChangeArrowheads="1"/>
            </p:cNvSpPr>
            <p:nvPr>
              <p:custDataLst>
                <p:tags r:id="rId54"/>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资产</a:t>
              </a:r>
            </a:p>
          </p:txBody>
        </p:sp>
      </p:grpSp>
      <p:grpSp>
        <p:nvGrpSpPr>
          <p:cNvPr id="101" name="Group 28">
            <a:extLst>
              <a:ext uri="{FF2B5EF4-FFF2-40B4-BE49-F238E27FC236}">
                <a16:creationId xmlns:a16="http://schemas.microsoft.com/office/drawing/2014/main" id="{9F73D609-FC8E-4AAE-AE53-3EA00C9A379C}"/>
              </a:ext>
            </a:extLst>
          </p:cNvPr>
          <p:cNvGrpSpPr>
            <a:grpSpLocks/>
          </p:cNvGrpSpPr>
          <p:nvPr/>
        </p:nvGrpSpPr>
        <p:grpSpPr bwMode="auto">
          <a:xfrm>
            <a:off x="157534" y="5293454"/>
            <a:ext cx="855926" cy="607269"/>
            <a:chOff x="2400" y="1968"/>
            <a:chExt cx="960" cy="960"/>
          </a:xfrm>
          <a:noFill/>
        </p:grpSpPr>
        <p:sp>
          <p:nvSpPr>
            <p:cNvPr id="102" name="Oval 29">
              <a:extLst>
                <a:ext uri="{FF2B5EF4-FFF2-40B4-BE49-F238E27FC236}">
                  <a16:creationId xmlns:a16="http://schemas.microsoft.com/office/drawing/2014/main" id="{503E9072-A15D-4F69-A277-F34C5F339E44}"/>
                </a:ext>
              </a:extLst>
            </p:cNvPr>
            <p:cNvSpPr>
              <a:spLocks noChangeArrowheads="1"/>
            </p:cNvSpPr>
            <p:nvPr>
              <p:custDataLst>
                <p:tags r:id="rId51"/>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3" name="Rectangle 30">
              <a:extLst>
                <a:ext uri="{FF2B5EF4-FFF2-40B4-BE49-F238E27FC236}">
                  <a16:creationId xmlns:a16="http://schemas.microsoft.com/office/drawing/2014/main" id="{D00A0814-AE47-41B3-A6C4-2482ED7D685F}"/>
                </a:ext>
              </a:extLst>
            </p:cNvPr>
            <p:cNvSpPr>
              <a:spLocks noChangeArrowheads="1"/>
            </p:cNvSpPr>
            <p:nvPr>
              <p:custDataLst>
                <p:tags r:id="rId52"/>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耗材</a:t>
              </a:r>
              <a:endParaRPr lang="ko-KR" altLang="en-US" sz="1400" b="1" dirty="0">
                <a:latin typeface="微软雅黑" panose="020B0503020204020204" pitchFamily="34" charset="-122"/>
                <a:ea typeface="宋体" panose="02010600030101010101" pitchFamily="2" charset="-122"/>
              </a:endParaRPr>
            </a:p>
          </p:txBody>
        </p:sp>
      </p:grpSp>
      <p:sp>
        <p:nvSpPr>
          <p:cNvPr id="35" name="Line 6">
            <a:extLst>
              <a:ext uri="{FF2B5EF4-FFF2-40B4-BE49-F238E27FC236}">
                <a16:creationId xmlns:a16="http://schemas.microsoft.com/office/drawing/2014/main" id="{314F618D-2954-467F-B259-5ECADC1EC37E}"/>
              </a:ext>
            </a:extLst>
          </p:cNvPr>
          <p:cNvSpPr>
            <a:spLocks noChangeShapeType="1"/>
          </p:cNvSpPr>
          <p:nvPr/>
        </p:nvSpPr>
        <p:spPr bwMode="auto">
          <a:xfrm>
            <a:off x="5089403" y="5293454"/>
            <a:ext cx="4369549" cy="142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cxnSp>
        <p:nvCxnSpPr>
          <p:cNvPr id="75" name="肘形连接符 112">
            <a:extLst>
              <a:ext uri="{FF2B5EF4-FFF2-40B4-BE49-F238E27FC236}">
                <a16:creationId xmlns:a16="http://schemas.microsoft.com/office/drawing/2014/main" id="{A26C1FA9-6091-4DAC-B4CB-C89B7C537952}"/>
              </a:ext>
            </a:extLst>
          </p:cNvPr>
          <p:cNvCxnSpPr>
            <a:cxnSpLocks/>
            <a:stCxn id="62" idx="3"/>
            <a:endCxn id="64" idx="1"/>
          </p:cNvCxnSpPr>
          <p:nvPr/>
        </p:nvCxnSpPr>
        <p:spPr bwMode="auto">
          <a:xfrm flipV="1">
            <a:off x="2178529" y="2405144"/>
            <a:ext cx="623758" cy="3020106"/>
          </a:xfrm>
          <a:prstGeom prst="bentConnector3">
            <a:avLst>
              <a:gd name="adj1" fmla="val 50000"/>
            </a:avLst>
          </a:prstGeom>
          <a:solidFill>
            <a:schemeClr val="accent1"/>
          </a:solidFill>
          <a:ln w="9525" cap="flat" cmpd="sng" algn="ctr">
            <a:solidFill>
              <a:schemeClr val="bg1">
                <a:lumMod val="50000"/>
              </a:schemeClr>
            </a:solidFill>
            <a:prstDash val="dash"/>
            <a:round/>
            <a:headEnd type="none" w="med" len="med"/>
            <a:tailEnd type="arrow"/>
          </a:ln>
          <a:effectLst/>
        </p:spPr>
      </p:cxnSp>
      <p:cxnSp>
        <p:nvCxnSpPr>
          <p:cNvPr id="110" name="肘形连接符 112">
            <a:extLst>
              <a:ext uri="{FF2B5EF4-FFF2-40B4-BE49-F238E27FC236}">
                <a16:creationId xmlns:a16="http://schemas.microsoft.com/office/drawing/2014/main" id="{D8A747AF-B51A-49F5-8921-3035D130D7AF}"/>
              </a:ext>
            </a:extLst>
          </p:cNvPr>
          <p:cNvCxnSpPr>
            <a:cxnSpLocks/>
            <a:stCxn id="67" idx="3"/>
            <a:endCxn id="70" idx="1"/>
          </p:cNvCxnSpPr>
          <p:nvPr/>
        </p:nvCxnSpPr>
        <p:spPr bwMode="auto">
          <a:xfrm flipV="1">
            <a:off x="3546188" y="2405144"/>
            <a:ext cx="603458" cy="750073"/>
          </a:xfrm>
          <a:prstGeom prst="bentConnector3">
            <a:avLst>
              <a:gd name="adj1" fmla="val 76352"/>
            </a:avLst>
          </a:prstGeom>
          <a:solidFill>
            <a:schemeClr val="accent1"/>
          </a:solidFill>
          <a:ln w="9525" cap="flat" cmpd="sng" algn="ctr">
            <a:solidFill>
              <a:schemeClr val="bg1">
                <a:lumMod val="50000"/>
              </a:schemeClr>
            </a:solidFill>
            <a:prstDash val="solid"/>
            <a:round/>
            <a:headEnd type="none" w="med" len="med"/>
            <a:tailEnd type="arrow"/>
          </a:ln>
          <a:effectLst/>
        </p:spPr>
      </p:cxnSp>
      <p:sp>
        <p:nvSpPr>
          <p:cNvPr id="95" name="Rectangle 20">
            <a:extLst>
              <a:ext uri="{FF2B5EF4-FFF2-40B4-BE49-F238E27FC236}">
                <a16:creationId xmlns:a16="http://schemas.microsoft.com/office/drawing/2014/main" id="{B0C86E67-05E2-4C12-8425-635118C899EF}"/>
              </a:ext>
            </a:extLst>
          </p:cNvPr>
          <p:cNvSpPr>
            <a:spLocks noChangeArrowheads="1"/>
          </p:cNvSpPr>
          <p:nvPr/>
        </p:nvSpPr>
        <p:spPr bwMode="auto">
          <a:xfrm>
            <a:off x="1452046" y="6027304"/>
            <a:ext cx="516341"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400" b="1" dirty="0">
                <a:latin typeface="微软雅黑" panose="020B0503020204020204" pitchFamily="34" charset="-122"/>
                <a:ea typeface="微软雅黑" panose="020B0503020204020204" pitchFamily="34" charset="-122"/>
              </a:rPr>
              <a:t>在库</a:t>
            </a:r>
            <a:endParaRPr lang="en-US" altLang="zh-CN" sz="1400" b="1" dirty="0">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B71FDE30-7BF7-99FB-EEA3-72FD764B72B0}"/>
              </a:ext>
            </a:extLst>
          </p:cNvPr>
          <p:cNvGrpSpPr/>
          <p:nvPr/>
        </p:nvGrpSpPr>
        <p:grpSpPr>
          <a:xfrm>
            <a:off x="1241904" y="2141873"/>
            <a:ext cx="936625" cy="3553252"/>
            <a:chOff x="1470504" y="2141873"/>
            <a:chExt cx="936625" cy="3553252"/>
          </a:xfrm>
        </p:grpSpPr>
        <p:grpSp>
          <p:nvGrpSpPr>
            <p:cNvPr id="53" name="组合 52">
              <a:extLst>
                <a:ext uri="{FF2B5EF4-FFF2-40B4-BE49-F238E27FC236}">
                  <a16:creationId xmlns:a16="http://schemas.microsoft.com/office/drawing/2014/main" id="{A119AA29-D74B-4AD4-9F3B-A374595A156D}"/>
                </a:ext>
              </a:extLst>
            </p:cNvPr>
            <p:cNvGrpSpPr/>
            <p:nvPr/>
          </p:nvGrpSpPr>
          <p:grpSpPr>
            <a:xfrm>
              <a:off x="1542000" y="2141873"/>
              <a:ext cx="793632" cy="539750"/>
              <a:chOff x="411507" y="2060158"/>
              <a:chExt cx="793632" cy="539750"/>
            </a:xfrm>
          </p:grpSpPr>
          <p:sp>
            <p:nvSpPr>
              <p:cNvPr id="54" name="순서도: 문서 106">
                <a:extLst>
                  <a:ext uri="{FF2B5EF4-FFF2-40B4-BE49-F238E27FC236}">
                    <a16:creationId xmlns:a16="http://schemas.microsoft.com/office/drawing/2014/main" id="{DED9E7B4-EE8F-4198-82F7-E041FCE62DA1}"/>
                  </a:ext>
                </a:extLst>
              </p:cNvPr>
              <p:cNvSpPr/>
              <p:nvPr/>
            </p:nvSpPr>
            <p:spPr bwMode="auto">
              <a:xfrm>
                <a:off x="411507" y="2060158"/>
                <a:ext cx="793632" cy="539750"/>
              </a:xfrm>
              <a:prstGeom prst="flowChartDocument">
                <a:avLst/>
              </a:prstGeom>
              <a:solidFill>
                <a:srgbClr val="FFFFFF"/>
              </a:solidFill>
              <a:ln w="12700" algn="ctr">
                <a:solidFill>
                  <a:schemeClr val="bg1">
                    <a:lumMod val="50000"/>
                  </a:schemeClr>
                </a:solidFill>
                <a:miter lim="800000"/>
                <a:headEnd/>
                <a:tailEnd/>
              </a:ln>
              <a:effectLst>
                <a:outerShdw blurRad="50800" dist="38100" dir="2700000" algn="tl" rotWithShape="0">
                  <a:prstClr val="black">
                    <a:alpha val="40000"/>
                  </a:prstClr>
                </a:outerShdw>
              </a:effectLst>
            </p:spPr>
            <p:txBody>
              <a:bodyPr wrap="none" lIns="72000" tIns="36000" rIns="72000" bIns="3600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rPr>
                  <a:t>物料申请</a:t>
                </a:r>
                <a:endParaRPr kumimoji="0" lang="en-US" altLang="zh-CN"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endParaRPr>
              </a:p>
              <a:p>
                <a:pPr marL="0" marR="0" lvl="0" indent="0" algn="ctr" defTabSz="914400" eaLnBrk="1" fontAlgn="auto" latinLnBrk="0" hangingPunct="1">
                  <a:lnSpc>
                    <a:spcPct val="11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rPr>
                  <a:t>登记</a:t>
                </a:r>
                <a:endParaRPr kumimoji="0" lang="en-US"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endParaRPr>
              </a:p>
            </p:txBody>
          </p:sp>
          <p:sp>
            <p:nvSpPr>
              <p:cNvPr id="55" name="Oval 16">
                <a:extLst>
                  <a:ext uri="{FF2B5EF4-FFF2-40B4-BE49-F238E27FC236}">
                    <a16:creationId xmlns:a16="http://schemas.microsoft.com/office/drawing/2014/main" id="{ECC07BB3-C2B7-4B68-A251-DA799F127DF7}"/>
                  </a:ext>
                </a:extLst>
              </p:cNvPr>
              <p:cNvSpPr>
                <a:spLocks noChangeArrowheads="1"/>
              </p:cNvSpPr>
              <p:nvPr>
                <p:custDataLst>
                  <p:tags r:id="rId50"/>
                </p:custDataLst>
              </p:nvPr>
            </p:nvSpPr>
            <p:spPr bwMode="auto">
              <a:xfrm>
                <a:off x="1025752" y="2420520"/>
                <a:ext cx="17938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ko-KR" sz="1200" b="1" dirty="0">
                    <a:latin typeface="+mn-ea"/>
                    <a:ea typeface="+mn-ea"/>
                  </a:rPr>
                  <a:t>1</a:t>
                </a:r>
                <a:endParaRPr kumimoji="0" lang="en-US" altLang="zh-CN" sz="1200" b="1" dirty="0">
                  <a:latin typeface="+mn-ea"/>
                  <a:ea typeface="+mn-ea"/>
                </a:endParaRPr>
              </a:p>
            </p:txBody>
          </p:sp>
        </p:grpSp>
        <p:grpSp>
          <p:nvGrpSpPr>
            <p:cNvPr id="56" name="组合 55">
              <a:extLst>
                <a:ext uri="{FF2B5EF4-FFF2-40B4-BE49-F238E27FC236}">
                  <a16:creationId xmlns:a16="http://schemas.microsoft.com/office/drawing/2014/main" id="{6CF9C55F-60D1-497B-8A92-6DBF6DC89565}"/>
                </a:ext>
              </a:extLst>
            </p:cNvPr>
            <p:cNvGrpSpPr/>
            <p:nvPr/>
          </p:nvGrpSpPr>
          <p:grpSpPr>
            <a:xfrm>
              <a:off x="1542000" y="3146374"/>
              <a:ext cx="793632" cy="539750"/>
              <a:chOff x="411507" y="2060158"/>
              <a:chExt cx="793632" cy="539750"/>
            </a:xfrm>
          </p:grpSpPr>
          <p:sp>
            <p:nvSpPr>
              <p:cNvPr id="57" name="순서도: 문서 106">
                <a:extLst>
                  <a:ext uri="{FF2B5EF4-FFF2-40B4-BE49-F238E27FC236}">
                    <a16:creationId xmlns:a16="http://schemas.microsoft.com/office/drawing/2014/main" id="{CF3AEE6C-E97F-4615-9E18-0BA8C10F73FE}"/>
                  </a:ext>
                </a:extLst>
              </p:cNvPr>
              <p:cNvSpPr/>
              <p:nvPr/>
            </p:nvSpPr>
            <p:spPr bwMode="auto">
              <a:xfrm>
                <a:off x="411507" y="2060158"/>
                <a:ext cx="793632" cy="539750"/>
              </a:xfrm>
              <a:prstGeom prst="flowChartDocument">
                <a:avLst/>
              </a:prstGeom>
              <a:solidFill>
                <a:srgbClr val="FFFFFF"/>
              </a:solidFill>
              <a:ln w="12700" algn="ctr">
                <a:solidFill>
                  <a:schemeClr val="bg1">
                    <a:lumMod val="50000"/>
                  </a:schemeClr>
                </a:solidFill>
                <a:miter lim="800000"/>
                <a:headEnd/>
                <a:tailEnd/>
              </a:ln>
              <a:effectLst>
                <a:outerShdw blurRad="50800" dist="38100" dir="2700000" algn="tl" rotWithShape="0">
                  <a:prstClr val="black">
                    <a:alpha val="40000"/>
                  </a:prstClr>
                </a:outerShdw>
              </a:effectLst>
            </p:spPr>
            <p:txBody>
              <a:bodyPr wrap="none" lIns="72000" tIns="36000" rIns="72000" bIns="3600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rPr>
                  <a:t>物料购买</a:t>
                </a:r>
                <a:endParaRPr kumimoji="0" lang="en-US" altLang="zh-CN"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endParaRPr>
              </a:p>
              <a:p>
                <a:pPr marL="0" marR="0" lvl="0" indent="0" algn="ctr" defTabSz="914400" eaLnBrk="1" fontAlgn="auto" latinLnBrk="0" hangingPunct="1">
                  <a:lnSpc>
                    <a:spcPct val="11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rPr>
                  <a:t>登记</a:t>
                </a:r>
                <a:endParaRPr kumimoji="0" lang="en-US"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endParaRPr>
              </a:p>
            </p:txBody>
          </p:sp>
          <p:sp>
            <p:nvSpPr>
              <p:cNvPr id="58" name="Oval 16">
                <a:extLst>
                  <a:ext uri="{FF2B5EF4-FFF2-40B4-BE49-F238E27FC236}">
                    <a16:creationId xmlns:a16="http://schemas.microsoft.com/office/drawing/2014/main" id="{2797C6B2-1468-4E4D-B8D6-68208088C7AD}"/>
                  </a:ext>
                </a:extLst>
              </p:cNvPr>
              <p:cNvSpPr>
                <a:spLocks noChangeArrowheads="1"/>
              </p:cNvSpPr>
              <p:nvPr>
                <p:custDataLst>
                  <p:tags r:id="rId49"/>
                </p:custDataLst>
              </p:nvPr>
            </p:nvSpPr>
            <p:spPr bwMode="auto">
              <a:xfrm>
                <a:off x="1025752" y="2420520"/>
                <a:ext cx="17938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ko-KR" sz="1200" b="1" dirty="0">
                    <a:latin typeface="+mn-ea"/>
                    <a:ea typeface="+mn-ea"/>
                  </a:rPr>
                  <a:t>2</a:t>
                </a:r>
                <a:endParaRPr kumimoji="0" lang="en-US" altLang="zh-CN" sz="1200" b="1" dirty="0">
                  <a:latin typeface="+mn-ea"/>
                  <a:ea typeface="+mn-ea"/>
                </a:endParaRPr>
              </a:p>
            </p:txBody>
          </p:sp>
        </p:grpSp>
        <p:grpSp>
          <p:nvGrpSpPr>
            <p:cNvPr id="59" name="组合 58">
              <a:extLst>
                <a:ext uri="{FF2B5EF4-FFF2-40B4-BE49-F238E27FC236}">
                  <a16:creationId xmlns:a16="http://schemas.microsoft.com/office/drawing/2014/main" id="{49646509-EA17-4620-B576-B1F690141BCF}"/>
                </a:ext>
              </a:extLst>
            </p:cNvPr>
            <p:cNvGrpSpPr/>
            <p:nvPr/>
          </p:nvGrpSpPr>
          <p:grpSpPr>
            <a:xfrm>
              <a:off x="1542000" y="4150875"/>
              <a:ext cx="793632" cy="539750"/>
              <a:chOff x="411507" y="2060158"/>
              <a:chExt cx="793632" cy="539750"/>
            </a:xfrm>
          </p:grpSpPr>
          <p:sp>
            <p:nvSpPr>
              <p:cNvPr id="60" name="순서도: 문서 106">
                <a:extLst>
                  <a:ext uri="{FF2B5EF4-FFF2-40B4-BE49-F238E27FC236}">
                    <a16:creationId xmlns:a16="http://schemas.microsoft.com/office/drawing/2014/main" id="{DABBFC20-F187-4FE0-A078-21A7992BC773}"/>
                  </a:ext>
                </a:extLst>
              </p:cNvPr>
              <p:cNvSpPr/>
              <p:nvPr/>
            </p:nvSpPr>
            <p:spPr bwMode="auto">
              <a:xfrm>
                <a:off x="411507" y="2060158"/>
                <a:ext cx="793632" cy="539750"/>
              </a:xfrm>
              <a:prstGeom prst="flowChartDocument">
                <a:avLst/>
              </a:prstGeom>
              <a:solidFill>
                <a:srgbClr val="FFFFFF"/>
              </a:solidFill>
              <a:ln w="12700" algn="ctr">
                <a:solidFill>
                  <a:schemeClr val="bg1">
                    <a:lumMod val="50000"/>
                  </a:schemeClr>
                </a:solidFill>
                <a:miter lim="800000"/>
                <a:headEnd/>
                <a:tailEnd/>
              </a:ln>
              <a:effectLst>
                <a:outerShdw blurRad="50800" dist="38100" dir="2700000" algn="tl" rotWithShape="0">
                  <a:prstClr val="black">
                    <a:alpha val="40000"/>
                  </a:prstClr>
                </a:outerShdw>
              </a:effectLst>
            </p:spPr>
            <p:txBody>
              <a:bodyPr wrap="none" lIns="72000" tIns="36000" rIns="72000" bIns="3600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rPr>
                  <a:t>入库登记</a:t>
                </a:r>
                <a:endParaRPr kumimoji="0" lang="en-US" sz="1200" b="0" i="0" u="none" strike="noStrike" kern="0" cap="none" spc="0" normalizeH="0" baseline="0" noProof="0" dirty="0">
                  <a:ln>
                    <a:noFill/>
                  </a:ln>
                  <a:solidFill>
                    <a:srgbClr val="333333"/>
                  </a:solidFill>
                  <a:effectLst/>
                  <a:uLnTx/>
                  <a:uFillTx/>
                  <a:latin typeface="Noto Sans CJK SC Regular" pitchFamily="34" charset="-122"/>
                  <a:ea typeface="Noto Sans CJK KR Regular"/>
                  <a:cs typeface="Arial" panose="020B0604020202020204" pitchFamily="34" charset="0"/>
                </a:endParaRPr>
              </a:p>
            </p:txBody>
          </p:sp>
          <p:sp>
            <p:nvSpPr>
              <p:cNvPr id="61" name="Oval 16">
                <a:extLst>
                  <a:ext uri="{FF2B5EF4-FFF2-40B4-BE49-F238E27FC236}">
                    <a16:creationId xmlns:a16="http://schemas.microsoft.com/office/drawing/2014/main" id="{570CBD8C-3BAE-4F6B-9152-8BD21CBCAB62}"/>
                  </a:ext>
                </a:extLst>
              </p:cNvPr>
              <p:cNvSpPr>
                <a:spLocks noChangeArrowheads="1"/>
              </p:cNvSpPr>
              <p:nvPr>
                <p:custDataLst>
                  <p:tags r:id="rId48"/>
                </p:custDataLst>
              </p:nvPr>
            </p:nvSpPr>
            <p:spPr bwMode="auto">
              <a:xfrm>
                <a:off x="1025752" y="2420520"/>
                <a:ext cx="17938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ko-KR" sz="1200" b="1" dirty="0">
                    <a:latin typeface="+mn-ea"/>
                    <a:ea typeface="+mn-ea"/>
                  </a:rPr>
                  <a:t>3</a:t>
                </a:r>
                <a:endParaRPr kumimoji="0" lang="en-US" altLang="zh-CN" sz="1200" b="1" dirty="0">
                  <a:latin typeface="+mn-ea"/>
                  <a:ea typeface="+mn-ea"/>
                </a:endParaRPr>
              </a:p>
            </p:txBody>
          </p:sp>
        </p:grpSp>
        <p:cxnSp>
          <p:nvCxnSpPr>
            <p:cNvPr id="77" name="直接箭头连接符 76">
              <a:extLst>
                <a:ext uri="{FF2B5EF4-FFF2-40B4-BE49-F238E27FC236}">
                  <a16:creationId xmlns:a16="http://schemas.microsoft.com/office/drawing/2014/main" id="{D0ECE819-A0DB-4D9D-AB0C-F97024DC65F0}"/>
                </a:ext>
              </a:extLst>
            </p:cNvPr>
            <p:cNvCxnSpPr>
              <a:cxnSpLocks/>
              <a:stCxn id="54" idx="2"/>
              <a:endCxn id="57" idx="0"/>
            </p:cNvCxnSpPr>
            <p:nvPr/>
          </p:nvCxnSpPr>
          <p:spPr bwMode="auto">
            <a:xfrm>
              <a:off x="1938816" y="2645940"/>
              <a:ext cx="0" cy="500434"/>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cxnSp>
          <p:nvCxnSpPr>
            <p:cNvPr id="107" name="直接箭头连接符 106">
              <a:extLst>
                <a:ext uri="{FF2B5EF4-FFF2-40B4-BE49-F238E27FC236}">
                  <a16:creationId xmlns:a16="http://schemas.microsoft.com/office/drawing/2014/main" id="{71154AA7-B65C-4BF4-9F4E-F39A71E93C63}"/>
                </a:ext>
              </a:extLst>
            </p:cNvPr>
            <p:cNvCxnSpPr>
              <a:cxnSpLocks/>
              <a:stCxn id="57" idx="2"/>
              <a:endCxn id="60" idx="0"/>
            </p:cNvCxnSpPr>
            <p:nvPr/>
          </p:nvCxnSpPr>
          <p:spPr bwMode="auto">
            <a:xfrm>
              <a:off x="1938816" y="3650441"/>
              <a:ext cx="0" cy="500434"/>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cxnSp>
          <p:nvCxnSpPr>
            <p:cNvPr id="108" name="直接箭头连接符 107">
              <a:extLst>
                <a:ext uri="{FF2B5EF4-FFF2-40B4-BE49-F238E27FC236}">
                  <a16:creationId xmlns:a16="http://schemas.microsoft.com/office/drawing/2014/main" id="{3872CDBC-BFB9-4281-87B3-1F473B97B46C}"/>
                </a:ext>
              </a:extLst>
            </p:cNvPr>
            <p:cNvCxnSpPr>
              <a:cxnSpLocks/>
              <a:stCxn id="60" idx="2"/>
              <a:endCxn id="62" idx="0"/>
            </p:cNvCxnSpPr>
            <p:nvPr/>
          </p:nvCxnSpPr>
          <p:spPr bwMode="auto">
            <a:xfrm>
              <a:off x="1938816" y="4654942"/>
              <a:ext cx="1" cy="500433"/>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grpSp>
          <p:nvGrpSpPr>
            <p:cNvPr id="18" name="组合 17">
              <a:extLst>
                <a:ext uri="{FF2B5EF4-FFF2-40B4-BE49-F238E27FC236}">
                  <a16:creationId xmlns:a16="http://schemas.microsoft.com/office/drawing/2014/main" id="{EF67C8AC-D473-45E2-AF46-27BB6DB25701}"/>
                </a:ext>
              </a:extLst>
            </p:cNvPr>
            <p:cNvGrpSpPr/>
            <p:nvPr/>
          </p:nvGrpSpPr>
          <p:grpSpPr>
            <a:xfrm>
              <a:off x="1470504" y="5155375"/>
              <a:ext cx="936625" cy="539750"/>
              <a:chOff x="1460772" y="5233201"/>
              <a:chExt cx="936625" cy="539750"/>
            </a:xfrm>
          </p:grpSpPr>
          <p:sp>
            <p:nvSpPr>
              <p:cNvPr id="62" name="순서도: 판단 39">
                <a:extLst>
                  <a:ext uri="{FF2B5EF4-FFF2-40B4-BE49-F238E27FC236}">
                    <a16:creationId xmlns:a16="http://schemas.microsoft.com/office/drawing/2014/main" id="{EA716DC9-72C7-4EBE-B07D-35EC8F147664}"/>
                  </a:ext>
                </a:extLst>
              </p:cNvPr>
              <p:cNvSpPr/>
              <p:nvPr/>
            </p:nvSpPr>
            <p:spPr bwMode="auto">
              <a:xfrm>
                <a:off x="1460772" y="5233201"/>
                <a:ext cx="936625" cy="539750"/>
              </a:xfrm>
              <a:prstGeom prst="flowChartDecision">
                <a:avLst/>
              </a:prstGeom>
              <a:solidFill>
                <a:srgbClr val="FFFFFF"/>
              </a:solidFill>
              <a:ln w="12700" algn="ctr">
                <a:solidFill>
                  <a:schemeClr val="bg1">
                    <a:lumMod val="50000"/>
                  </a:schemeClr>
                </a:solidFill>
                <a:miter lim="800000"/>
                <a:headEnd/>
                <a:tailEnd/>
              </a:ln>
              <a:effectLst>
                <a:outerShdw blurRad="50800" dist="38100" dir="2700000" algn="tl" rotWithShape="0">
                  <a:prstClr val="black">
                    <a:alpha val="40000"/>
                  </a:prstClr>
                </a:outerShdw>
              </a:effectLst>
            </p:spPr>
            <p:txBody>
              <a:bodyPr wrap="none" lIns="72000" tIns="36000" rIns="72000" bIns="3600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lang="zh-CN" altLang="en-US" sz="1200" kern="0" dirty="0">
                    <a:solidFill>
                      <a:srgbClr val="333333"/>
                    </a:solidFill>
                    <a:latin typeface="Noto Sans CJK SC Regular" pitchFamily="34" charset="-122"/>
                    <a:ea typeface="Noto Sans CJK SC Regular" pitchFamily="34" charset="-122"/>
                    <a:cs typeface="Arial" panose="020B0604020202020204" pitchFamily="34" charset="0"/>
                  </a:rPr>
                  <a:t>决裁</a:t>
                </a:r>
                <a:endParaRPr lang="en-US" altLang="zh-CN" sz="1200" kern="0" dirty="0">
                  <a:solidFill>
                    <a:srgbClr val="333333"/>
                  </a:solidFill>
                  <a:latin typeface="Noto Sans CJK SC Regular" pitchFamily="34" charset="-122"/>
                  <a:ea typeface="Noto Sans CJK KR Regular"/>
                  <a:cs typeface="Arial" panose="020B0604020202020204" pitchFamily="34" charset="0"/>
                </a:endParaRPr>
              </a:p>
            </p:txBody>
          </p:sp>
          <p:sp>
            <p:nvSpPr>
              <p:cNvPr id="111" name="Oval 16">
                <a:extLst>
                  <a:ext uri="{FF2B5EF4-FFF2-40B4-BE49-F238E27FC236}">
                    <a16:creationId xmlns:a16="http://schemas.microsoft.com/office/drawing/2014/main" id="{E52144D2-6B4F-4161-A6DC-50378839314B}"/>
                  </a:ext>
                </a:extLst>
              </p:cNvPr>
              <p:cNvSpPr>
                <a:spLocks noChangeArrowheads="1"/>
              </p:cNvSpPr>
              <p:nvPr>
                <p:custDataLst>
                  <p:tags r:id="rId47"/>
                </p:custDataLst>
              </p:nvPr>
            </p:nvSpPr>
            <p:spPr bwMode="auto">
              <a:xfrm>
                <a:off x="2218010" y="5593563"/>
                <a:ext cx="17938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latin typeface="+mn-ea"/>
                    <a:ea typeface="+mn-ea"/>
                  </a:rPr>
                  <a:t>4</a:t>
                </a:r>
              </a:p>
            </p:txBody>
          </p:sp>
        </p:grpSp>
      </p:grpSp>
      <p:cxnSp>
        <p:nvCxnSpPr>
          <p:cNvPr id="113" name="肘形连接符 112">
            <a:extLst>
              <a:ext uri="{FF2B5EF4-FFF2-40B4-BE49-F238E27FC236}">
                <a16:creationId xmlns:a16="http://schemas.microsoft.com/office/drawing/2014/main" id="{7F3FEE43-38D3-4845-805B-7CEA724717CB}"/>
              </a:ext>
            </a:extLst>
          </p:cNvPr>
          <p:cNvCxnSpPr>
            <a:cxnSpLocks/>
            <a:stCxn id="62" idx="3"/>
            <a:endCxn id="67" idx="1"/>
          </p:cNvCxnSpPr>
          <p:nvPr/>
        </p:nvCxnSpPr>
        <p:spPr bwMode="auto">
          <a:xfrm flipV="1">
            <a:off x="2178529" y="3155217"/>
            <a:ext cx="623758" cy="2270033"/>
          </a:xfrm>
          <a:prstGeom prst="bentConnector3">
            <a:avLst>
              <a:gd name="adj1" fmla="val 50000"/>
            </a:avLst>
          </a:prstGeom>
          <a:solidFill>
            <a:schemeClr val="accent1"/>
          </a:solidFill>
          <a:ln w="9525" cap="flat" cmpd="sng" algn="ctr">
            <a:solidFill>
              <a:schemeClr val="bg1">
                <a:lumMod val="50000"/>
              </a:schemeClr>
            </a:solidFill>
            <a:prstDash val="solid"/>
            <a:round/>
            <a:headEnd type="none" w="med" len="med"/>
            <a:tailEnd type="arrow"/>
          </a:ln>
          <a:effectLst/>
        </p:spPr>
      </p:cxnSp>
      <p:sp>
        <p:nvSpPr>
          <p:cNvPr id="114" name="TextBox 42">
            <a:extLst>
              <a:ext uri="{FF2B5EF4-FFF2-40B4-BE49-F238E27FC236}">
                <a16:creationId xmlns:a16="http://schemas.microsoft.com/office/drawing/2014/main" id="{93F9B712-2B43-45BE-AADA-C8B39ADDE793}"/>
              </a:ext>
            </a:extLst>
          </p:cNvPr>
          <p:cNvSpPr txBox="1"/>
          <p:nvPr/>
        </p:nvSpPr>
        <p:spPr>
          <a:xfrm>
            <a:off x="2091339" y="5232106"/>
            <a:ext cx="456054" cy="188385"/>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承认</a:t>
            </a:r>
          </a:p>
        </p:txBody>
      </p:sp>
      <p:grpSp>
        <p:nvGrpSpPr>
          <p:cNvPr id="69" name="组合 68">
            <a:extLst>
              <a:ext uri="{FF2B5EF4-FFF2-40B4-BE49-F238E27FC236}">
                <a16:creationId xmlns:a16="http://schemas.microsoft.com/office/drawing/2014/main" id="{51129364-BC8E-4101-89DA-DD0A09C34D9F}"/>
              </a:ext>
            </a:extLst>
          </p:cNvPr>
          <p:cNvGrpSpPr/>
          <p:nvPr/>
        </p:nvGrpSpPr>
        <p:grpSpPr>
          <a:xfrm>
            <a:off x="4149646" y="2141873"/>
            <a:ext cx="743901" cy="526542"/>
            <a:chOff x="3794192" y="2060158"/>
            <a:chExt cx="576000" cy="526542"/>
          </a:xfrm>
        </p:grpSpPr>
        <p:sp>
          <p:nvSpPr>
            <p:cNvPr id="70" name="순서도: 수행의 시작/종료 126">
              <a:extLst>
                <a:ext uri="{FF2B5EF4-FFF2-40B4-BE49-F238E27FC236}">
                  <a16:creationId xmlns:a16="http://schemas.microsoft.com/office/drawing/2014/main" id="{EF3B7811-5270-438B-ADB6-A9AABC2C5DEE}"/>
                </a:ext>
              </a:extLst>
            </p:cNvPr>
            <p:cNvSpPr/>
            <p:nvPr/>
          </p:nvSpPr>
          <p:spPr bwMode="auto">
            <a:xfrm>
              <a:off x="3794192" y="2060158"/>
              <a:ext cx="576000" cy="526542"/>
            </a:xfrm>
            <a:prstGeom prst="flowChartTerminator">
              <a:avLst/>
            </a:prstGeom>
            <a:noFill/>
            <a:ln w="12700" algn="ctr">
              <a:solidFill>
                <a:schemeClr val="bg1">
                  <a:lumMod val="50000"/>
                </a:schemeClr>
              </a:solidFill>
              <a:round/>
              <a:headEnd/>
              <a:tailEnd/>
            </a:ln>
          </p:spPr>
          <p:txBody>
            <a:bodyPr lIns="0" tIns="0" rIns="0" bIns="0" anchor="ctr"/>
            <a:lstStyle/>
            <a:p>
              <a:pPr marL="0" marR="0" indent="0" algn="ctr" defTabSz="914400" eaLnBrk="1" hangingPunct="1">
                <a:lnSpc>
                  <a:spcPts val="1200"/>
                </a:lnSpc>
                <a:buClrTx/>
                <a:buSzTx/>
                <a:buFontTx/>
                <a:buNone/>
                <a:tabLst/>
                <a:defRPr/>
              </a:pPr>
              <a:r>
                <a:rPr lang="zh-CN" altLang="en-US" sz="1200" dirty="0">
                  <a:latin typeface="Noto Sans CJK SC Regular" pitchFamily="34" charset="-122"/>
                  <a:ea typeface="Noto Sans CJK SC Regular" pitchFamily="34" charset="-122"/>
                  <a:cs typeface="Arial" panose="020B0604020202020204" pitchFamily="34" charset="0"/>
                </a:rPr>
                <a:t>物料返还</a:t>
              </a:r>
              <a:endParaRPr lang="ko-KR" altLang="en-US" sz="1200" dirty="0">
                <a:latin typeface="Noto Sans CJK SC Regular" pitchFamily="34" charset="-122"/>
                <a:ea typeface="Noto Sans CJK SC Regular" pitchFamily="34" charset="-122"/>
                <a:cs typeface="Arial" panose="020B0604020202020204" pitchFamily="34" charset="0"/>
              </a:endParaRPr>
            </a:p>
          </p:txBody>
        </p:sp>
        <p:sp>
          <p:nvSpPr>
            <p:cNvPr id="71" name="Oval 16">
              <a:extLst>
                <a:ext uri="{FF2B5EF4-FFF2-40B4-BE49-F238E27FC236}">
                  <a16:creationId xmlns:a16="http://schemas.microsoft.com/office/drawing/2014/main" id="{3855393A-67C9-43F5-9417-01A79BE078F8}"/>
                </a:ext>
              </a:extLst>
            </p:cNvPr>
            <p:cNvSpPr>
              <a:spLocks noChangeArrowheads="1"/>
            </p:cNvSpPr>
            <p:nvPr>
              <p:custDataLst>
                <p:tags r:id="rId46"/>
              </p:custDataLst>
            </p:nvPr>
          </p:nvSpPr>
          <p:spPr bwMode="auto">
            <a:xfrm>
              <a:off x="4190805" y="2407312"/>
              <a:ext cx="17938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latin typeface="+mn-ea"/>
                  <a:ea typeface="+mn-ea"/>
                </a:rPr>
                <a:t>9</a:t>
              </a:r>
            </a:p>
          </p:txBody>
        </p:sp>
      </p:grpSp>
      <p:sp>
        <p:nvSpPr>
          <p:cNvPr id="117" name="Rectangle 20">
            <a:extLst>
              <a:ext uri="{FF2B5EF4-FFF2-40B4-BE49-F238E27FC236}">
                <a16:creationId xmlns:a16="http://schemas.microsoft.com/office/drawing/2014/main" id="{14E9B2DD-B0F0-4DFB-BB29-0362A1F2EAC2}"/>
              </a:ext>
            </a:extLst>
          </p:cNvPr>
          <p:cNvSpPr>
            <a:spLocks noChangeArrowheads="1"/>
          </p:cNvSpPr>
          <p:nvPr/>
        </p:nvSpPr>
        <p:spPr bwMode="auto">
          <a:xfrm>
            <a:off x="4275618" y="6027304"/>
            <a:ext cx="516341"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400" b="1" dirty="0">
                <a:latin typeface="微软雅黑" panose="020B0503020204020204" pitchFamily="34" charset="-122"/>
                <a:ea typeface="微软雅黑" panose="020B0503020204020204" pitchFamily="34" charset="-122"/>
              </a:rPr>
              <a:t>在库</a:t>
            </a:r>
            <a:endParaRPr lang="en-US" altLang="zh-CN" sz="1400" b="1" dirty="0">
              <a:latin typeface="微软雅黑" panose="020B0503020204020204" pitchFamily="34" charset="-122"/>
              <a:ea typeface="微软雅黑" panose="020B0503020204020204" pitchFamily="34" charset="-122"/>
            </a:endParaRPr>
          </a:p>
        </p:txBody>
      </p:sp>
      <p:cxnSp>
        <p:nvCxnSpPr>
          <p:cNvPr id="143" name="肘形连接符 112">
            <a:extLst>
              <a:ext uri="{FF2B5EF4-FFF2-40B4-BE49-F238E27FC236}">
                <a16:creationId xmlns:a16="http://schemas.microsoft.com/office/drawing/2014/main" id="{2F77A48C-614A-4B5D-BA15-5F26B7F149B9}"/>
              </a:ext>
            </a:extLst>
          </p:cNvPr>
          <p:cNvCxnSpPr>
            <a:cxnSpLocks/>
            <a:stCxn id="67" idx="3"/>
            <a:endCxn id="126" idx="2"/>
          </p:cNvCxnSpPr>
          <p:nvPr/>
        </p:nvCxnSpPr>
        <p:spPr bwMode="auto">
          <a:xfrm flipV="1">
            <a:off x="3546188" y="2415550"/>
            <a:ext cx="1775435" cy="739667"/>
          </a:xfrm>
          <a:prstGeom prst="bentConnector3">
            <a:avLst>
              <a:gd name="adj1" fmla="val 91426"/>
            </a:avLst>
          </a:prstGeom>
          <a:solidFill>
            <a:schemeClr val="accent1"/>
          </a:solidFill>
          <a:ln w="9525" cap="flat" cmpd="sng" algn="ctr">
            <a:solidFill>
              <a:schemeClr val="bg1">
                <a:lumMod val="50000"/>
              </a:schemeClr>
            </a:solidFill>
            <a:prstDash val="dash"/>
            <a:round/>
            <a:headEnd type="none" w="med" len="med"/>
            <a:tailEnd type="arrow"/>
          </a:ln>
          <a:effectLst/>
        </p:spPr>
      </p:cxnSp>
      <p:cxnSp>
        <p:nvCxnSpPr>
          <p:cNvPr id="175" name="直接箭头连接符 174">
            <a:extLst>
              <a:ext uri="{FF2B5EF4-FFF2-40B4-BE49-F238E27FC236}">
                <a16:creationId xmlns:a16="http://schemas.microsoft.com/office/drawing/2014/main" id="{955F9DE0-7607-4B8D-9929-4471CC2D4444}"/>
              </a:ext>
            </a:extLst>
          </p:cNvPr>
          <p:cNvCxnSpPr>
            <a:cxnSpLocks/>
            <a:stCxn id="126" idx="6"/>
            <a:endCxn id="156" idx="2"/>
          </p:cNvCxnSpPr>
          <p:nvPr/>
        </p:nvCxnSpPr>
        <p:spPr bwMode="auto">
          <a:xfrm>
            <a:off x="6235587" y="2415550"/>
            <a:ext cx="629077" cy="0"/>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sp>
        <p:nvSpPr>
          <p:cNvPr id="191" name="Line 6">
            <a:extLst>
              <a:ext uri="{FF2B5EF4-FFF2-40B4-BE49-F238E27FC236}">
                <a16:creationId xmlns:a16="http://schemas.microsoft.com/office/drawing/2014/main" id="{0CC9C115-9281-4839-9189-9D42CC156016}"/>
              </a:ext>
            </a:extLst>
          </p:cNvPr>
          <p:cNvSpPr>
            <a:spLocks noChangeShapeType="1"/>
          </p:cNvSpPr>
          <p:nvPr/>
        </p:nvSpPr>
        <p:spPr bwMode="auto">
          <a:xfrm flipV="1">
            <a:off x="1207479" y="5889690"/>
            <a:ext cx="8219374" cy="1103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grpSp>
        <p:nvGrpSpPr>
          <p:cNvPr id="63" name="组合 62">
            <a:extLst>
              <a:ext uri="{FF2B5EF4-FFF2-40B4-BE49-F238E27FC236}">
                <a16:creationId xmlns:a16="http://schemas.microsoft.com/office/drawing/2014/main" id="{4D08E193-5A8F-4709-A4F0-6125770FACB4}"/>
              </a:ext>
            </a:extLst>
          </p:cNvPr>
          <p:cNvGrpSpPr/>
          <p:nvPr/>
        </p:nvGrpSpPr>
        <p:grpSpPr>
          <a:xfrm>
            <a:off x="2802287" y="2141873"/>
            <a:ext cx="743901" cy="526542"/>
            <a:chOff x="3794192" y="2060158"/>
            <a:chExt cx="576000" cy="526542"/>
          </a:xfrm>
        </p:grpSpPr>
        <p:sp>
          <p:nvSpPr>
            <p:cNvPr id="64" name="순서도: 수행의 시작/종료 126">
              <a:extLst>
                <a:ext uri="{FF2B5EF4-FFF2-40B4-BE49-F238E27FC236}">
                  <a16:creationId xmlns:a16="http://schemas.microsoft.com/office/drawing/2014/main" id="{782D5FA2-D4F0-48CA-9AD2-CA48F6CEC0DA}"/>
                </a:ext>
              </a:extLst>
            </p:cNvPr>
            <p:cNvSpPr/>
            <p:nvPr/>
          </p:nvSpPr>
          <p:spPr bwMode="auto">
            <a:xfrm>
              <a:off x="3794192" y="2060158"/>
              <a:ext cx="576000" cy="526542"/>
            </a:xfrm>
            <a:prstGeom prst="flowChartTerminator">
              <a:avLst/>
            </a:prstGeom>
            <a:noFill/>
            <a:ln w="12700" algn="ctr">
              <a:solidFill>
                <a:schemeClr val="bg1">
                  <a:lumMod val="50000"/>
                </a:schemeClr>
              </a:solidFill>
              <a:round/>
              <a:headEnd/>
              <a:tailEnd/>
            </a:ln>
          </p:spPr>
          <p:txBody>
            <a:bodyPr lIns="0" tIns="0" rIns="0" bIns="0" anchor="ctr"/>
            <a:lstStyle/>
            <a:p>
              <a:pPr marL="0" marR="0" indent="0" algn="ctr" defTabSz="914400" eaLnBrk="1" hangingPunct="1">
                <a:lnSpc>
                  <a:spcPts val="1200"/>
                </a:lnSpc>
                <a:buClrTx/>
                <a:buSzTx/>
                <a:buFontTx/>
                <a:buNone/>
                <a:tabLst/>
                <a:defRPr/>
              </a:pPr>
              <a:r>
                <a:rPr lang="zh-CN" altLang="en-US" sz="1200" dirty="0">
                  <a:latin typeface="Noto Sans CJK SC Regular" pitchFamily="34" charset="-122"/>
                  <a:ea typeface="Noto Sans CJK SC Regular" pitchFamily="34" charset="-122"/>
                  <a:cs typeface="Arial" panose="020B0604020202020204" pitchFamily="34" charset="0"/>
                </a:rPr>
                <a:t>标签打印</a:t>
              </a:r>
              <a:endParaRPr lang="ko-KR" altLang="en-US" sz="1200" dirty="0">
                <a:latin typeface="Noto Sans CJK SC Regular" pitchFamily="34" charset="-122"/>
                <a:ea typeface="Noto Sans CJK SC Regular" pitchFamily="34" charset="-122"/>
                <a:cs typeface="Arial" panose="020B0604020202020204" pitchFamily="34" charset="0"/>
              </a:endParaRPr>
            </a:p>
          </p:txBody>
        </p:sp>
        <p:sp>
          <p:nvSpPr>
            <p:cNvPr id="65" name="Oval 16">
              <a:extLst>
                <a:ext uri="{FF2B5EF4-FFF2-40B4-BE49-F238E27FC236}">
                  <a16:creationId xmlns:a16="http://schemas.microsoft.com/office/drawing/2014/main" id="{1CDD5D84-24AA-482D-AC11-10A2DE5C4F99}"/>
                </a:ext>
              </a:extLst>
            </p:cNvPr>
            <p:cNvSpPr>
              <a:spLocks noChangeArrowheads="1"/>
            </p:cNvSpPr>
            <p:nvPr>
              <p:custDataLst>
                <p:tags r:id="rId45"/>
              </p:custDataLst>
            </p:nvPr>
          </p:nvSpPr>
          <p:spPr bwMode="auto">
            <a:xfrm>
              <a:off x="4190805" y="2407312"/>
              <a:ext cx="179387" cy="179388"/>
            </a:xfrm>
            <a:prstGeom prst="ellipse">
              <a:avLst/>
            </a:prstGeom>
            <a:noFill/>
            <a:ln w="9525" algn="ctr">
              <a:solidFill>
                <a:schemeClr val="tx1"/>
              </a:solidFill>
              <a:round/>
              <a:headEnd/>
              <a:tailEnd/>
            </a:ln>
          </p:spPr>
          <p:txBody>
            <a:bodyPr wrap="none" lIns="0" tIns="0" rIns="0" bIns="0" anchor="ctr"/>
            <a:lstStyle/>
            <a:p>
              <a:pPr algn="ctr" latinLnBrk="0"/>
              <a:r>
                <a:rPr lang="en-US" altLang="zh-CN" sz="1200" b="1" dirty="0">
                  <a:latin typeface="+mn-ea"/>
                </a:rPr>
                <a:t>4</a:t>
              </a:r>
              <a:endParaRPr kumimoji="0" lang="en-US" altLang="zh-CN" sz="1200" b="1" dirty="0">
                <a:latin typeface="+mn-ea"/>
                <a:ea typeface="+mn-ea"/>
              </a:endParaRPr>
            </a:p>
          </p:txBody>
        </p:sp>
      </p:grpSp>
      <p:grpSp>
        <p:nvGrpSpPr>
          <p:cNvPr id="66" name="组合 65">
            <a:extLst>
              <a:ext uri="{FF2B5EF4-FFF2-40B4-BE49-F238E27FC236}">
                <a16:creationId xmlns:a16="http://schemas.microsoft.com/office/drawing/2014/main" id="{345D3AA5-0167-412D-BE04-8D328571B064}"/>
              </a:ext>
            </a:extLst>
          </p:cNvPr>
          <p:cNvGrpSpPr/>
          <p:nvPr/>
        </p:nvGrpSpPr>
        <p:grpSpPr>
          <a:xfrm>
            <a:off x="2802287" y="2891946"/>
            <a:ext cx="743901" cy="526542"/>
            <a:chOff x="3794192" y="2060158"/>
            <a:chExt cx="576000" cy="526542"/>
          </a:xfrm>
        </p:grpSpPr>
        <p:sp>
          <p:nvSpPr>
            <p:cNvPr id="67" name="순서도: 수행의 시작/종료 126">
              <a:extLst>
                <a:ext uri="{FF2B5EF4-FFF2-40B4-BE49-F238E27FC236}">
                  <a16:creationId xmlns:a16="http://schemas.microsoft.com/office/drawing/2014/main" id="{7EE4FEE0-3A81-4ADA-AF0C-EAB95026598C}"/>
                </a:ext>
              </a:extLst>
            </p:cNvPr>
            <p:cNvSpPr/>
            <p:nvPr/>
          </p:nvSpPr>
          <p:spPr bwMode="auto">
            <a:xfrm>
              <a:off x="3794192" y="2060158"/>
              <a:ext cx="576000" cy="526542"/>
            </a:xfrm>
            <a:prstGeom prst="flowChartTerminator">
              <a:avLst/>
            </a:prstGeom>
            <a:noFill/>
            <a:ln w="12700" algn="ctr">
              <a:solidFill>
                <a:schemeClr val="bg1">
                  <a:lumMod val="50000"/>
                </a:schemeClr>
              </a:solidFill>
              <a:round/>
              <a:headEnd/>
              <a:tailEnd/>
            </a:ln>
          </p:spPr>
          <p:txBody>
            <a:bodyPr lIns="0" tIns="0" rIns="0" bIns="0" anchor="ctr"/>
            <a:lstStyle/>
            <a:p>
              <a:pPr marL="0" marR="0" indent="0" algn="ctr" defTabSz="914400" eaLnBrk="1" hangingPunct="1">
                <a:lnSpc>
                  <a:spcPts val="1200"/>
                </a:lnSpc>
                <a:buClrTx/>
                <a:buSzTx/>
                <a:buFontTx/>
                <a:buNone/>
                <a:tabLst/>
                <a:defRPr/>
              </a:pPr>
              <a:r>
                <a:rPr lang="zh-CN" altLang="en-US" sz="1200" dirty="0">
                  <a:latin typeface="Noto Sans CJK SC Regular" pitchFamily="34" charset="-122"/>
                  <a:ea typeface="Noto Sans CJK SC Regular" pitchFamily="34" charset="-122"/>
                  <a:cs typeface="Arial" panose="020B0604020202020204" pitchFamily="34" charset="0"/>
                </a:rPr>
                <a:t>领用</a:t>
              </a:r>
              <a:r>
                <a:rPr lang="en-US" altLang="zh-CN" sz="1200" dirty="0">
                  <a:latin typeface="Noto Sans CJK SC Regular" pitchFamily="34" charset="-122"/>
                  <a:ea typeface="Noto Sans CJK SC Regular" pitchFamily="34" charset="-122"/>
                  <a:cs typeface="Arial" panose="020B0604020202020204" pitchFamily="34" charset="0"/>
                </a:rPr>
                <a:t>/</a:t>
              </a:r>
              <a:r>
                <a:rPr lang="zh-CN" altLang="en-US" sz="1200" dirty="0">
                  <a:latin typeface="Noto Sans CJK SC Regular" pitchFamily="34" charset="-122"/>
                  <a:ea typeface="Noto Sans CJK SC Regular" pitchFamily="34" charset="-122"/>
                  <a:cs typeface="Arial" panose="020B0604020202020204" pitchFamily="34" charset="0"/>
                </a:rPr>
                <a:t>借用发放</a:t>
              </a:r>
              <a:endParaRPr lang="ko-KR" altLang="en-US" sz="1200" dirty="0">
                <a:latin typeface="Noto Sans CJK SC Regular" pitchFamily="34" charset="-122"/>
                <a:ea typeface="Noto Sans CJK SC Regular" pitchFamily="34" charset="-122"/>
                <a:cs typeface="Arial" panose="020B0604020202020204" pitchFamily="34" charset="0"/>
              </a:endParaRPr>
            </a:p>
          </p:txBody>
        </p:sp>
        <p:sp>
          <p:nvSpPr>
            <p:cNvPr id="68" name="Oval 16">
              <a:extLst>
                <a:ext uri="{FF2B5EF4-FFF2-40B4-BE49-F238E27FC236}">
                  <a16:creationId xmlns:a16="http://schemas.microsoft.com/office/drawing/2014/main" id="{5C829994-8ED0-4332-93F4-FD0468C58FDB}"/>
                </a:ext>
              </a:extLst>
            </p:cNvPr>
            <p:cNvSpPr>
              <a:spLocks noChangeArrowheads="1"/>
            </p:cNvSpPr>
            <p:nvPr>
              <p:custDataLst>
                <p:tags r:id="rId44"/>
              </p:custDataLst>
            </p:nvPr>
          </p:nvSpPr>
          <p:spPr bwMode="auto">
            <a:xfrm>
              <a:off x="4190805" y="2407312"/>
              <a:ext cx="17938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latin typeface="+mn-ea"/>
                  <a:ea typeface="+mn-ea"/>
                </a:rPr>
                <a:t>5</a:t>
              </a:r>
            </a:p>
          </p:txBody>
        </p:sp>
      </p:grpSp>
      <p:grpSp>
        <p:nvGrpSpPr>
          <p:cNvPr id="72" name="组合 71">
            <a:extLst>
              <a:ext uri="{FF2B5EF4-FFF2-40B4-BE49-F238E27FC236}">
                <a16:creationId xmlns:a16="http://schemas.microsoft.com/office/drawing/2014/main" id="{AF5EF94F-415A-4BDF-A9E9-FC2E4B562C41}"/>
              </a:ext>
            </a:extLst>
          </p:cNvPr>
          <p:cNvGrpSpPr/>
          <p:nvPr/>
        </p:nvGrpSpPr>
        <p:grpSpPr>
          <a:xfrm>
            <a:off x="2802287" y="5168583"/>
            <a:ext cx="743901" cy="526542"/>
            <a:chOff x="3794192" y="2060158"/>
            <a:chExt cx="576000" cy="526542"/>
          </a:xfrm>
        </p:grpSpPr>
        <p:sp>
          <p:nvSpPr>
            <p:cNvPr id="73" name="순서도: 수행의 시작/종료 126">
              <a:extLst>
                <a:ext uri="{FF2B5EF4-FFF2-40B4-BE49-F238E27FC236}">
                  <a16:creationId xmlns:a16="http://schemas.microsoft.com/office/drawing/2014/main" id="{3EF565D7-5E86-4854-B5B9-65356B22D8B2}"/>
                </a:ext>
              </a:extLst>
            </p:cNvPr>
            <p:cNvSpPr/>
            <p:nvPr/>
          </p:nvSpPr>
          <p:spPr bwMode="auto">
            <a:xfrm>
              <a:off x="3794192" y="2060158"/>
              <a:ext cx="576000" cy="526542"/>
            </a:xfrm>
            <a:prstGeom prst="flowChartTerminator">
              <a:avLst/>
            </a:prstGeom>
            <a:noFill/>
            <a:ln w="12700" algn="ctr">
              <a:solidFill>
                <a:schemeClr val="bg1">
                  <a:lumMod val="50000"/>
                </a:schemeClr>
              </a:solidFill>
              <a:round/>
              <a:headEnd/>
              <a:tailEnd/>
            </a:ln>
          </p:spPr>
          <p:txBody>
            <a:bodyPr lIns="0" tIns="0" rIns="0" bIns="0" anchor="ctr"/>
            <a:lstStyle/>
            <a:p>
              <a:pPr marL="0" marR="0" indent="0" algn="ctr" defTabSz="914400" eaLnBrk="1" hangingPunct="1">
                <a:lnSpc>
                  <a:spcPts val="1200"/>
                </a:lnSpc>
                <a:buClrTx/>
                <a:buSzTx/>
                <a:buFontTx/>
                <a:buNone/>
                <a:tabLst/>
                <a:defRPr/>
              </a:pPr>
              <a:r>
                <a:rPr lang="zh-CN" altLang="en-US" sz="1200" dirty="0">
                  <a:latin typeface="Noto Sans CJK SC Regular" pitchFamily="34" charset="-122"/>
                  <a:ea typeface="Noto Sans CJK SC Regular" pitchFamily="34" charset="-122"/>
                  <a:cs typeface="Arial" panose="020B0604020202020204" pitchFamily="34" charset="0"/>
                </a:rPr>
                <a:t>资产变更</a:t>
              </a:r>
              <a:endParaRPr lang="ko-KR" altLang="en-US" sz="1200" dirty="0">
                <a:latin typeface="Noto Sans CJK SC Regular" pitchFamily="34" charset="-122"/>
                <a:ea typeface="Noto Sans CJK SC Regular" pitchFamily="34" charset="-122"/>
                <a:cs typeface="Arial" panose="020B0604020202020204" pitchFamily="34" charset="0"/>
              </a:endParaRPr>
            </a:p>
          </p:txBody>
        </p:sp>
        <p:sp>
          <p:nvSpPr>
            <p:cNvPr id="74" name="Oval 16">
              <a:extLst>
                <a:ext uri="{FF2B5EF4-FFF2-40B4-BE49-F238E27FC236}">
                  <a16:creationId xmlns:a16="http://schemas.microsoft.com/office/drawing/2014/main" id="{E2272359-14B2-4B5A-84FA-BF2E39C0A8B0}"/>
                </a:ext>
              </a:extLst>
            </p:cNvPr>
            <p:cNvSpPr>
              <a:spLocks noChangeArrowheads="1"/>
            </p:cNvSpPr>
            <p:nvPr>
              <p:custDataLst>
                <p:tags r:id="rId43"/>
              </p:custDataLst>
            </p:nvPr>
          </p:nvSpPr>
          <p:spPr bwMode="auto">
            <a:xfrm>
              <a:off x="4190805" y="2407312"/>
              <a:ext cx="17938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latin typeface="+mn-ea"/>
                  <a:ea typeface="+mn-ea"/>
                </a:rPr>
                <a:t>8</a:t>
              </a:r>
            </a:p>
          </p:txBody>
        </p:sp>
      </p:grpSp>
      <p:cxnSp>
        <p:nvCxnSpPr>
          <p:cNvPr id="109" name="直接箭头连接符 108">
            <a:extLst>
              <a:ext uri="{FF2B5EF4-FFF2-40B4-BE49-F238E27FC236}">
                <a16:creationId xmlns:a16="http://schemas.microsoft.com/office/drawing/2014/main" id="{A8B067AC-E12F-408A-B139-F83F1A8B07F8}"/>
              </a:ext>
            </a:extLst>
          </p:cNvPr>
          <p:cNvCxnSpPr>
            <a:cxnSpLocks/>
            <a:stCxn id="64" idx="2"/>
            <a:endCxn id="67" idx="0"/>
          </p:cNvCxnSpPr>
          <p:nvPr/>
        </p:nvCxnSpPr>
        <p:spPr bwMode="auto">
          <a:xfrm>
            <a:off x="3174238" y="2668415"/>
            <a:ext cx="0" cy="223531"/>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cxnSp>
        <p:nvCxnSpPr>
          <p:cNvPr id="118" name="直接箭头连接符 117">
            <a:extLst>
              <a:ext uri="{FF2B5EF4-FFF2-40B4-BE49-F238E27FC236}">
                <a16:creationId xmlns:a16="http://schemas.microsoft.com/office/drawing/2014/main" id="{B1B36E39-D40A-483B-8A9F-097E7A1A65BE}"/>
              </a:ext>
            </a:extLst>
          </p:cNvPr>
          <p:cNvCxnSpPr>
            <a:cxnSpLocks/>
            <a:stCxn id="185" idx="2"/>
            <a:endCxn id="73" idx="0"/>
          </p:cNvCxnSpPr>
          <p:nvPr/>
        </p:nvCxnSpPr>
        <p:spPr bwMode="auto">
          <a:xfrm>
            <a:off x="3174238" y="4945050"/>
            <a:ext cx="0" cy="223533"/>
          </a:xfrm>
          <a:prstGeom prst="straightConnector1">
            <a:avLst/>
          </a:prstGeom>
          <a:solidFill>
            <a:schemeClr val="accent1"/>
          </a:solidFill>
          <a:ln w="9525" cap="flat" cmpd="sng" algn="ctr">
            <a:solidFill>
              <a:schemeClr val="bg1">
                <a:lumMod val="50000"/>
              </a:schemeClr>
            </a:solidFill>
            <a:prstDash val="dash"/>
            <a:round/>
            <a:headEnd type="none" w="med" len="med"/>
            <a:tailEnd type="arrow"/>
          </a:ln>
          <a:effectLst/>
        </p:spPr>
      </p:cxnSp>
      <p:sp>
        <p:nvSpPr>
          <p:cNvPr id="115" name="Rectangle 20">
            <a:extLst>
              <a:ext uri="{FF2B5EF4-FFF2-40B4-BE49-F238E27FC236}">
                <a16:creationId xmlns:a16="http://schemas.microsoft.com/office/drawing/2014/main" id="{986F71F8-C231-43E5-BB7A-53F1B99EA8B9}"/>
              </a:ext>
            </a:extLst>
          </p:cNvPr>
          <p:cNvSpPr>
            <a:spLocks noChangeArrowheads="1"/>
          </p:cNvSpPr>
          <p:nvPr/>
        </p:nvSpPr>
        <p:spPr bwMode="auto">
          <a:xfrm>
            <a:off x="2576373" y="5919583"/>
            <a:ext cx="1175429" cy="369332"/>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200" b="1" dirty="0">
                <a:solidFill>
                  <a:srgbClr val="0054A6"/>
                </a:solidFill>
                <a:latin typeface="微软雅黑" panose="020B0503020204020204" pitchFamily="34" charset="-122"/>
                <a:ea typeface="微软雅黑" panose="020B0503020204020204" pitchFamily="34" charset="-122"/>
              </a:rPr>
              <a:t>在库</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接收待确认</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已发放</a:t>
            </a:r>
            <a:r>
              <a:rPr lang="en-US" altLang="zh-CN" sz="1200" b="1"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借用中</a:t>
            </a:r>
            <a:endParaRPr lang="en-US" altLang="zh-CN" sz="1200" b="1" dirty="0">
              <a:latin typeface="微软雅黑" panose="020B0503020204020204" pitchFamily="34" charset="-122"/>
              <a:ea typeface="微软雅黑" panose="020B0503020204020204" pitchFamily="34" charset="-122"/>
            </a:endParaRPr>
          </a:p>
        </p:txBody>
      </p:sp>
      <p:sp>
        <p:nvSpPr>
          <p:cNvPr id="189" name="Rectangle 20">
            <a:extLst>
              <a:ext uri="{FF2B5EF4-FFF2-40B4-BE49-F238E27FC236}">
                <a16:creationId xmlns:a16="http://schemas.microsoft.com/office/drawing/2014/main" id="{477FBF50-711C-4B31-856E-9012274F94E5}"/>
              </a:ext>
            </a:extLst>
          </p:cNvPr>
          <p:cNvSpPr>
            <a:spLocks noChangeArrowheads="1"/>
          </p:cNvSpPr>
          <p:nvPr/>
        </p:nvSpPr>
        <p:spPr bwMode="auto">
          <a:xfrm>
            <a:off x="5294439" y="5919583"/>
            <a:ext cx="1175429" cy="430887"/>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待维修</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维修中</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维修完成</a:t>
            </a:r>
            <a:r>
              <a:rPr lang="en-US" altLang="zh-CN" sz="1400" b="1" dirty="0">
                <a:latin typeface="微软雅黑" panose="020B0503020204020204" pitchFamily="34" charset="-122"/>
                <a:ea typeface="微软雅黑" panose="020B0503020204020204" pitchFamily="34" charset="-122"/>
              </a:rPr>
              <a:t>)</a:t>
            </a:r>
          </a:p>
        </p:txBody>
      </p:sp>
      <p:grpSp>
        <p:nvGrpSpPr>
          <p:cNvPr id="5" name="组合 4">
            <a:extLst>
              <a:ext uri="{FF2B5EF4-FFF2-40B4-BE49-F238E27FC236}">
                <a16:creationId xmlns:a16="http://schemas.microsoft.com/office/drawing/2014/main" id="{AE5A4A8D-1A85-2344-7699-15306557B096}"/>
              </a:ext>
            </a:extLst>
          </p:cNvPr>
          <p:cNvGrpSpPr/>
          <p:nvPr/>
        </p:nvGrpSpPr>
        <p:grpSpPr>
          <a:xfrm>
            <a:off x="5321623" y="2141873"/>
            <a:ext cx="1114965" cy="2793666"/>
            <a:chOff x="6383895" y="2141873"/>
            <a:chExt cx="1114965" cy="2793666"/>
          </a:xfrm>
        </p:grpSpPr>
        <p:grpSp>
          <p:nvGrpSpPr>
            <p:cNvPr id="132" name="组合 131">
              <a:extLst>
                <a:ext uri="{FF2B5EF4-FFF2-40B4-BE49-F238E27FC236}">
                  <a16:creationId xmlns:a16="http://schemas.microsoft.com/office/drawing/2014/main" id="{7E07EB1A-E60C-44CE-9D88-73C901E4B455}"/>
                </a:ext>
              </a:extLst>
            </p:cNvPr>
            <p:cNvGrpSpPr/>
            <p:nvPr/>
          </p:nvGrpSpPr>
          <p:grpSpPr>
            <a:xfrm>
              <a:off x="6383895" y="2141873"/>
              <a:ext cx="913964" cy="547354"/>
              <a:chOff x="6378377" y="2176794"/>
              <a:chExt cx="913964" cy="547354"/>
            </a:xfrm>
          </p:grpSpPr>
          <p:grpSp>
            <p:nvGrpSpPr>
              <p:cNvPr id="125" name="Group 18">
                <a:extLst>
                  <a:ext uri="{FF2B5EF4-FFF2-40B4-BE49-F238E27FC236}">
                    <a16:creationId xmlns:a16="http://schemas.microsoft.com/office/drawing/2014/main" id="{F762B23A-7E17-4799-B4EE-97D97F3A03EA}"/>
                  </a:ext>
                </a:extLst>
              </p:cNvPr>
              <p:cNvGrpSpPr>
                <a:grpSpLocks/>
              </p:cNvGrpSpPr>
              <p:nvPr>
                <p:custDataLst>
                  <p:tags r:id="rId39"/>
                </p:custDataLst>
              </p:nvPr>
            </p:nvGrpSpPr>
            <p:grpSpPr bwMode="auto">
              <a:xfrm>
                <a:off x="6378377" y="2176794"/>
                <a:ext cx="913964" cy="547354"/>
                <a:chOff x="2400" y="1968"/>
                <a:chExt cx="960" cy="960"/>
              </a:xfrm>
            </p:grpSpPr>
            <p:sp>
              <p:nvSpPr>
                <p:cNvPr id="126" name="Oval 15">
                  <a:extLst>
                    <a:ext uri="{FF2B5EF4-FFF2-40B4-BE49-F238E27FC236}">
                      <a16:creationId xmlns:a16="http://schemas.microsoft.com/office/drawing/2014/main" id="{F3338D7F-869D-4E6C-8C7D-3BF6720B642A}"/>
                    </a:ext>
                  </a:extLst>
                </p:cNvPr>
                <p:cNvSpPr>
                  <a:spLocks noChangeArrowheads="1"/>
                </p:cNvSpPr>
                <p:nvPr>
                  <p:custDataLst>
                    <p:tags r:id="rId41"/>
                  </p:custDataLst>
                </p:nvPr>
              </p:nvSpPr>
              <p:spPr bwMode="auto">
                <a:xfrm>
                  <a:off x="2400" y="1968"/>
                  <a:ext cx="960" cy="960"/>
                </a:xfrm>
                <a:prstGeom prst="ellipse">
                  <a:avLst/>
                </a:prstGeom>
                <a:noFill/>
                <a:ln w="12700" algn="ctr">
                  <a:solidFill>
                    <a:schemeClr val="bg1">
                      <a:lumMod val="50000"/>
                    </a:schemeClr>
                  </a:solidFill>
                  <a:round/>
                  <a:headEnd/>
                  <a:tailEnd/>
                </a:ln>
              </p:spPr>
              <p:txBody>
                <a:bodyPr lIns="0" tIns="0" rIns="0" bIns="0" anchor="ctr"/>
                <a:lstStyle/>
                <a:p>
                  <a:pPr algn="ctr">
                    <a:lnSpc>
                      <a:spcPts val="1200"/>
                    </a:lnSpc>
                  </a:pPr>
                  <a:endParaRPr lang="zh-CN" altLang="en-US" sz="1200">
                    <a:latin typeface="Noto Sans CJK SC Regular" pitchFamily="34" charset="-122"/>
                    <a:ea typeface="Noto Sans CJK SC Regular" pitchFamily="34" charset="-122"/>
                    <a:cs typeface="Arial" panose="020B0604020202020204" pitchFamily="34" charset="0"/>
                  </a:endParaRPr>
                </a:p>
              </p:txBody>
            </p:sp>
            <p:sp>
              <p:nvSpPr>
                <p:cNvPr id="127" name="Rectangle 17">
                  <a:extLst>
                    <a:ext uri="{FF2B5EF4-FFF2-40B4-BE49-F238E27FC236}">
                      <a16:creationId xmlns:a16="http://schemas.microsoft.com/office/drawing/2014/main" id="{F1C8ECFD-2AE5-4756-B179-6134DC091E66}"/>
                    </a:ext>
                  </a:extLst>
                </p:cNvPr>
                <p:cNvSpPr>
                  <a:spLocks noChangeArrowheads="1"/>
                </p:cNvSpPr>
                <p:nvPr>
                  <p:custDataLst>
                    <p:tags r:id="rId42"/>
                  </p:custDataLst>
                </p:nvPr>
              </p:nvSpPr>
              <p:spPr bwMode="auto">
                <a:xfrm>
                  <a:off x="2440" y="2000"/>
                  <a:ext cx="880" cy="880"/>
                </a:xfrm>
                <a:prstGeom prst="rect">
                  <a:avLst/>
                </a:prstGeom>
                <a:noFill/>
                <a:ln w="12700" algn="ctr">
                  <a:noFill/>
                  <a:round/>
                  <a:headEnd/>
                  <a:tailEnd/>
                </a:ln>
              </p:spPr>
              <p:txBody>
                <a:bodyPr lIns="0" tIns="0" rIns="0" bIns="0" anchor="ctr"/>
                <a:lstStyle/>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报修申请</a:t>
                  </a:r>
                  <a:endParaRPr lang="en-US" altLang="ko-KR" sz="1200" dirty="0">
                    <a:latin typeface="Noto Sans CJK SC Regular" pitchFamily="34" charset="-122"/>
                    <a:ea typeface="Noto Sans CJK SC Regular" pitchFamily="34" charset="-122"/>
                    <a:cs typeface="Arial" panose="020B0604020202020204" pitchFamily="34" charset="0"/>
                  </a:endParaRPr>
                </a:p>
              </p:txBody>
            </p:sp>
          </p:grpSp>
          <p:sp>
            <p:nvSpPr>
              <p:cNvPr id="131" name="Oval 16">
                <a:extLst>
                  <a:ext uri="{FF2B5EF4-FFF2-40B4-BE49-F238E27FC236}">
                    <a16:creationId xmlns:a16="http://schemas.microsoft.com/office/drawing/2014/main" id="{07259EBE-48B0-49C3-8B3C-99EA22C382AD}"/>
                  </a:ext>
                </a:extLst>
              </p:cNvPr>
              <p:cNvSpPr>
                <a:spLocks noChangeArrowheads="1"/>
              </p:cNvSpPr>
              <p:nvPr>
                <p:custDataLst>
                  <p:tags r:id="rId40"/>
                </p:custDataLst>
              </p:nvPr>
            </p:nvSpPr>
            <p:spPr bwMode="auto">
              <a:xfrm>
                <a:off x="7060664" y="2544760"/>
                <a:ext cx="231677" cy="179388"/>
              </a:xfrm>
              <a:prstGeom prst="ellipse">
                <a:avLst/>
              </a:prstGeom>
              <a:noFill/>
              <a:ln w="9525" algn="ctr">
                <a:solidFill>
                  <a:schemeClr val="tx1"/>
                </a:solidFill>
                <a:round/>
                <a:headEnd/>
                <a:tailEnd/>
              </a:ln>
            </p:spPr>
            <p:txBody>
              <a:bodyPr wrap="none" lIns="0" tIns="0" rIns="0" bIns="0" anchor="ctr"/>
              <a:lstStyle/>
              <a:p>
                <a:pPr algn="ctr" latinLnBrk="0"/>
                <a:r>
                  <a:rPr lang="en-US" altLang="zh-CN" sz="1200" b="1" dirty="0">
                    <a:latin typeface="+mn-ea"/>
                  </a:rPr>
                  <a:t>10</a:t>
                </a:r>
                <a:endParaRPr kumimoji="0" lang="en-US" altLang="zh-CN" sz="1200" b="1" dirty="0">
                  <a:latin typeface="+mn-ea"/>
                  <a:ea typeface="+mn-ea"/>
                </a:endParaRPr>
              </a:p>
            </p:txBody>
          </p:sp>
        </p:grpSp>
        <p:grpSp>
          <p:nvGrpSpPr>
            <p:cNvPr id="133" name="组合 132">
              <a:extLst>
                <a:ext uri="{FF2B5EF4-FFF2-40B4-BE49-F238E27FC236}">
                  <a16:creationId xmlns:a16="http://schemas.microsoft.com/office/drawing/2014/main" id="{94903110-A44B-4662-A881-467AE6F491EB}"/>
                </a:ext>
              </a:extLst>
            </p:cNvPr>
            <p:cNvGrpSpPr/>
            <p:nvPr/>
          </p:nvGrpSpPr>
          <p:grpSpPr>
            <a:xfrm>
              <a:off x="6383895" y="3135968"/>
              <a:ext cx="913964" cy="547354"/>
              <a:chOff x="6378377" y="2176794"/>
              <a:chExt cx="913964" cy="547354"/>
            </a:xfrm>
          </p:grpSpPr>
          <p:grpSp>
            <p:nvGrpSpPr>
              <p:cNvPr id="134" name="Group 18">
                <a:extLst>
                  <a:ext uri="{FF2B5EF4-FFF2-40B4-BE49-F238E27FC236}">
                    <a16:creationId xmlns:a16="http://schemas.microsoft.com/office/drawing/2014/main" id="{BABBB5F8-F9FB-46B8-BB4B-BBFDDEF7633C}"/>
                  </a:ext>
                </a:extLst>
              </p:cNvPr>
              <p:cNvGrpSpPr>
                <a:grpSpLocks/>
              </p:cNvGrpSpPr>
              <p:nvPr>
                <p:custDataLst>
                  <p:tags r:id="rId35"/>
                </p:custDataLst>
              </p:nvPr>
            </p:nvGrpSpPr>
            <p:grpSpPr bwMode="auto">
              <a:xfrm>
                <a:off x="6378377" y="2176794"/>
                <a:ext cx="913964" cy="547354"/>
                <a:chOff x="2400" y="1968"/>
                <a:chExt cx="960" cy="960"/>
              </a:xfrm>
            </p:grpSpPr>
            <p:sp>
              <p:nvSpPr>
                <p:cNvPr id="136" name="Oval 15">
                  <a:extLst>
                    <a:ext uri="{FF2B5EF4-FFF2-40B4-BE49-F238E27FC236}">
                      <a16:creationId xmlns:a16="http://schemas.microsoft.com/office/drawing/2014/main" id="{30AEDB19-4991-4FEE-898F-963D7AB21F4C}"/>
                    </a:ext>
                  </a:extLst>
                </p:cNvPr>
                <p:cNvSpPr>
                  <a:spLocks noChangeArrowheads="1"/>
                </p:cNvSpPr>
                <p:nvPr>
                  <p:custDataLst>
                    <p:tags r:id="rId37"/>
                  </p:custDataLst>
                </p:nvPr>
              </p:nvSpPr>
              <p:spPr bwMode="auto">
                <a:xfrm>
                  <a:off x="2400" y="1968"/>
                  <a:ext cx="960" cy="960"/>
                </a:xfrm>
                <a:prstGeom prst="ellipse">
                  <a:avLst/>
                </a:prstGeom>
                <a:noFill/>
                <a:ln w="12700" algn="ctr">
                  <a:solidFill>
                    <a:schemeClr val="bg1">
                      <a:lumMod val="50000"/>
                    </a:schemeClr>
                  </a:solidFill>
                  <a:round/>
                  <a:headEnd/>
                  <a:tailEnd/>
                </a:ln>
              </p:spPr>
              <p:txBody>
                <a:bodyPr lIns="0" tIns="0" rIns="0" bIns="0" anchor="ctr"/>
                <a:lstStyle/>
                <a:p>
                  <a:pPr algn="ctr">
                    <a:lnSpc>
                      <a:spcPts val="1200"/>
                    </a:lnSpc>
                  </a:pPr>
                  <a:endParaRPr lang="zh-CN" altLang="en-US" sz="1200">
                    <a:latin typeface="Noto Sans CJK SC Regular" pitchFamily="34" charset="-122"/>
                    <a:ea typeface="Noto Sans CJK SC Regular" pitchFamily="34" charset="-122"/>
                    <a:cs typeface="Arial" panose="020B0604020202020204" pitchFamily="34" charset="0"/>
                  </a:endParaRPr>
                </a:p>
              </p:txBody>
            </p:sp>
            <p:sp>
              <p:nvSpPr>
                <p:cNvPr id="137" name="Rectangle 17">
                  <a:extLst>
                    <a:ext uri="{FF2B5EF4-FFF2-40B4-BE49-F238E27FC236}">
                      <a16:creationId xmlns:a16="http://schemas.microsoft.com/office/drawing/2014/main" id="{50AED611-32FC-4D0C-9A6D-9B1B4520F88B}"/>
                    </a:ext>
                  </a:extLst>
                </p:cNvPr>
                <p:cNvSpPr>
                  <a:spLocks noChangeArrowheads="1"/>
                </p:cNvSpPr>
                <p:nvPr>
                  <p:custDataLst>
                    <p:tags r:id="rId38"/>
                  </p:custDataLst>
                </p:nvPr>
              </p:nvSpPr>
              <p:spPr bwMode="auto">
                <a:xfrm>
                  <a:off x="2440" y="2000"/>
                  <a:ext cx="880" cy="880"/>
                </a:xfrm>
                <a:prstGeom prst="rect">
                  <a:avLst/>
                </a:prstGeom>
                <a:noFill/>
                <a:ln w="12700" algn="ctr">
                  <a:noFill/>
                  <a:round/>
                  <a:headEnd/>
                  <a:tailEnd/>
                </a:ln>
              </p:spPr>
              <p:txBody>
                <a:bodyPr lIns="0" tIns="0" rIns="0" bIns="0" anchor="ctr"/>
                <a:lstStyle/>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维修登记</a:t>
                  </a:r>
                  <a:endParaRPr lang="en-US" altLang="ko-KR" sz="1200" dirty="0">
                    <a:latin typeface="Noto Sans CJK SC Regular" pitchFamily="34" charset="-122"/>
                    <a:ea typeface="Noto Sans CJK SC Regular" pitchFamily="34" charset="-122"/>
                    <a:cs typeface="Arial" panose="020B0604020202020204" pitchFamily="34" charset="0"/>
                  </a:endParaRPr>
                </a:p>
              </p:txBody>
            </p:sp>
          </p:grpSp>
          <p:sp>
            <p:nvSpPr>
              <p:cNvPr id="135" name="Oval 16">
                <a:extLst>
                  <a:ext uri="{FF2B5EF4-FFF2-40B4-BE49-F238E27FC236}">
                    <a16:creationId xmlns:a16="http://schemas.microsoft.com/office/drawing/2014/main" id="{8DEF5197-8CF8-4679-B275-97934E7BF549}"/>
                  </a:ext>
                </a:extLst>
              </p:cNvPr>
              <p:cNvSpPr>
                <a:spLocks noChangeArrowheads="1"/>
              </p:cNvSpPr>
              <p:nvPr>
                <p:custDataLst>
                  <p:tags r:id="rId36"/>
                </p:custDataLst>
              </p:nvPr>
            </p:nvSpPr>
            <p:spPr bwMode="auto">
              <a:xfrm>
                <a:off x="7060664" y="2544760"/>
                <a:ext cx="231677" cy="179388"/>
              </a:xfrm>
              <a:prstGeom prst="ellipse">
                <a:avLst/>
              </a:prstGeom>
              <a:noFill/>
              <a:ln w="9525" algn="ctr">
                <a:solidFill>
                  <a:schemeClr val="tx1"/>
                </a:solidFill>
                <a:round/>
                <a:headEnd/>
                <a:tailEnd/>
              </a:ln>
            </p:spPr>
            <p:txBody>
              <a:bodyPr wrap="none" lIns="0" tIns="0" rIns="0" bIns="0" anchor="ctr"/>
              <a:lstStyle/>
              <a:p>
                <a:pPr algn="ctr" latinLnBrk="0"/>
                <a:r>
                  <a:rPr lang="en-US" altLang="zh-CN" sz="1200" b="1" dirty="0">
                    <a:latin typeface="+mn-ea"/>
                  </a:rPr>
                  <a:t>11</a:t>
                </a:r>
                <a:endParaRPr kumimoji="0" lang="en-US" altLang="zh-CN" sz="1200" b="1" dirty="0">
                  <a:latin typeface="+mn-ea"/>
                  <a:ea typeface="+mn-ea"/>
                </a:endParaRPr>
              </a:p>
            </p:txBody>
          </p:sp>
        </p:grpSp>
        <p:grpSp>
          <p:nvGrpSpPr>
            <p:cNvPr id="138" name="组合 137">
              <a:extLst>
                <a:ext uri="{FF2B5EF4-FFF2-40B4-BE49-F238E27FC236}">
                  <a16:creationId xmlns:a16="http://schemas.microsoft.com/office/drawing/2014/main" id="{EA27E191-6562-4F05-B939-B160773FCF4C}"/>
                </a:ext>
              </a:extLst>
            </p:cNvPr>
            <p:cNvGrpSpPr/>
            <p:nvPr/>
          </p:nvGrpSpPr>
          <p:grpSpPr>
            <a:xfrm>
              <a:off x="6383895" y="4130063"/>
              <a:ext cx="913964" cy="547354"/>
              <a:chOff x="6378377" y="2176794"/>
              <a:chExt cx="913964" cy="547354"/>
            </a:xfrm>
          </p:grpSpPr>
          <p:grpSp>
            <p:nvGrpSpPr>
              <p:cNvPr id="139" name="Group 18">
                <a:extLst>
                  <a:ext uri="{FF2B5EF4-FFF2-40B4-BE49-F238E27FC236}">
                    <a16:creationId xmlns:a16="http://schemas.microsoft.com/office/drawing/2014/main" id="{B087F0B5-10E5-431C-BA05-44EBA0455A53}"/>
                  </a:ext>
                </a:extLst>
              </p:cNvPr>
              <p:cNvGrpSpPr>
                <a:grpSpLocks/>
              </p:cNvGrpSpPr>
              <p:nvPr>
                <p:custDataLst>
                  <p:tags r:id="rId31"/>
                </p:custDataLst>
              </p:nvPr>
            </p:nvGrpSpPr>
            <p:grpSpPr bwMode="auto">
              <a:xfrm>
                <a:off x="6378377" y="2176794"/>
                <a:ext cx="913964" cy="547354"/>
                <a:chOff x="2400" y="1968"/>
                <a:chExt cx="960" cy="960"/>
              </a:xfrm>
            </p:grpSpPr>
            <p:sp>
              <p:nvSpPr>
                <p:cNvPr id="141" name="Oval 15">
                  <a:extLst>
                    <a:ext uri="{FF2B5EF4-FFF2-40B4-BE49-F238E27FC236}">
                      <a16:creationId xmlns:a16="http://schemas.microsoft.com/office/drawing/2014/main" id="{900094A5-378D-4C41-B07D-4B7D9C6CF707}"/>
                    </a:ext>
                  </a:extLst>
                </p:cNvPr>
                <p:cNvSpPr>
                  <a:spLocks noChangeArrowheads="1"/>
                </p:cNvSpPr>
                <p:nvPr>
                  <p:custDataLst>
                    <p:tags r:id="rId33"/>
                  </p:custDataLst>
                </p:nvPr>
              </p:nvSpPr>
              <p:spPr bwMode="auto">
                <a:xfrm>
                  <a:off x="2400" y="1968"/>
                  <a:ext cx="960" cy="960"/>
                </a:xfrm>
                <a:prstGeom prst="ellipse">
                  <a:avLst/>
                </a:prstGeom>
                <a:noFill/>
                <a:ln w="12700" algn="ctr">
                  <a:solidFill>
                    <a:schemeClr val="bg1">
                      <a:lumMod val="50000"/>
                    </a:schemeClr>
                  </a:solidFill>
                  <a:round/>
                  <a:headEnd/>
                  <a:tailEnd/>
                </a:ln>
              </p:spPr>
              <p:txBody>
                <a:bodyPr lIns="0" tIns="0" rIns="0" bIns="0" anchor="ctr"/>
                <a:lstStyle/>
                <a:p>
                  <a:pPr algn="ctr">
                    <a:lnSpc>
                      <a:spcPts val="1200"/>
                    </a:lnSpc>
                  </a:pPr>
                  <a:endParaRPr lang="zh-CN" altLang="en-US" sz="1200">
                    <a:latin typeface="Noto Sans CJK SC Regular" pitchFamily="34" charset="-122"/>
                    <a:ea typeface="Noto Sans CJK SC Regular" pitchFamily="34" charset="-122"/>
                    <a:cs typeface="Arial" panose="020B0604020202020204" pitchFamily="34" charset="0"/>
                  </a:endParaRPr>
                </a:p>
              </p:txBody>
            </p:sp>
            <p:sp>
              <p:nvSpPr>
                <p:cNvPr id="142" name="Rectangle 17">
                  <a:extLst>
                    <a:ext uri="{FF2B5EF4-FFF2-40B4-BE49-F238E27FC236}">
                      <a16:creationId xmlns:a16="http://schemas.microsoft.com/office/drawing/2014/main" id="{011702E4-88F4-48C7-BC54-4F239F6A6483}"/>
                    </a:ext>
                  </a:extLst>
                </p:cNvPr>
                <p:cNvSpPr>
                  <a:spLocks noChangeArrowheads="1"/>
                </p:cNvSpPr>
                <p:nvPr>
                  <p:custDataLst>
                    <p:tags r:id="rId34"/>
                  </p:custDataLst>
                </p:nvPr>
              </p:nvSpPr>
              <p:spPr bwMode="auto">
                <a:xfrm>
                  <a:off x="2440" y="2000"/>
                  <a:ext cx="880" cy="880"/>
                </a:xfrm>
                <a:prstGeom prst="rect">
                  <a:avLst/>
                </a:prstGeom>
                <a:noFill/>
                <a:ln w="12700" algn="ctr">
                  <a:noFill/>
                  <a:round/>
                  <a:headEnd/>
                  <a:tailEnd/>
                </a:ln>
              </p:spPr>
              <p:txBody>
                <a:bodyPr lIns="0" tIns="0" rIns="0" bIns="0" anchor="ctr"/>
                <a:lstStyle/>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维修完成</a:t>
                  </a:r>
                  <a:endParaRPr lang="en-US" altLang="zh-CN" sz="1200" dirty="0">
                    <a:latin typeface="Noto Sans CJK SC Regular" pitchFamily="34" charset="-122"/>
                    <a:ea typeface="Noto Sans CJK SC Regular" pitchFamily="34" charset="-122"/>
                    <a:cs typeface="Arial" panose="020B0604020202020204" pitchFamily="34" charset="0"/>
                  </a:endParaRPr>
                </a:p>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录入</a:t>
                  </a:r>
                  <a:endParaRPr lang="en-US" altLang="ko-KR" sz="1200" dirty="0">
                    <a:latin typeface="Noto Sans CJK SC Regular" pitchFamily="34" charset="-122"/>
                    <a:ea typeface="Noto Sans CJK SC Regular" pitchFamily="34" charset="-122"/>
                    <a:cs typeface="Arial" panose="020B0604020202020204" pitchFamily="34" charset="0"/>
                  </a:endParaRPr>
                </a:p>
              </p:txBody>
            </p:sp>
          </p:grpSp>
          <p:sp>
            <p:nvSpPr>
              <p:cNvPr id="140" name="Oval 16">
                <a:extLst>
                  <a:ext uri="{FF2B5EF4-FFF2-40B4-BE49-F238E27FC236}">
                    <a16:creationId xmlns:a16="http://schemas.microsoft.com/office/drawing/2014/main" id="{E033CEE5-1DBC-40F7-9CF6-C71FFDCF99E0}"/>
                  </a:ext>
                </a:extLst>
              </p:cNvPr>
              <p:cNvSpPr>
                <a:spLocks noChangeArrowheads="1"/>
              </p:cNvSpPr>
              <p:nvPr>
                <p:custDataLst>
                  <p:tags r:id="rId32"/>
                </p:custDataLst>
              </p:nvPr>
            </p:nvSpPr>
            <p:spPr bwMode="auto">
              <a:xfrm>
                <a:off x="7060664" y="2544760"/>
                <a:ext cx="23167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latin typeface="+mn-ea"/>
                    <a:ea typeface="+mn-ea"/>
                  </a:rPr>
                  <a:t>12</a:t>
                </a:r>
              </a:p>
            </p:txBody>
          </p:sp>
        </p:grpSp>
        <p:cxnSp>
          <p:nvCxnSpPr>
            <p:cNvPr id="147" name="直接箭头连接符 146">
              <a:extLst>
                <a:ext uri="{FF2B5EF4-FFF2-40B4-BE49-F238E27FC236}">
                  <a16:creationId xmlns:a16="http://schemas.microsoft.com/office/drawing/2014/main" id="{4DB8C555-5EAC-42FE-8A0A-52657C15CF47}"/>
                </a:ext>
              </a:extLst>
            </p:cNvPr>
            <p:cNvCxnSpPr>
              <a:cxnSpLocks/>
              <a:stCxn id="126" idx="4"/>
              <a:endCxn id="137" idx="0"/>
            </p:cNvCxnSpPr>
            <p:nvPr/>
          </p:nvCxnSpPr>
          <p:spPr bwMode="auto">
            <a:xfrm>
              <a:off x="6840877" y="2689227"/>
              <a:ext cx="0" cy="464986"/>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cxnSp>
          <p:nvCxnSpPr>
            <p:cNvPr id="150" name="直接箭头连接符 149">
              <a:extLst>
                <a:ext uri="{FF2B5EF4-FFF2-40B4-BE49-F238E27FC236}">
                  <a16:creationId xmlns:a16="http://schemas.microsoft.com/office/drawing/2014/main" id="{DCB4570E-DF40-4EAA-9031-E1F9778A018D}"/>
                </a:ext>
              </a:extLst>
            </p:cNvPr>
            <p:cNvCxnSpPr>
              <a:cxnSpLocks/>
              <a:stCxn id="137" idx="2"/>
              <a:endCxn id="142" idx="0"/>
            </p:cNvCxnSpPr>
            <p:nvPr/>
          </p:nvCxnSpPr>
          <p:spPr bwMode="auto">
            <a:xfrm>
              <a:off x="6840877" y="3655954"/>
              <a:ext cx="0" cy="492354"/>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sp>
          <p:nvSpPr>
            <p:cNvPr id="192" name="TextBox 42">
              <a:extLst>
                <a:ext uri="{FF2B5EF4-FFF2-40B4-BE49-F238E27FC236}">
                  <a16:creationId xmlns:a16="http://schemas.microsoft.com/office/drawing/2014/main" id="{C98B9D07-406E-4191-95EB-BE477FACA668}"/>
                </a:ext>
              </a:extLst>
            </p:cNvPr>
            <p:cNvSpPr txBox="1"/>
            <p:nvPr/>
          </p:nvSpPr>
          <p:spPr>
            <a:xfrm>
              <a:off x="6880411" y="2796083"/>
              <a:ext cx="531285" cy="188385"/>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待维修</a:t>
              </a:r>
            </a:p>
          </p:txBody>
        </p:sp>
        <p:sp>
          <p:nvSpPr>
            <p:cNvPr id="193" name="TextBox 42">
              <a:extLst>
                <a:ext uri="{FF2B5EF4-FFF2-40B4-BE49-F238E27FC236}">
                  <a16:creationId xmlns:a16="http://schemas.microsoft.com/office/drawing/2014/main" id="{33A638F0-F9AB-4913-843E-E435B63DBBFE}"/>
                </a:ext>
              </a:extLst>
            </p:cNvPr>
            <p:cNvSpPr txBox="1"/>
            <p:nvPr/>
          </p:nvSpPr>
          <p:spPr>
            <a:xfrm>
              <a:off x="6880411" y="3794326"/>
              <a:ext cx="531285" cy="188385"/>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维修中</a:t>
              </a:r>
            </a:p>
          </p:txBody>
        </p:sp>
        <p:sp>
          <p:nvSpPr>
            <p:cNvPr id="194" name="TextBox 42">
              <a:extLst>
                <a:ext uri="{FF2B5EF4-FFF2-40B4-BE49-F238E27FC236}">
                  <a16:creationId xmlns:a16="http://schemas.microsoft.com/office/drawing/2014/main" id="{ADCB109A-4E98-4BCE-8069-6410D3EBE084}"/>
                </a:ext>
              </a:extLst>
            </p:cNvPr>
            <p:cNvSpPr txBox="1"/>
            <p:nvPr/>
          </p:nvSpPr>
          <p:spPr>
            <a:xfrm>
              <a:off x="6880411" y="4747154"/>
              <a:ext cx="618449" cy="188385"/>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维修完成</a:t>
              </a:r>
            </a:p>
          </p:txBody>
        </p:sp>
      </p:grpSp>
      <p:sp>
        <p:nvSpPr>
          <p:cNvPr id="187" name="Rectangle 20">
            <a:extLst>
              <a:ext uri="{FF2B5EF4-FFF2-40B4-BE49-F238E27FC236}">
                <a16:creationId xmlns:a16="http://schemas.microsoft.com/office/drawing/2014/main" id="{2825E403-1CF3-47EE-BB9D-3D961C1ACF73}"/>
              </a:ext>
            </a:extLst>
          </p:cNvPr>
          <p:cNvSpPr>
            <a:spLocks noChangeArrowheads="1"/>
          </p:cNvSpPr>
          <p:nvPr/>
        </p:nvSpPr>
        <p:spPr bwMode="auto">
          <a:xfrm>
            <a:off x="6888478" y="5919583"/>
            <a:ext cx="957360" cy="430887"/>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待报废</a:t>
            </a:r>
            <a:r>
              <a:rPr lang="en-US" altLang="zh-CN" sz="1400" b="1" dirty="0">
                <a:latin typeface="微软雅黑" panose="020B0503020204020204" pitchFamily="34" charset="-122"/>
                <a:ea typeface="微软雅黑" panose="020B0503020204020204" pitchFamily="34" charset="-122"/>
              </a:rPr>
              <a:t>/</a:t>
            </a:r>
          </a:p>
          <a:p>
            <a:pPr marL="1587" lvl="1" indent="0" algn="ctr">
              <a:buNone/>
            </a:pPr>
            <a:r>
              <a:rPr lang="zh-CN" altLang="en-US" sz="1400" b="1" dirty="0">
                <a:latin typeface="微软雅黑" panose="020B0503020204020204" pitchFamily="34" charset="-122"/>
                <a:ea typeface="微软雅黑" panose="020B0503020204020204" pitchFamily="34" charset="-122"/>
              </a:rPr>
              <a:t>报废完成</a:t>
            </a:r>
            <a:r>
              <a:rPr lang="en-US" altLang="zh-CN" sz="1400" b="1" dirty="0">
                <a:latin typeface="微软雅黑" panose="020B0503020204020204" pitchFamily="34" charset="-122"/>
                <a:ea typeface="微软雅黑" panose="020B0503020204020204" pitchFamily="34" charset="-122"/>
              </a:rPr>
              <a:t>)</a:t>
            </a:r>
          </a:p>
        </p:txBody>
      </p:sp>
      <p:grpSp>
        <p:nvGrpSpPr>
          <p:cNvPr id="6" name="组合 5">
            <a:extLst>
              <a:ext uri="{FF2B5EF4-FFF2-40B4-BE49-F238E27FC236}">
                <a16:creationId xmlns:a16="http://schemas.microsoft.com/office/drawing/2014/main" id="{F092D1D5-5191-8CA1-DE43-359A48912B14}"/>
              </a:ext>
            </a:extLst>
          </p:cNvPr>
          <p:cNvGrpSpPr/>
          <p:nvPr/>
        </p:nvGrpSpPr>
        <p:grpSpPr>
          <a:xfrm>
            <a:off x="6864664" y="2141873"/>
            <a:ext cx="1040422" cy="2535544"/>
            <a:chOff x="8092214" y="2141873"/>
            <a:chExt cx="1040422" cy="2535544"/>
          </a:xfrm>
        </p:grpSpPr>
        <p:grpSp>
          <p:nvGrpSpPr>
            <p:cNvPr id="153" name="组合 152">
              <a:extLst>
                <a:ext uri="{FF2B5EF4-FFF2-40B4-BE49-F238E27FC236}">
                  <a16:creationId xmlns:a16="http://schemas.microsoft.com/office/drawing/2014/main" id="{2AABC29C-3B34-40AD-A2F6-0F6F5E4AA6F5}"/>
                </a:ext>
              </a:extLst>
            </p:cNvPr>
            <p:cNvGrpSpPr/>
            <p:nvPr/>
          </p:nvGrpSpPr>
          <p:grpSpPr>
            <a:xfrm>
              <a:off x="8092214" y="2141873"/>
              <a:ext cx="913964" cy="547354"/>
              <a:chOff x="6378377" y="2176794"/>
              <a:chExt cx="913964" cy="547354"/>
            </a:xfrm>
          </p:grpSpPr>
          <p:grpSp>
            <p:nvGrpSpPr>
              <p:cNvPr id="154" name="Group 18">
                <a:extLst>
                  <a:ext uri="{FF2B5EF4-FFF2-40B4-BE49-F238E27FC236}">
                    <a16:creationId xmlns:a16="http://schemas.microsoft.com/office/drawing/2014/main" id="{12C5C23A-9C1D-45C1-BC4A-92296FFB8C36}"/>
                  </a:ext>
                </a:extLst>
              </p:cNvPr>
              <p:cNvGrpSpPr>
                <a:grpSpLocks/>
              </p:cNvGrpSpPr>
              <p:nvPr>
                <p:custDataLst>
                  <p:tags r:id="rId27"/>
                </p:custDataLst>
              </p:nvPr>
            </p:nvGrpSpPr>
            <p:grpSpPr bwMode="auto">
              <a:xfrm>
                <a:off x="6378377" y="2176794"/>
                <a:ext cx="913964" cy="547354"/>
                <a:chOff x="2400" y="1968"/>
                <a:chExt cx="960" cy="960"/>
              </a:xfrm>
            </p:grpSpPr>
            <p:sp>
              <p:nvSpPr>
                <p:cNvPr id="156" name="Oval 15">
                  <a:extLst>
                    <a:ext uri="{FF2B5EF4-FFF2-40B4-BE49-F238E27FC236}">
                      <a16:creationId xmlns:a16="http://schemas.microsoft.com/office/drawing/2014/main" id="{167EFA6D-21FD-45A5-82B3-15F3F218A671}"/>
                    </a:ext>
                  </a:extLst>
                </p:cNvPr>
                <p:cNvSpPr>
                  <a:spLocks noChangeArrowheads="1"/>
                </p:cNvSpPr>
                <p:nvPr>
                  <p:custDataLst>
                    <p:tags r:id="rId29"/>
                  </p:custDataLst>
                </p:nvPr>
              </p:nvSpPr>
              <p:spPr bwMode="auto">
                <a:xfrm>
                  <a:off x="2400" y="1968"/>
                  <a:ext cx="960" cy="960"/>
                </a:xfrm>
                <a:prstGeom prst="ellipse">
                  <a:avLst/>
                </a:prstGeom>
                <a:noFill/>
                <a:ln w="12700" algn="ctr">
                  <a:solidFill>
                    <a:schemeClr val="bg1">
                      <a:lumMod val="50000"/>
                    </a:schemeClr>
                  </a:solidFill>
                  <a:round/>
                  <a:headEnd/>
                  <a:tailEnd/>
                </a:ln>
              </p:spPr>
              <p:txBody>
                <a:bodyPr lIns="0" tIns="0" rIns="0" bIns="0" anchor="ctr"/>
                <a:lstStyle/>
                <a:p>
                  <a:pPr algn="ctr">
                    <a:lnSpc>
                      <a:spcPts val="1200"/>
                    </a:lnSpc>
                  </a:pPr>
                  <a:endParaRPr lang="zh-CN" altLang="en-US" sz="1200">
                    <a:latin typeface="Noto Sans CJK SC Regular" pitchFamily="34" charset="-122"/>
                    <a:ea typeface="Noto Sans CJK SC Regular" pitchFamily="34" charset="-122"/>
                    <a:cs typeface="Arial" panose="020B0604020202020204" pitchFamily="34" charset="0"/>
                  </a:endParaRPr>
                </a:p>
              </p:txBody>
            </p:sp>
            <p:sp>
              <p:nvSpPr>
                <p:cNvPr id="157" name="Rectangle 17">
                  <a:extLst>
                    <a:ext uri="{FF2B5EF4-FFF2-40B4-BE49-F238E27FC236}">
                      <a16:creationId xmlns:a16="http://schemas.microsoft.com/office/drawing/2014/main" id="{628C10C2-832A-4B59-B5CB-486451D9A4D9}"/>
                    </a:ext>
                  </a:extLst>
                </p:cNvPr>
                <p:cNvSpPr>
                  <a:spLocks noChangeArrowheads="1"/>
                </p:cNvSpPr>
                <p:nvPr>
                  <p:custDataLst>
                    <p:tags r:id="rId30"/>
                  </p:custDataLst>
                </p:nvPr>
              </p:nvSpPr>
              <p:spPr bwMode="auto">
                <a:xfrm>
                  <a:off x="2440" y="2000"/>
                  <a:ext cx="880" cy="880"/>
                </a:xfrm>
                <a:prstGeom prst="rect">
                  <a:avLst/>
                </a:prstGeom>
                <a:noFill/>
                <a:ln w="12700" algn="ctr">
                  <a:noFill/>
                  <a:round/>
                  <a:headEnd/>
                  <a:tailEnd/>
                </a:ln>
              </p:spPr>
              <p:txBody>
                <a:bodyPr lIns="0" tIns="0" rIns="0" bIns="0" anchor="ctr"/>
                <a:lstStyle/>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报废登记</a:t>
                  </a:r>
                  <a:endParaRPr lang="en-US" altLang="ko-KR" sz="1200" dirty="0">
                    <a:latin typeface="Noto Sans CJK SC Regular" pitchFamily="34" charset="-122"/>
                    <a:ea typeface="Noto Sans CJK SC Regular" pitchFamily="34" charset="-122"/>
                    <a:cs typeface="Arial" panose="020B0604020202020204" pitchFamily="34" charset="0"/>
                  </a:endParaRPr>
                </a:p>
              </p:txBody>
            </p:sp>
          </p:grpSp>
          <p:sp>
            <p:nvSpPr>
              <p:cNvPr id="155" name="Oval 16">
                <a:extLst>
                  <a:ext uri="{FF2B5EF4-FFF2-40B4-BE49-F238E27FC236}">
                    <a16:creationId xmlns:a16="http://schemas.microsoft.com/office/drawing/2014/main" id="{CBA532A8-53C9-4A74-BE92-C3AF0A7293D0}"/>
                  </a:ext>
                </a:extLst>
              </p:cNvPr>
              <p:cNvSpPr>
                <a:spLocks noChangeArrowheads="1"/>
              </p:cNvSpPr>
              <p:nvPr>
                <p:custDataLst>
                  <p:tags r:id="rId28"/>
                </p:custDataLst>
              </p:nvPr>
            </p:nvSpPr>
            <p:spPr bwMode="auto">
              <a:xfrm>
                <a:off x="7060664" y="2544760"/>
                <a:ext cx="23167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latin typeface="+mn-ea"/>
                    <a:ea typeface="+mn-ea"/>
                  </a:rPr>
                  <a:t>13</a:t>
                </a:r>
              </a:p>
            </p:txBody>
          </p:sp>
        </p:grpSp>
        <p:grpSp>
          <p:nvGrpSpPr>
            <p:cNvPr id="158" name="组合 157">
              <a:extLst>
                <a:ext uri="{FF2B5EF4-FFF2-40B4-BE49-F238E27FC236}">
                  <a16:creationId xmlns:a16="http://schemas.microsoft.com/office/drawing/2014/main" id="{51D08DB9-EB16-4F26-BA5A-0C67D31E9F72}"/>
                </a:ext>
              </a:extLst>
            </p:cNvPr>
            <p:cNvGrpSpPr/>
            <p:nvPr/>
          </p:nvGrpSpPr>
          <p:grpSpPr>
            <a:xfrm>
              <a:off x="8092214" y="4130063"/>
              <a:ext cx="913964" cy="547354"/>
              <a:chOff x="6378377" y="2176794"/>
              <a:chExt cx="913964" cy="547354"/>
            </a:xfrm>
          </p:grpSpPr>
          <p:grpSp>
            <p:nvGrpSpPr>
              <p:cNvPr id="159" name="Group 18">
                <a:extLst>
                  <a:ext uri="{FF2B5EF4-FFF2-40B4-BE49-F238E27FC236}">
                    <a16:creationId xmlns:a16="http://schemas.microsoft.com/office/drawing/2014/main" id="{E0800AC8-935B-4C07-85E4-7566CD0F6F32}"/>
                  </a:ext>
                </a:extLst>
              </p:cNvPr>
              <p:cNvGrpSpPr>
                <a:grpSpLocks/>
              </p:cNvGrpSpPr>
              <p:nvPr>
                <p:custDataLst>
                  <p:tags r:id="rId23"/>
                </p:custDataLst>
              </p:nvPr>
            </p:nvGrpSpPr>
            <p:grpSpPr bwMode="auto">
              <a:xfrm>
                <a:off x="6378377" y="2176794"/>
                <a:ext cx="913964" cy="547354"/>
                <a:chOff x="2400" y="1968"/>
                <a:chExt cx="960" cy="960"/>
              </a:xfrm>
            </p:grpSpPr>
            <p:sp>
              <p:nvSpPr>
                <p:cNvPr id="161" name="Oval 15">
                  <a:extLst>
                    <a:ext uri="{FF2B5EF4-FFF2-40B4-BE49-F238E27FC236}">
                      <a16:creationId xmlns:a16="http://schemas.microsoft.com/office/drawing/2014/main" id="{240953DC-A0A8-4392-A7CD-8A7BC637F5D0}"/>
                    </a:ext>
                  </a:extLst>
                </p:cNvPr>
                <p:cNvSpPr>
                  <a:spLocks noChangeArrowheads="1"/>
                </p:cNvSpPr>
                <p:nvPr>
                  <p:custDataLst>
                    <p:tags r:id="rId25"/>
                  </p:custDataLst>
                </p:nvPr>
              </p:nvSpPr>
              <p:spPr bwMode="auto">
                <a:xfrm>
                  <a:off x="2400" y="1968"/>
                  <a:ext cx="960" cy="960"/>
                </a:xfrm>
                <a:prstGeom prst="ellipse">
                  <a:avLst/>
                </a:prstGeom>
                <a:noFill/>
                <a:ln w="12700" algn="ctr">
                  <a:solidFill>
                    <a:schemeClr val="bg1">
                      <a:lumMod val="50000"/>
                    </a:schemeClr>
                  </a:solidFill>
                  <a:round/>
                  <a:headEnd/>
                  <a:tailEnd/>
                </a:ln>
              </p:spPr>
              <p:txBody>
                <a:bodyPr lIns="0" tIns="0" rIns="0" bIns="0" anchor="ctr"/>
                <a:lstStyle/>
                <a:p>
                  <a:pPr algn="ctr">
                    <a:lnSpc>
                      <a:spcPts val="1200"/>
                    </a:lnSpc>
                  </a:pPr>
                  <a:endParaRPr lang="zh-CN" altLang="en-US" sz="1200">
                    <a:latin typeface="Noto Sans CJK SC Regular" pitchFamily="34" charset="-122"/>
                    <a:ea typeface="Noto Sans CJK SC Regular" pitchFamily="34" charset="-122"/>
                    <a:cs typeface="Arial" panose="020B0604020202020204" pitchFamily="34" charset="0"/>
                  </a:endParaRPr>
                </a:p>
              </p:txBody>
            </p:sp>
            <p:sp>
              <p:nvSpPr>
                <p:cNvPr id="162" name="Rectangle 17">
                  <a:extLst>
                    <a:ext uri="{FF2B5EF4-FFF2-40B4-BE49-F238E27FC236}">
                      <a16:creationId xmlns:a16="http://schemas.microsoft.com/office/drawing/2014/main" id="{E4A80F61-D20C-4953-A216-288D31DA40CA}"/>
                    </a:ext>
                  </a:extLst>
                </p:cNvPr>
                <p:cNvSpPr>
                  <a:spLocks noChangeArrowheads="1"/>
                </p:cNvSpPr>
                <p:nvPr>
                  <p:custDataLst>
                    <p:tags r:id="rId26"/>
                  </p:custDataLst>
                </p:nvPr>
              </p:nvSpPr>
              <p:spPr bwMode="auto">
                <a:xfrm>
                  <a:off x="2440" y="2000"/>
                  <a:ext cx="880" cy="880"/>
                </a:xfrm>
                <a:prstGeom prst="rect">
                  <a:avLst/>
                </a:prstGeom>
                <a:noFill/>
                <a:ln w="12700" algn="ctr">
                  <a:noFill/>
                  <a:round/>
                  <a:headEnd/>
                  <a:tailEnd/>
                </a:ln>
              </p:spPr>
              <p:txBody>
                <a:bodyPr lIns="0" tIns="0" rIns="0" bIns="0" anchor="ctr"/>
                <a:lstStyle/>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报废处理</a:t>
                  </a:r>
                  <a:endParaRPr lang="en-US" altLang="ko-KR" sz="1200" dirty="0">
                    <a:latin typeface="Noto Sans CJK SC Regular" pitchFamily="34" charset="-122"/>
                    <a:ea typeface="Noto Sans CJK SC Regular" pitchFamily="34" charset="-122"/>
                    <a:cs typeface="Arial" panose="020B0604020202020204" pitchFamily="34" charset="0"/>
                  </a:endParaRPr>
                </a:p>
              </p:txBody>
            </p:sp>
          </p:grpSp>
          <p:sp>
            <p:nvSpPr>
              <p:cNvPr id="160" name="Oval 16">
                <a:extLst>
                  <a:ext uri="{FF2B5EF4-FFF2-40B4-BE49-F238E27FC236}">
                    <a16:creationId xmlns:a16="http://schemas.microsoft.com/office/drawing/2014/main" id="{0882795B-4372-44D6-9EF2-5267E85ECF10}"/>
                  </a:ext>
                </a:extLst>
              </p:cNvPr>
              <p:cNvSpPr>
                <a:spLocks noChangeArrowheads="1"/>
              </p:cNvSpPr>
              <p:nvPr>
                <p:custDataLst>
                  <p:tags r:id="rId24"/>
                </p:custDataLst>
              </p:nvPr>
            </p:nvSpPr>
            <p:spPr bwMode="auto">
              <a:xfrm>
                <a:off x="7060664" y="2544760"/>
                <a:ext cx="231677" cy="179388"/>
              </a:xfrm>
              <a:prstGeom prst="ellipse">
                <a:avLst/>
              </a:prstGeom>
              <a:noFill/>
              <a:ln w="9525" algn="ctr">
                <a:solidFill>
                  <a:schemeClr val="tx1"/>
                </a:solidFill>
                <a:round/>
                <a:headEnd/>
                <a:tailEnd/>
              </a:ln>
            </p:spPr>
            <p:txBody>
              <a:bodyPr wrap="none" lIns="0" tIns="0" rIns="0" bIns="0" anchor="ctr"/>
              <a:lstStyle/>
              <a:p>
                <a:pPr algn="ctr" latinLnBrk="0"/>
                <a:r>
                  <a:rPr lang="en-US" altLang="zh-CN" sz="1200" b="1" dirty="0">
                    <a:latin typeface="+mn-ea"/>
                  </a:rPr>
                  <a:t>14</a:t>
                </a:r>
                <a:endParaRPr kumimoji="0" lang="en-US" altLang="zh-CN" sz="1200" b="1" dirty="0">
                  <a:latin typeface="+mn-ea"/>
                  <a:ea typeface="+mn-ea"/>
                </a:endParaRPr>
              </a:p>
            </p:txBody>
          </p:sp>
        </p:grpSp>
        <p:cxnSp>
          <p:nvCxnSpPr>
            <p:cNvPr id="163" name="直接箭头连接符 162">
              <a:extLst>
                <a:ext uri="{FF2B5EF4-FFF2-40B4-BE49-F238E27FC236}">
                  <a16:creationId xmlns:a16="http://schemas.microsoft.com/office/drawing/2014/main" id="{DC3D5747-4E9F-4D1F-A34D-91CEAAB93254}"/>
                </a:ext>
              </a:extLst>
            </p:cNvPr>
            <p:cNvCxnSpPr>
              <a:cxnSpLocks/>
              <a:stCxn id="156" idx="4"/>
              <a:endCxn id="161" idx="0"/>
            </p:cNvCxnSpPr>
            <p:nvPr/>
          </p:nvCxnSpPr>
          <p:spPr bwMode="auto">
            <a:xfrm>
              <a:off x="8549196" y="2689227"/>
              <a:ext cx="0" cy="1440836"/>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sp>
          <p:nvSpPr>
            <p:cNvPr id="195" name="TextBox 42">
              <a:extLst>
                <a:ext uri="{FF2B5EF4-FFF2-40B4-BE49-F238E27FC236}">
                  <a16:creationId xmlns:a16="http://schemas.microsoft.com/office/drawing/2014/main" id="{34A1DA2E-B460-4D24-BE8D-03DE1E1627EC}"/>
                </a:ext>
              </a:extLst>
            </p:cNvPr>
            <p:cNvSpPr txBox="1"/>
            <p:nvPr/>
          </p:nvSpPr>
          <p:spPr>
            <a:xfrm>
              <a:off x="8601351" y="2796083"/>
              <a:ext cx="531285" cy="188385"/>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待报废</a:t>
              </a:r>
            </a:p>
          </p:txBody>
        </p:sp>
      </p:grpSp>
      <p:grpSp>
        <p:nvGrpSpPr>
          <p:cNvPr id="12" name="组合 11">
            <a:extLst>
              <a:ext uri="{FF2B5EF4-FFF2-40B4-BE49-F238E27FC236}">
                <a16:creationId xmlns:a16="http://schemas.microsoft.com/office/drawing/2014/main" id="{9AF30C30-37E3-F41C-868F-0832A2B00227}"/>
              </a:ext>
            </a:extLst>
          </p:cNvPr>
          <p:cNvGrpSpPr/>
          <p:nvPr/>
        </p:nvGrpSpPr>
        <p:grpSpPr>
          <a:xfrm>
            <a:off x="2377451" y="1966376"/>
            <a:ext cx="5726557" cy="4763436"/>
            <a:chOff x="2377451" y="1966376"/>
            <a:chExt cx="5726557" cy="4495642"/>
          </a:xfrm>
        </p:grpSpPr>
        <p:sp>
          <p:nvSpPr>
            <p:cNvPr id="42" name="Line 13">
              <a:extLst>
                <a:ext uri="{FF2B5EF4-FFF2-40B4-BE49-F238E27FC236}">
                  <a16:creationId xmlns:a16="http://schemas.microsoft.com/office/drawing/2014/main" id="{42A8B84D-967D-467A-977B-3F333380228F}"/>
                </a:ext>
              </a:extLst>
            </p:cNvPr>
            <p:cNvSpPr>
              <a:spLocks noChangeShapeType="1"/>
            </p:cNvSpPr>
            <p:nvPr/>
          </p:nvSpPr>
          <p:spPr bwMode="auto">
            <a:xfrm>
              <a:off x="2377451" y="1969637"/>
              <a:ext cx="0" cy="4492381"/>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3" name="Line 14">
              <a:extLst>
                <a:ext uri="{FF2B5EF4-FFF2-40B4-BE49-F238E27FC236}">
                  <a16:creationId xmlns:a16="http://schemas.microsoft.com/office/drawing/2014/main" id="{BA739097-B788-49FB-B7CD-BDA9076C9254}"/>
                </a:ext>
              </a:extLst>
            </p:cNvPr>
            <p:cNvSpPr>
              <a:spLocks noChangeShapeType="1"/>
            </p:cNvSpPr>
            <p:nvPr/>
          </p:nvSpPr>
          <p:spPr bwMode="auto">
            <a:xfrm>
              <a:off x="3950724" y="1984312"/>
              <a:ext cx="0" cy="447770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4" name="Line 15">
              <a:extLst>
                <a:ext uri="{FF2B5EF4-FFF2-40B4-BE49-F238E27FC236}">
                  <a16:creationId xmlns:a16="http://schemas.microsoft.com/office/drawing/2014/main" id="{A353E1C4-0B19-48C9-9401-43E813BC902C}"/>
                </a:ext>
              </a:extLst>
            </p:cNvPr>
            <p:cNvSpPr>
              <a:spLocks noChangeShapeType="1"/>
            </p:cNvSpPr>
            <p:nvPr/>
          </p:nvSpPr>
          <p:spPr bwMode="auto">
            <a:xfrm>
              <a:off x="5092469" y="1966376"/>
              <a:ext cx="0" cy="447770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6" name="Line 17">
              <a:extLst>
                <a:ext uri="{FF2B5EF4-FFF2-40B4-BE49-F238E27FC236}">
                  <a16:creationId xmlns:a16="http://schemas.microsoft.com/office/drawing/2014/main" id="{69A32D68-BBBF-4728-A2E5-BBEFD7BE44D9}"/>
                </a:ext>
              </a:extLst>
            </p:cNvPr>
            <p:cNvSpPr>
              <a:spLocks noChangeShapeType="1"/>
            </p:cNvSpPr>
            <p:nvPr/>
          </p:nvSpPr>
          <p:spPr bwMode="auto">
            <a:xfrm>
              <a:off x="6665742" y="1966376"/>
              <a:ext cx="0" cy="447770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6" name="Line 17">
              <a:extLst>
                <a:ext uri="{FF2B5EF4-FFF2-40B4-BE49-F238E27FC236}">
                  <a16:creationId xmlns:a16="http://schemas.microsoft.com/office/drawing/2014/main" id="{C5228092-D441-D3A5-9C07-18103A61F6A9}"/>
                </a:ext>
              </a:extLst>
            </p:cNvPr>
            <p:cNvSpPr>
              <a:spLocks noChangeShapeType="1"/>
            </p:cNvSpPr>
            <p:nvPr/>
          </p:nvSpPr>
          <p:spPr bwMode="auto">
            <a:xfrm>
              <a:off x="8104008" y="1966376"/>
              <a:ext cx="0" cy="4477706"/>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2" name="Group 17">
            <a:extLst>
              <a:ext uri="{FF2B5EF4-FFF2-40B4-BE49-F238E27FC236}">
                <a16:creationId xmlns:a16="http://schemas.microsoft.com/office/drawing/2014/main" id="{2BFA886C-AB0D-C4FE-2F07-46BB40141777}"/>
              </a:ext>
            </a:extLst>
          </p:cNvPr>
          <p:cNvGrpSpPr>
            <a:grpSpLocks/>
          </p:cNvGrpSpPr>
          <p:nvPr>
            <p:custDataLst>
              <p:tags r:id="rId8"/>
            </p:custDataLst>
          </p:nvPr>
        </p:nvGrpSpPr>
        <p:grpSpPr bwMode="auto">
          <a:xfrm>
            <a:off x="8017890" y="1259283"/>
            <a:ext cx="1401722" cy="599997"/>
            <a:chOff x="4104" y="719"/>
            <a:chExt cx="1017" cy="576"/>
          </a:xfrm>
          <a:noFill/>
        </p:grpSpPr>
        <p:sp>
          <p:nvSpPr>
            <p:cNvPr id="164" name="Freeform 18">
              <a:extLst>
                <a:ext uri="{FF2B5EF4-FFF2-40B4-BE49-F238E27FC236}">
                  <a16:creationId xmlns:a16="http://schemas.microsoft.com/office/drawing/2014/main" id="{E0FEE3DD-9AD0-B46E-B9D1-C3628F7FD5C2}"/>
                </a:ext>
              </a:extLst>
            </p:cNvPr>
            <p:cNvSpPr>
              <a:spLocks/>
            </p:cNvSpPr>
            <p:nvPr>
              <p:custDataLst>
                <p:tags r:id="rId21"/>
              </p:custDataLst>
            </p:nvPr>
          </p:nvSpPr>
          <p:spPr bwMode="blackWhite">
            <a:xfrm>
              <a:off x="4104" y="719"/>
              <a:ext cx="1017" cy="576"/>
            </a:xfrm>
            <a:custGeom>
              <a:avLst/>
              <a:gdLst>
                <a:gd name="T0" fmla="*/ 0 w 1017"/>
                <a:gd name="T1" fmla="*/ 0 h 576"/>
                <a:gd name="T2" fmla="*/ 913 w 1017"/>
                <a:gd name="T3" fmla="*/ 0 h 576"/>
                <a:gd name="T4" fmla="*/ 1017 w 1017"/>
                <a:gd name="T5" fmla="*/ 288 h 576"/>
                <a:gd name="T6" fmla="*/ 913 w 1017"/>
                <a:gd name="T7" fmla="*/ 576 h 576"/>
                <a:gd name="T8" fmla="*/ 0 w 1017"/>
                <a:gd name="T9" fmla="*/ 576 h 576"/>
                <a:gd name="T10" fmla="*/ 104 w 1017"/>
                <a:gd name="T11" fmla="*/ 288 h 576"/>
                <a:gd name="T12" fmla="*/ 0 w 1017"/>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7" h="576">
                  <a:moveTo>
                    <a:pt x="0" y="0"/>
                  </a:moveTo>
                  <a:lnTo>
                    <a:pt x="913" y="0"/>
                  </a:lnTo>
                  <a:lnTo>
                    <a:pt x="1017" y="288"/>
                  </a:lnTo>
                  <a:lnTo>
                    <a:pt x="913"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165" name="Rectangle 19">
              <a:extLst>
                <a:ext uri="{FF2B5EF4-FFF2-40B4-BE49-F238E27FC236}">
                  <a16:creationId xmlns:a16="http://schemas.microsoft.com/office/drawing/2014/main" id="{0ABB7723-366F-F9F8-3883-DB7CF0C2040E}"/>
                </a:ext>
              </a:extLst>
            </p:cNvPr>
            <p:cNvSpPr>
              <a:spLocks noChangeArrowheads="1"/>
            </p:cNvSpPr>
            <p:nvPr>
              <p:custDataLst>
                <p:tags r:id="rId22"/>
              </p:custDataLst>
            </p:nvPr>
          </p:nvSpPr>
          <p:spPr bwMode="blackWhite">
            <a:xfrm>
              <a:off x="4240" y="751"/>
              <a:ext cx="778"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资产盘点</a:t>
              </a:r>
              <a:endParaRPr lang="en-US" altLang="ko-KR" b="1" dirty="0"/>
            </a:p>
          </p:txBody>
        </p:sp>
      </p:grpSp>
      <p:cxnSp>
        <p:nvCxnSpPr>
          <p:cNvPr id="124" name="直接箭头连接符 123">
            <a:extLst>
              <a:ext uri="{FF2B5EF4-FFF2-40B4-BE49-F238E27FC236}">
                <a16:creationId xmlns:a16="http://schemas.microsoft.com/office/drawing/2014/main" id="{6625FC89-A852-B9AD-4382-0E9EC8B7A811}"/>
              </a:ext>
            </a:extLst>
          </p:cNvPr>
          <p:cNvCxnSpPr>
            <a:cxnSpLocks/>
            <a:stCxn id="149" idx="4"/>
            <a:endCxn id="167" idx="0"/>
          </p:cNvCxnSpPr>
          <p:nvPr/>
        </p:nvCxnSpPr>
        <p:spPr bwMode="auto">
          <a:xfrm>
            <a:off x="8847675" y="2681692"/>
            <a:ext cx="0" cy="390105"/>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sp>
        <p:nvSpPr>
          <p:cNvPr id="128" name="TextBox 42">
            <a:extLst>
              <a:ext uri="{FF2B5EF4-FFF2-40B4-BE49-F238E27FC236}">
                <a16:creationId xmlns:a16="http://schemas.microsoft.com/office/drawing/2014/main" id="{8C79D2F4-D6AA-2931-A7D5-6F603B55FC56}"/>
              </a:ext>
            </a:extLst>
          </p:cNvPr>
          <p:cNvSpPr txBox="1"/>
          <p:nvPr/>
        </p:nvSpPr>
        <p:spPr>
          <a:xfrm>
            <a:off x="8085215" y="4918641"/>
            <a:ext cx="763055" cy="389017"/>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盘盈</a:t>
            </a:r>
            <a:endParaRPr lang="en-US" altLang="zh-CN" sz="1200" kern="0" dirty="0">
              <a:latin typeface="Noto Sans CJK KR Regular" pitchFamily="34" charset="-127"/>
              <a:ea typeface="Noto Sans CJK KR Regular" pitchFamily="34" charset="-127"/>
            </a:endParaRPr>
          </a:p>
          <a:p>
            <a:pPr algn="ctr" latinLnBrk="0">
              <a:lnSpc>
                <a:spcPct val="110000"/>
              </a:lnSpc>
            </a:pPr>
            <a:r>
              <a:rPr lang="zh-CN" altLang="en-US" sz="1200" kern="0" dirty="0">
                <a:latin typeface="Noto Sans CJK KR Regular" pitchFamily="34" charset="-127"/>
                <a:ea typeface="Noto Sans CJK KR Regular" pitchFamily="34" charset="-127"/>
              </a:rPr>
              <a:t>信息补正</a:t>
            </a:r>
          </a:p>
        </p:txBody>
      </p:sp>
      <p:sp>
        <p:nvSpPr>
          <p:cNvPr id="120" name="Rectangle 20">
            <a:extLst>
              <a:ext uri="{FF2B5EF4-FFF2-40B4-BE49-F238E27FC236}">
                <a16:creationId xmlns:a16="http://schemas.microsoft.com/office/drawing/2014/main" id="{994345D3-879F-EC28-1C1C-D4F329B14A2C}"/>
              </a:ext>
            </a:extLst>
          </p:cNvPr>
          <p:cNvSpPr>
            <a:spLocks noChangeArrowheads="1"/>
          </p:cNvSpPr>
          <p:nvPr/>
        </p:nvSpPr>
        <p:spPr bwMode="auto">
          <a:xfrm>
            <a:off x="8520683" y="6027304"/>
            <a:ext cx="558993"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盘亏</a:t>
            </a:r>
            <a:r>
              <a:rPr lang="en-US" altLang="zh-CN" sz="1400" b="1" dirty="0">
                <a:latin typeface="微软雅黑" panose="020B0503020204020204" pitchFamily="34" charset="-122"/>
                <a:ea typeface="微软雅黑" panose="020B0503020204020204" pitchFamily="34" charset="-122"/>
              </a:rPr>
              <a:t>)</a:t>
            </a:r>
          </a:p>
        </p:txBody>
      </p:sp>
      <p:grpSp>
        <p:nvGrpSpPr>
          <p:cNvPr id="122" name="组合 121">
            <a:extLst>
              <a:ext uri="{FF2B5EF4-FFF2-40B4-BE49-F238E27FC236}">
                <a16:creationId xmlns:a16="http://schemas.microsoft.com/office/drawing/2014/main" id="{BA0507AF-1215-C179-0CEA-C6EC7330A374}"/>
              </a:ext>
            </a:extLst>
          </p:cNvPr>
          <p:cNvGrpSpPr/>
          <p:nvPr/>
        </p:nvGrpSpPr>
        <p:grpSpPr>
          <a:xfrm>
            <a:off x="8374501" y="2125980"/>
            <a:ext cx="946348" cy="555712"/>
            <a:chOff x="6378377" y="2176794"/>
            <a:chExt cx="913964" cy="547354"/>
          </a:xfrm>
        </p:grpSpPr>
        <p:grpSp>
          <p:nvGrpSpPr>
            <p:cNvPr id="146" name="Group 18">
              <a:extLst>
                <a:ext uri="{FF2B5EF4-FFF2-40B4-BE49-F238E27FC236}">
                  <a16:creationId xmlns:a16="http://schemas.microsoft.com/office/drawing/2014/main" id="{FBAD9BAA-BEE4-4AC7-8623-B5C322A4CCA5}"/>
                </a:ext>
              </a:extLst>
            </p:cNvPr>
            <p:cNvGrpSpPr>
              <a:grpSpLocks/>
            </p:cNvGrpSpPr>
            <p:nvPr>
              <p:custDataLst>
                <p:tags r:id="rId17"/>
              </p:custDataLst>
            </p:nvPr>
          </p:nvGrpSpPr>
          <p:grpSpPr bwMode="auto">
            <a:xfrm>
              <a:off x="6378377" y="2176794"/>
              <a:ext cx="913964" cy="547354"/>
              <a:chOff x="2400" y="1968"/>
              <a:chExt cx="960" cy="960"/>
            </a:xfrm>
          </p:grpSpPr>
          <p:sp>
            <p:nvSpPr>
              <p:cNvPr id="149" name="Oval 15">
                <a:extLst>
                  <a:ext uri="{FF2B5EF4-FFF2-40B4-BE49-F238E27FC236}">
                    <a16:creationId xmlns:a16="http://schemas.microsoft.com/office/drawing/2014/main" id="{88A99E00-C3F3-3267-EE5D-4D011965B9F3}"/>
                  </a:ext>
                </a:extLst>
              </p:cNvPr>
              <p:cNvSpPr>
                <a:spLocks noChangeArrowheads="1"/>
              </p:cNvSpPr>
              <p:nvPr>
                <p:custDataLst>
                  <p:tags r:id="rId19"/>
                </p:custDataLst>
              </p:nvPr>
            </p:nvSpPr>
            <p:spPr bwMode="auto">
              <a:xfrm>
                <a:off x="2400" y="1968"/>
                <a:ext cx="960" cy="960"/>
              </a:xfrm>
              <a:prstGeom prst="ellipse">
                <a:avLst/>
              </a:prstGeom>
              <a:noFill/>
              <a:ln w="12700" algn="ctr">
                <a:solidFill>
                  <a:schemeClr val="bg1">
                    <a:lumMod val="50000"/>
                  </a:schemeClr>
                </a:solidFill>
                <a:round/>
                <a:headEnd/>
                <a:tailEnd/>
              </a:ln>
            </p:spPr>
            <p:txBody>
              <a:bodyPr lIns="0" tIns="0" rIns="0" bIns="0" anchor="ctr"/>
              <a:lstStyle/>
              <a:p>
                <a:pPr algn="ctr">
                  <a:lnSpc>
                    <a:spcPts val="1200"/>
                  </a:lnSpc>
                </a:pPr>
                <a:endParaRPr lang="zh-CN" altLang="en-US" sz="1200">
                  <a:latin typeface="Noto Sans CJK SC Regular" pitchFamily="34" charset="-122"/>
                  <a:ea typeface="Noto Sans CJK SC Regular" pitchFamily="34" charset="-122"/>
                  <a:cs typeface="Arial" panose="020B0604020202020204" pitchFamily="34" charset="0"/>
                </a:endParaRPr>
              </a:p>
            </p:txBody>
          </p:sp>
          <p:sp>
            <p:nvSpPr>
              <p:cNvPr id="151" name="Rectangle 17">
                <a:extLst>
                  <a:ext uri="{FF2B5EF4-FFF2-40B4-BE49-F238E27FC236}">
                    <a16:creationId xmlns:a16="http://schemas.microsoft.com/office/drawing/2014/main" id="{0BEC1165-E64E-607E-1031-21F5698095A6}"/>
                  </a:ext>
                </a:extLst>
              </p:cNvPr>
              <p:cNvSpPr>
                <a:spLocks noChangeArrowheads="1"/>
              </p:cNvSpPr>
              <p:nvPr>
                <p:custDataLst>
                  <p:tags r:id="rId20"/>
                </p:custDataLst>
              </p:nvPr>
            </p:nvSpPr>
            <p:spPr bwMode="auto">
              <a:xfrm>
                <a:off x="2440" y="2000"/>
                <a:ext cx="880" cy="880"/>
              </a:xfrm>
              <a:prstGeom prst="rect">
                <a:avLst/>
              </a:prstGeom>
              <a:noFill/>
              <a:ln w="12700" algn="ctr">
                <a:noFill/>
                <a:round/>
                <a:headEnd/>
                <a:tailEnd/>
              </a:ln>
            </p:spPr>
            <p:txBody>
              <a:bodyPr lIns="0" tIns="0" rIns="0" bIns="0" anchor="ctr"/>
              <a:lstStyle/>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盘点计划</a:t>
                </a:r>
                <a:endParaRPr lang="en-US" altLang="zh-CN" sz="1200" dirty="0">
                  <a:latin typeface="Noto Sans CJK SC Regular" pitchFamily="34" charset="-122"/>
                  <a:ea typeface="Noto Sans CJK SC Regular" pitchFamily="34" charset="-122"/>
                  <a:cs typeface="Arial" panose="020B0604020202020204" pitchFamily="34" charset="0"/>
                </a:endParaRPr>
              </a:p>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制作</a:t>
                </a:r>
                <a:endParaRPr lang="en-US" altLang="ko-KR" sz="1200" dirty="0">
                  <a:latin typeface="Noto Sans CJK SC Regular" pitchFamily="34" charset="-122"/>
                  <a:ea typeface="Noto Sans CJK SC Regular" pitchFamily="34" charset="-122"/>
                  <a:cs typeface="Arial" panose="020B0604020202020204" pitchFamily="34" charset="0"/>
                </a:endParaRPr>
              </a:p>
            </p:txBody>
          </p:sp>
        </p:grpSp>
        <p:sp>
          <p:nvSpPr>
            <p:cNvPr id="148" name="Oval 16">
              <a:extLst>
                <a:ext uri="{FF2B5EF4-FFF2-40B4-BE49-F238E27FC236}">
                  <a16:creationId xmlns:a16="http://schemas.microsoft.com/office/drawing/2014/main" id="{6D1D6572-EC7B-B038-D665-093B8CFB6C88}"/>
                </a:ext>
              </a:extLst>
            </p:cNvPr>
            <p:cNvSpPr>
              <a:spLocks noChangeArrowheads="1"/>
            </p:cNvSpPr>
            <p:nvPr>
              <p:custDataLst>
                <p:tags r:id="rId18"/>
              </p:custDataLst>
            </p:nvPr>
          </p:nvSpPr>
          <p:spPr bwMode="auto">
            <a:xfrm>
              <a:off x="7060664" y="2544760"/>
              <a:ext cx="23167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latin typeface="+mn-ea"/>
                  <a:ea typeface="+mn-ea"/>
                </a:rPr>
                <a:t>15</a:t>
              </a:r>
            </a:p>
          </p:txBody>
        </p:sp>
      </p:grpSp>
      <p:grpSp>
        <p:nvGrpSpPr>
          <p:cNvPr id="123" name="组合 122">
            <a:extLst>
              <a:ext uri="{FF2B5EF4-FFF2-40B4-BE49-F238E27FC236}">
                <a16:creationId xmlns:a16="http://schemas.microsoft.com/office/drawing/2014/main" id="{4B8414A4-A800-EB54-0973-7D513846CDD2}"/>
              </a:ext>
            </a:extLst>
          </p:cNvPr>
          <p:cNvGrpSpPr/>
          <p:nvPr/>
        </p:nvGrpSpPr>
        <p:grpSpPr>
          <a:xfrm>
            <a:off x="8374501" y="4144528"/>
            <a:ext cx="946348" cy="555712"/>
            <a:chOff x="6378377" y="2176794"/>
            <a:chExt cx="913964" cy="547354"/>
          </a:xfrm>
        </p:grpSpPr>
        <p:grpSp>
          <p:nvGrpSpPr>
            <p:cNvPr id="129" name="Group 18">
              <a:extLst>
                <a:ext uri="{FF2B5EF4-FFF2-40B4-BE49-F238E27FC236}">
                  <a16:creationId xmlns:a16="http://schemas.microsoft.com/office/drawing/2014/main" id="{0B12D49F-3750-756F-2CCE-D86A3CCBD10E}"/>
                </a:ext>
              </a:extLst>
            </p:cNvPr>
            <p:cNvGrpSpPr>
              <a:grpSpLocks/>
            </p:cNvGrpSpPr>
            <p:nvPr>
              <p:custDataLst>
                <p:tags r:id="rId13"/>
              </p:custDataLst>
            </p:nvPr>
          </p:nvGrpSpPr>
          <p:grpSpPr bwMode="auto">
            <a:xfrm>
              <a:off x="6378377" y="2176794"/>
              <a:ext cx="913964" cy="547354"/>
              <a:chOff x="2400" y="1968"/>
              <a:chExt cx="960" cy="960"/>
            </a:xfrm>
          </p:grpSpPr>
          <p:sp>
            <p:nvSpPr>
              <p:cNvPr id="144" name="Oval 15">
                <a:extLst>
                  <a:ext uri="{FF2B5EF4-FFF2-40B4-BE49-F238E27FC236}">
                    <a16:creationId xmlns:a16="http://schemas.microsoft.com/office/drawing/2014/main" id="{9C0064DA-1508-4346-B65F-0DD57A4F82F2}"/>
                  </a:ext>
                </a:extLst>
              </p:cNvPr>
              <p:cNvSpPr>
                <a:spLocks noChangeArrowheads="1"/>
              </p:cNvSpPr>
              <p:nvPr>
                <p:custDataLst>
                  <p:tags r:id="rId15"/>
                </p:custDataLst>
              </p:nvPr>
            </p:nvSpPr>
            <p:spPr bwMode="auto">
              <a:xfrm>
                <a:off x="2400" y="1968"/>
                <a:ext cx="960" cy="960"/>
              </a:xfrm>
              <a:prstGeom prst="ellipse">
                <a:avLst/>
              </a:prstGeom>
              <a:noFill/>
              <a:ln w="12700" algn="ctr">
                <a:solidFill>
                  <a:schemeClr val="bg1">
                    <a:lumMod val="50000"/>
                  </a:schemeClr>
                </a:solidFill>
                <a:round/>
                <a:headEnd/>
                <a:tailEnd/>
              </a:ln>
            </p:spPr>
            <p:txBody>
              <a:bodyPr lIns="0" tIns="0" rIns="0" bIns="0" anchor="ctr"/>
              <a:lstStyle/>
              <a:p>
                <a:pPr algn="ctr">
                  <a:lnSpc>
                    <a:spcPts val="1200"/>
                  </a:lnSpc>
                </a:pPr>
                <a:endParaRPr lang="zh-CN" altLang="en-US" sz="1200">
                  <a:latin typeface="Noto Sans CJK SC Regular" pitchFamily="34" charset="-122"/>
                  <a:ea typeface="Noto Sans CJK SC Regular" pitchFamily="34" charset="-122"/>
                  <a:cs typeface="Arial" panose="020B0604020202020204" pitchFamily="34" charset="0"/>
                </a:endParaRPr>
              </a:p>
            </p:txBody>
          </p:sp>
          <p:sp>
            <p:nvSpPr>
              <p:cNvPr id="145" name="Rectangle 17">
                <a:extLst>
                  <a:ext uri="{FF2B5EF4-FFF2-40B4-BE49-F238E27FC236}">
                    <a16:creationId xmlns:a16="http://schemas.microsoft.com/office/drawing/2014/main" id="{9EC3D19B-2EAE-4470-F158-578DB995D792}"/>
                  </a:ext>
                </a:extLst>
              </p:cNvPr>
              <p:cNvSpPr>
                <a:spLocks noChangeArrowheads="1"/>
              </p:cNvSpPr>
              <p:nvPr>
                <p:custDataLst>
                  <p:tags r:id="rId16"/>
                </p:custDataLst>
              </p:nvPr>
            </p:nvSpPr>
            <p:spPr bwMode="auto">
              <a:xfrm>
                <a:off x="2440" y="2000"/>
                <a:ext cx="880" cy="880"/>
              </a:xfrm>
              <a:prstGeom prst="rect">
                <a:avLst/>
              </a:prstGeom>
              <a:noFill/>
              <a:ln w="12700" algn="ctr">
                <a:noFill/>
                <a:round/>
                <a:headEnd/>
                <a:tailEnd/>
              </a:ln>
            </p:spPr>
            <p:txBody>
              <a:bodyPr lIns="0" tIns="0" rIns="0" bIns="0" anchor="ctr"/>
              <a:lstStyle/>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盘点补正</a:t>
                </a:r>
                <a:endParaRPr lang="en-US" altLang="ko-KR" sz="1200" dirty="0">
                  <a:latin typeface="Noto Sans CJK SC Regular" pitchFamily="34" charset="-122"/>
                  <a:ea typeface="Noto Sans CJK SC Regular" pitchFamily="34" charset="-122"/>
                  <a:cs typeface="Arial" panose="020B0604020202020204" pitchFamily="34" charset="0"/>
                </a:endParaRPr>
              </a:p>
            </p:txBody>
          </p:sp>
        </p:grpSp>
        <p:sp>
          <p:nvSpPr>
            <p:cNvPr id="130" name="Oval 16">
              <a:extLst>
                <a:ext uri="{FF2B5EF4-FFF2-40B4-BE49-F238E27FC236}">
                  <a16:creationId xmlns:a16="http://schemas.microsoft.com/office/drawing/2014/main" id="{69608E1F-F49A-8811-36EC-DFDCEA031ADB}"/>
                </a:ext>
              </a:extLst>
            </p:cNvPr>
            <p:cNvSpPr>
              <a:spLocks noChangeArrowheads="1"/>
            </p:cNvSpPr>
            <p:nvPr>
              <p:custDataLst>
                <p:tags r:id="rId14"/>
              </p:custDataLst>
            </p:nvPr>
          </p:nvSpPr>
          <p:spPr bwMode="auto">
            <a:xfrm>
              <a:off x="7060664" y="2544760"/>
              <a:ext cx="231677" cy="179388"/>
            </a:xfrm>
            <a:prstGeom prst="ellipse">
              <a:avLst/>
            </a:prstGeom>
            <a:noFill/>
            <a:ln w="9525" algn="ctr">
              <a:solidFill>
                <a:schemeClr val="tx1"/>
              </a:solidFill>
              <a:round/>
              <a:headEnd/>
              <a:tailEnd/>
            </a:ln>
          </p:spPr>
          <p:txBody>
            <a:bodyPr wrap="none" lIns="0" tIns="0" rIns="0" bIns="0" anchor="ctr"/>
            <a:lstStyle/>
            <a:p>
              <a:pPr algn="ctr" latinLnBrk="0"/>
              <a:r>
                <a:rPr lang="en-US" altLang="zh-CN" sz="1200" b="1" dirty="0">
                  <a:latin typeface="+mn-ea"/>
                </a:rPr>
                <a:t>17</a:t>
              </a:r>
              <a:endParaRPr kumimoji="0" lang="en-US" altLang="zh-CN" sz="1200" b="1" dirty="0">
                <a:latin typeface="+mn-ea"/>
                <a:ea typeface="+mn-ea"/>
              </a:endParaRPr>
            </a:p>
          </p:txBody>
        </p:sp>
      </p:grpSp>
      <p:sp>
        <p:nvSpPr>
          <p:cNvPr id="167" name="Oval 15">
            <a:extLst>
              <a:ext uri="{FF2B5EF4-FFF2-40B4-BE49-F238E27FC236}">
                <a16:creationId xmlns:a16="http://schemas.microsoft.com/office/drawing/2014/main" id="{368A2504-3972-F448-DD38-FCEBDD5A3831}"/>
              </a:ext>
            </a:extLst>
          </p:cNvPr>
          <p:cNvSpPr>
            <a:spLocks noChangeArrowheads="1"/>
          </p:cNvSpPr>
          <p:nvPr>
            <p:custDataLst>
              <p:tags r:id="rId9"/>
            </p:custDataLst>
          </p:nvPr>
        </p:nvSpPr>
        <p:spPr bwMode="auto">
          <a:xfrm>
            <a:off x="8374501" y="3071797"/>
            <a:ext cx="946348" cy="555712"/>
          </a:xfrm>
          <a:prstGeom prst="ellipse">
            <a:avLst/>
          </a:prstGeom>
          <a:noFill/>
          <a:ln w="12700" algn="ctr">
            <a:solidFill>
              <a:schemeClr val="bg1">
                <a:lumMod val="50000"/>
              </a:schemeClr>
            </a:solidFill>
            <a:round/>
            <a:headEnd/>
            <a:tailEnd/>
          </a:ln>
        </p:spPr>
        <p:txBody>
          <a:bodyPr lIns="0" tIns="0" rIns="0" bIns="0" anchor="ctr"/>
          <a:lstStyle/>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盘点实绩</a:t>
            </a:r>
            <a:endParaRPr lang="en-US" altLang="zh-CN" sz="1200" dirty="0">
              <a:latin typeface="Noto Sans CJK SC Regular" pitchFamily="34" charset="-122"/>
              <a:ea typeface="Noto Sans CJK SC Regular" pitchFamily="34" charset="-122"/>
              <a:cs typeface="Arial" panose="020B0604020202020204" pitchFamily="34" charset="0"/>
            </a:endParaRPr>
          </a:p>
          <a:p>
            <a:pPr algn="ctr">
              <a:lnSpc>
                <a:spcPts val="1200"/>
              </a:lnSpc>
            </a:pPr>
            <a:r>
              <a:rPr lang="zh-CN" altLang="en-US" sz="1200" dirty="0">
                <a:latin typeface="Noto Sans CJK SC Regular" pitchFamily="34" charset="-122"/>
                <a:ea typeface="Noto Sans CJK SC Regular" pitchFamily="34" charset="-122"/>
                <a:cs typeface="Arial" panose="020B0604020202020204" pitchFamily="34" charset="0"/>
              </a:rPr>
              <a:t>录入</a:t>
            </a:r>
          </a:p>
        </p:txBody>
      </p:sp>
      <p:sp>
        <p:nvSpPr>
          <p:cNvPr id="168" name="TextBox 42">
            <a:extLst>
              <a:ext uri="{FF2B5EF4-FFF2-40B4-BE49-F238E27FC236}">
                <a16:creationId xmlns:a16="http://schemas.microsoft.com/office/drawing/2014/main" id="{EF0B6512-5A2D-AD53-177E-2B4A273F7C92}"/>
              </a:ext>
            </a:extLst>
          </p:cNvPr>
          <p:cNvSpPr txBox="1"/>
          <p:nvPr/>
        </p:nvSpPr>
        <p:spPr>
          <a:xfrm>
            <a:off x="7321646" y="4730894"/>
            <a:ext cx="659703" cy="188385"/>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报废完成</a:t>
            </a:r>
          </a:p>
        </p:txBody>
      </p:sp>
      <p:cxnSp>
        <p:nvCxnSpPr>
          <p:cNvPr id="169" name="直接箭头连接符 168">
            <a:extLst>
              <a:ext uri="{FF2B5EF4-FFF2-40B4-BE49-F238E27FC236}">
                <a16:creationId xmlns:a16="http://schemas.microsoft.com/office/drawing/2014/main" id="{4F516E26-E1EA-C076-077F-1D56ED538FFF}"/>
              </a:ext>
            </a:extLst>
          </p:cNvPr>
          <p:cNvCxnSpPr>
            <a:cxnSpLocks/>
            <a:stCxn id="167" idx="4"/>
            <a:endCxn id="145" idx="0"/>
          </p:cNvCxnSpPr>
          <p:nvPr/>
        </p:nvCxnSpPr>
        <p:spPr bwMode="auto">
          <a:xfrm>
            <a:off x="8847675" y="3627509"/>
            <a:ext cx="0" cy="535543"/>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cxnSp>
        <p:nvCxnSpPr>
          <p:cNvPr id="170" name="肘形连接符 112">
            <a:extLst>
              <a:ext uri="{FF2B5EF4-FFF2-40B4-BE49-F238E27FC236}">
                <a16:creationId xmlns:a16="http://schemas.microsoft.com/office/drawing/2014/main" id="{1E27E4BA-D8E7-C27E-A780-3500D23AE5DB}"/>
              </a:ext>
            </a:extLst>
          </p:cNvPr>
          <p:cNvCxnSpPr>
            <a:cxnSpLocks/>
            <a:stCxn id="145" idx="2"/>
            <a:endCxn id="60" idx="3"/>
          </p:cNvCxnSpPr>
          <p:nvPr/>
        </p:nvCxnSpPr>
        <p:spPr bwMode="auto">
          <a:xfrm rot="5400000" flipH="1">
            <a:off x="5351501" y="1176282"/>
            <a:ext cx="251705" cy="6740643"/>
          </a:xfrm>
          <a:prstGeom prst="bentConnector4">
            <a:avLst>
              <a:gd name="adj1" fmla="val -90821"/>
              <a:gd name="adj2" fmla="val 53217"/>
            </a:avLst>
          </a:prstGeom>
          <a:solidFill>
            <a:schemeClr val="accent1"/>
          </a:solidFill>
          <a:ln w="9525" cap="flat" cmpd="sng" algn="ctr">
            <a:solidFill>
              <a:schemeClr val="bg1">
                <a:lumMod val="50000"/>
              </a:schemeClr>
            </a:solidFill>
            <a:prstDash val="dash"/>
            <a:round/>
            <a:headEnd type="none" w="med" len="med"/>
            <a:tailEnd type="arrow"/>
          </a:ln>
          <a:effectLst/>
        </p:spPr>
      </p:cxnSp>
      <p:sp>
        <p:nvSpPr>
          <p:cNvPr id="171" name="TextBox 42">
            <a:extLst>
              <a:ext uri="{FF2B5EF4-FFF2-40B4-BE49-F238E27FC236}">
                <a16:creationId xmlns:a16="http://schemas.microsoft.com/office/drawing/2014/main" id="{7D71BB99-ACCB-A67C-29A8-B05A816CA535}"/>
              </a:ext>
            </a:extLst>
          </p:cNvPr>
          <p:cNvSpPr txBox="1"/>
          <p:nvPr/>
        </p:nvSpPr>
        <p:spPr>
          <a:xfrm>
            <a:off x="8851272" y="4833357"/>
            <a:ext cx="438520" cy="191262"/>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盘亏</a:t>
            </a:r>
          </a:p>
        </p:txBody>
      </p:sp>
      <p:sp>
        <p:nvSpPr>
          <p:cNvPr id="166" name="Line 6">
            <a:extLst>
              <a:ext uri="{FF2B5EF4-FFF2-40B4-BE49-F238E27FC236}">
                <a16:creationId xmlns:a16="http://schemas.microsoft.com/office/drawing/2014/main" id="{28C82BE8-9BF1-33F3-28F9-9976C2457B2E}"/>
              </a:ext>
            </a:extLst>
          </p:cNvPr>
          <p:cNvSpPr>
            <a:spLocks noChangeShapeType="1"/>
          </p:cNvSpPr>
          <p:nvPr/>
        </p:nvSpPr>
        <p:spPr bwMode="auto">
          <a:xfrm flipV="1">
            <a:off x="1194335" y="6360183"/>
            <a:ext cx="8219374" cy="1103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zh-CN" altLang="en-US"/>
          </a:p>
        </p:txBody>
      </p:sp>
      <p:sp>
        <p:nvSpPr>
          <p:cNvPr id="172" name="Rectangle 20">
            <a:extLst>
              <a:ext uri="{FF2B5EF4-FFF2-40B4-BE49-F238E27FC236}">
                <a16:creationId xmlns:a16="http://schemas.microsoft.com/office/drawing/2014/main" id="{DA033242-7874-9447-5ADA-B06E3349FA9E}"/>
              </a:ext>
            </a:extLst>
          </p:cNvPr>
          <p:cNvSpPr>
            <a:spLocks noChangeArrowheads="1"/>
          </p:cNvSpPr>
          <p:nvPr/>
        </p:nvSpPr>
        <p:spPr bwMode="auto">
          <a:xfrm>
            <a:off x="1452046" y="6458207"/>
            <a:ext cx="516341"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400" b="1" dirty="0">
                <a:latin typeface="微软雅黑" panose="020B0503020204020204" pitchFamily="34" charset="-122"/>
                <a:ea typeface="微软雅黑" panose="020B0503020204020204" pitchFamily="34" charset="-122"/>
              </a:rPr>
              <a:t>在库</a:t>
            </a:r>
            <a:endParaRPr lang="en-US" altLang="zh-CN" sz="1400" b="1" dirty="0">
              <a:latin typeface="微软雅黑" panose="020B0503020204020204" pitchFamily="34" charset="-122"/>
              <a:ea typeface="微软雅黑" panose="020B0503020204020204" pitchFamily="34" charset="-122"/>
            </a:endParaRPr>
          </a:p>
        </p:txBody>
      </p:sp>
      <p:sp>
        <p:nvSpPr>
          <p:cNvPr id="173" name="Rectangle 20">
            <a:extLst>
              <a:ext uri="{FF2B5EF4-FFF2-40B4-BE49-F238E27FC236}">
                <a16:creationId xmlns:a16="http://schemas.microsoft.com/office/drawing/2014/main" id="{2697139A-6DD4-4D4F-C113-FFF25636C514}"/>
              </a:ext>
            </a:extLst>
          </p:cNvPr>
          <p:cNvSpPr>
            <a:spLocks noChangeArrowheads="1"/>
          </p:cNvSpPr>
          <p:nvPr/>
        </p:nvSpPr>
        <p:spPr bwMode="auto">
          <a:xfrm>
            <a:off x="2576373" y="6458207"/>
            <a:ext cx="1175429"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400" b="1" dirty="0">
                <a:solidFill>
                  <a:srgbClr val="0054A6"/>
                </a:solidFill>
                <a:latin typeface="微软雅黑" panose="020B0503020204020204" pitchFamily="34" charset="-122"/>
                <a:ea typeface="微软雅黑" panose="020B0503020204020204" pitchFamily="34" charset="-122"/>
              </a:rPr>
              <a:t>在库</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已出库</a:t>
            </a:r>
            <a:endParaRPr lang="en-US" altLang="zh-CN" sz="1400" b="1" dirty="0">
              <a:latin typeface="微软雅黑" panose="020B0503020204020204" pitchFamily="34" charset="-122"/>
              <a:ea typeface="微软雅黑" panose="020B0503020204020204" pitchFamily="34" charset="-122"/>
            </a:endParaRPr>
          </a:p>
        </p:txBody>
      </p:sp>
      <p:sp>
        <p:nvSpPr>
          <p:cNvPr id="174" name="Rectangle 20">
            <a:extLst>
              <a:ext uri="{FF2B5EF4-FFF2-40B4-BE49-F238E27FC236}">
                <a16:creationId xmlns:a16="http://schemas.microsoft.com/office/drawing/2014/main" id="{E821BC51-2890-A4C0-ED49-A2B46ED7DFF9}"/>
              </a:ext>
            </a:extLst>
          </p:cNvPr>
          <p:cNvSpPr>
            <a:spLocks noChangeArrowheads="1"/>
          </p:cNvSpPr>
          <p:nvPr/>
        </p:nvSpPr>
        <p:spPr bwMode="auto">
          <a:xfrm>
            <a:off x="4275618" y="6458207"/>
            <a:ext cx="516341"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400" b="1" dirty="0">
                <a:latin typeface="微软雅黑" panose="020B0503020204020204" pitchFamily="34" charset="-122"/>
                <a:ea typeface="微软雅黑" panose="020B0503020204020204" pitchFamily="34" charset="-122"/>
              </a:rPr>
              <a:t>在库</a:t>
            </a:r>
            <a:endParaRPr lang="en-US" altLang="zh-CN" sz="1400" b="1" dirty="0">
              <a:latin typeface="微软雅黑" panose="020B0503020204020204" pitchFamily="34" charset="-122"/>
              <a:ea typeface="微软雅黑" panose="020B0503020204020204" pitchFamily="34" charset="-122"/>
            </a:endParaRPr>
          </a:p>
        </p:txBody>
      </p:sp>
      <p:sp>
        <p:nvSpPr>
          <p:cNvPr id="176" name="Rectangle 20">
            <a:extLst>
              <a:ext uri="{FF2B5EF4-FFF2-40B4-BE49-F238E27FC236}">
                <a16:creationId xmlns:a16="http://schemas.microsoft.com/office/drawing/2014/main" id="{66DDC92F-C9AD-32B6-AF61-5F5785DF4303}"/>
              </a:ext>
            </a:extLst>
          </p:cNvPr>
          <p:cNvSpPr>
            <a:spLocks noChangeArrowheads="1"/>
          </p:cNvSpPr>
          <p:nvPr/>
        </p:nvSpPr>
        <p:spPr bwMode="auto">
          <a:xfrm>
            <a:off x="5294439" y="6458207"/>
            <a:ext cx="1175429"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400" b="1" dirty="0">
                <a:latin typeface="微软雅黑" panose="020B0503020204020204" pitchFamily="34" charset="-122"/>
                <a:ea typeface="微软雅黑" panose="020B0503020204020204" pitchFamily="34" charset="-122"/>
              </a:rPr>
              <a:t>已出库</a:t>
            </a:r>
            <a:endParaRPr lang="en-US" altLang="zh-CN" sz="1400" b="1" dirty="0">
              <a:latin typeface="微软雅黑" panose="020B0503020204020204" pitchFamily="34" charset="-122"/>
              <a:ea typeface="微软雅黑" panose="020B0503020204020204" pitchFamily="34" charset="-122"/>
            </a:endParaRPr>
          </a:p>
        </p:txBody>
      </p:sp>
      <p:sp>
        <p:nvSpPr>
          <p:cNvPr id="177" name="Rectangle 20">
            <a:extLst>
              <a:ext uri="{FF2B5EF4-FFF2-40B4-BE49-F238E27FC236}">
                <a16:creationId xmlns:a16="http://schemas.microsoft.com/office/drawing/2014/main" id="{82CD9C35-F429-9B38-3E51-58A34CFBD7FB}"/>
              </a:ext>
            </a:extLst>
          </p:cNvPr>
          <p:cNvSpPr>
            <a:spLocks noChangeArrowheads="1"/>
          </p:cNvSpPr>
          <p:nvPr/>
        </p:nvSpPr>
        <p:spPr bwMode="auto">
          <a:xfrm>
            <a:off x="6861617" y="6458207"/>
            <a:ext cx="1011082"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400" b="1" dirty="0">
                <a:latin typeface="微软雅黑" panose="020B0503020204020204" pitchFamily="34" charset="-122"/>
                <a:ea typeface="微软雅黑" panose="020B0503020204020204" pitchFamily="34" charset="-122"/>
              </a:rPr>
              <a:t>在库</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已出库</a:t>
            </a:r>
            <a:endParaRPr lang="en-US" altLang="zh-CN" sz="1400" b="1" dirty="0">
              <a:latin typeface="微软雅黑" panose="020B0503020204020204" pitchFamily="34" charset="-122"/>
              <a:ea typeface="微软雅黑" panose="020B0503020204020204" pitchFamily="34" charset="-122"/>
            </a:endParaRPr>
          </a:p>
        </p:txBody>
      </p:sp>
      <p:sp>
        <p:nvSpPr>
          <p:cNvPr id="178" name="Rectangle 20">
            <a:extLst>
              <a:ext uri="{FF2B5EF4-FFF2-40B4-BE49-F238E27FC236}">
                <a16:creationId xmlns:a16="http://schemas.microsoft.com/office/drawing/2014/main" id="{D920A74E-BC12-9B84-DB97-7C8D6C34721A}"/>
              </a:ext>
            </a:extLst>
          </p:cNvPr>
          <p:cNvSpPr>
            <a:spLocks noChangeArrowheads="1"/>
          </p:cNvSpPr>
          <p:nvPr/>
        </p:nvSpPr>
        <p:spPr bwMode="auto">
          <a:xfrm>
            <a:off x="8520683" y="6458207"/>
            <a:ext cx="558993" cy="215444"/>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ctr">
              <a:buNone/>
            </a:pPr>
            <a:r>
              <a:rPr lang="zh-CN" altLang="en-US" sz="1400" b="1" dirty="0">
                <a:latin typeface="微软雅黑" panose="020B0503020204020204" pitchFamily="34" charset="-122"/>
                <a:ea typeface="微软雅黑" panose="020B0503020204020204" pitchFamily="34" charset="-122"/>
              </a:rPr>
              <a:t>已出库</a:t>
            </a:r>
            <a:endParaRPr lang="en-US" altLang="zh-CN" sz="1400" b="1" dirty="0">
              <a:latin typeface="微软雅黑" panose="020B0503020204020204" pitchFamily="34" charset="-122"/>
              <a:ea typeface="微软雅黑" panose="020B0503020204020204" pitchFamily="34" charset="-122"/>
            </a:endParaRPr>
          </a:p>
        </p:txBody>
      </p:sp>
      <p:sp>
        <p:nvSpPr>
          <p:cNvPr id="179" name="TextBox 42">
            <a:extLst>
              <a:ext uri="{FF2B5EF4-FFF2-40B4-BE49-F238E27FC236}">
                <a16:creationId xmlns:a16="http://schemas.microsoft.com/office/drawing/2014/main" id="{4CE43B4E-C947-540F-081B-A768E139FBFF}"/>
              </a:ext>
            </a:extLst>
          </p:cNvPr>
          <p:cNvSpPr txBox="1"/>
          <p:nvPr/>
        </p:nvSpPr>
        <p:spPr>
          <a:xfrm>
            <a:off x="249026" y="6012064"/>
            <a:ext cx="733283" cy="594650"/>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物料状态</a:t>
            </a:r>
            <a:endParaRPr lang="en-US" altLang="zh-CN" sz="1200" kern="0" dirty="0">
              <a:latin typeface="Noto Sans CJK KR Regular" pitchFamily="34" charset="-127"/>
              <a:ea typeface="Noto Sans CJK KR Regular" pitchFamily="34" charset="-127"/>
            </a:endParaRPr>
          </a:p>
          <a:p>
            <a:pPr algn="ctr" latinLnBrk="0">
              <a:lnSpc>
                <a:spcPct val="110000"/>
              </a:lnSpc>
            </a:pPr>
            <a:endParaRPr lang="en-US" altLang="zh-CN" sz="1200" kern="0" dirty="0">
              <a:latin typeface="Noto Sans CJK KR Regular" pitchFamily="34" charset="-127"/>
              <a:ea typeface="Noto Sans CJK KR Regular" pitchFamily="34" charset="-127"/>
            </a:endParaRPr>
          </a:p>
          <a:p>
            <a:pPr algn="ctr" latinLnBrk="0">
              <a:lnSpc>
                <a:spcPct val="110000"/>
              </a:lnSpc>
            </a:pPr>
            <a:r>
              <a:rPr lang="zh-CN" altLang="en-US" sz="1200" kern="0" dirty="0">
                <a:latin typeface="Noto Sans CJK KR Regular" pitchFamily="34" charset="-127"/>
                <a:ea typeface="Noto Sans CJK KR Regular" pitchFamily="34" charset="-127"/>
              </a:rPr>
              <a:t>库存状态</a:t>
            </a:r>
          </a:p>
        </p:txBody>
      </p:sp>
      <p:sp>
        <p:nvSpPr>
          <p:cNvPr id="180" name="Oval 16">
            <a:extLst>
              <a:ext uri="{FF2B5EF4-FFF2-40B4-BE49-F238E27FC236}">
                <a16:creationId xmlns:a16="http://schemas.microsoft.com/office/drawing/2014/main" id="{3C09CFC0-39AA-629F-ADD7-5B36BC0F0CF3}"/>
              </a:ext>
            </a:extLst>
          </p:cNvPr>
          <p:cNvSpPr>
            <a:spLocks noChangeArrowheads="1"/>
          </p:cNvSpPr>
          <p:nvPr>
            <p:custDataLst>
              <p:tags r:id="rId10"/>
            </p:custDataLst>
          </p:nvPr>
        </p:nvSpPr>
        <p:spPr bwMode="auto">
          <a:xfrm>
            <a:off x="9080963" y="3445382"/>
            <a:ext cx="239886" cy="182127"/>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latin typeface="+mn-ea"/>
                <a:ea typeface="+mn-ea"/>
              </a:rPr>
              <a:t>16</a:t>
            </a:r>
          </a:p>
        </p:txBody>
      </p:sp>
      <p:cxnSp>
        <p:nvCxnSpPr>
          <p:cNvPr id="182" name="直接箭头连接符 181">
            <a:extLst>
              <a:ext uri="{FF2B5EF4-FFF2-40B4-BE49-F238E27FC236}">
                <a16:creationId xmlns:a16="http://schemas.microsoft.com/office/drawing/2014/main" id="{519C11D9-65BF-60D2-F0D3-F5BCC2F541BD}"/>
              </a:ext>
            </a:extLst>
          </p:cNvPr>
          <p:cNvCxnSpPr>
            <a:cxnSpLocks/>
            <a:stCxn id="67" idx="2"/>
            <a:endCxn id="181" idx="0"/>
          </p:cNvCxnSpPr>
          <p:nvPr/>
        </p:nvCxnSpPr>
        <p:spPr bwMode="auto">
          <a:xfrm>
            <a:off x="3174238" y="3418488"/>
            <a:ext cx="0" cy="223531"/>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grpSp>
        <p:nvGrpSpPr>
          <p:cNvPr id="15" name="组合 14">
            <a:extLst>
              <a:ext uri="{FF2B5EF4-FFF2-40B4-BE49-F238E27FC236}">
                <a16:creationId xmlns:a16="http://schemas.microsoft.com/office/drawing/2014/main" id="{D4958FB4-DC60-52F7-81FB-9B44E7EDA29C}"/>
              </a:ext>
            </a:extLst>
          </p:cNvPr>
          <p:cNvGrpSpPr/>
          <p:nvPr/>
        </p:nvGrpSpPr>
        <p:grpSpPr>
          <a:xfrm>
            <a:off x="2705925" y="3642019"/>
            <a:ext cx="936625" cy="539750"/>
            <a:chOff x="2694270" y="4156387"/>
            <a:chExt cx="936625" cy="539750"/>
          </a:xfrm>
        </p:grpSpPr>
        <p:sp>
          <p:nvSpPr>
            <p:cNvPr id="181" name="순서도: 판단 39">
              <a:extLst>
                <a:ext uri="{FF2B5EF4-FFF2-40B4-BE49-F238E27FC236}">
                  <a16:creationId xmlns:a16="http://schemas.microsoft.com/office/drawing/2014/main" id="{476F001D-72D4-76FB-155E-A7CBB05D0CD4}"/>
                </a:ext>
              </a:extLst>
            </p:cNvPr>
            <p:cNvSpPr/>
            <p:nvPr/>
          </p:nvSpPr>
          <p:spPr bwMode="auto">
            <a:xfrm>
              <a:off x="2694270" y="4156387"/>
              <a:ext cx="936625" cy="539750"/>
            </a:xfrm>
            <a:prstGeom prst="flowChartDecision">
              <a:avLst/>
            </a:prstGeom>
            <a:solidFill>
              <a:srgbClr val="FFFFFF"/>
            </a:solidFill>
            <a:ln w="12700" algn="ctr">
              <a:solidFill>
                <a:schemeClr val="bg1">
                  <a:lumMod val="50000"/>
                </a:schemeClr>
              </a:solidFill>
              <a:miter lim="800000"/>
              <a:headEnd/>
              <a:tailEnd/>
            </a:ln>
            <a:effectLst>
              <a:outerShdw blurRad="50800" dist="38100" dir="2700000" algn="tl" rotWithShape="0">
                <a:prstClr val="black">
                  <a:alpha val="40000"/>
                </a:prstClr>
              </a:outerShdw>
            </a:effectLst>
          </p:spPr>
          <p:txBody>
            <a:bodyPr wrap="none" lIns="72000" tIns="36000" rIns="72000" bIns="3600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lang="zh-CN" altLang="en-US" sz="1200" kern="0" dirty="0">
                  <a:solidFill>
                    <a:srgbClr val="0054A6"/>
                  </a:solidFill>
                  <a:latin typeface="Noto Sans CJK SC Regular" pitchFamily="34" charset="-122"/>
                  <a:ea typeface="Noto Sans CJK SC Regular" pitchFamily="34" charset="-122"/>
                  <a:cs typeface="Arial" panose="020B0604020202020204" pitchFamily="34" charset="0"/>
                </a:rPr>
                <a:t>决裁</a:t>
              </a:r>
              <a:endParaRPr lang="en-US" altLang="zh-CN" sz="1200" kern="0" dirty="0">
                <a:solidFill>
                  <a:srgbClr val="0054A6"/>
                </a:solidFill>
                <a:latin typeface="Noto Sans CJK SC Regular" pitchFamily="34" charset="-122"/>
                <a:ea typeface="Noto Sans CJK KR Regular"/>
                <a:cs typeface="Arial" panose="020B0604020202020204" pitchFamily="34" charset="0"/>
              </a:endParaRPr>
            </a:p>
          </p:txBody>
        </p:sp>
        <p:sp>
          <p:nvSpPr>
            <p:cNvPr id="183" name="Oval 16">
              <a:extLst>
                <a:ext uri="{FF2B5EF4-FFF2-40B4-BE49-F238E27FC236}">
                  <a16:creationId xmlns:a16="http://schemas.microsoft.com/office/drawing/2014/main" id="{390B2098-BC0B-751E-BF62-4DEBBE24FAC5}"/>
                </a:ext>
              </a:extLst>
            </p:cNvPr>
            <p:cNvSpPr>
              <a:spLocks noChangeArrowheads="1"/>
            </p:cNvSpPr>
            <p:nvPr>
              <p:custDataLst>
                <p:tags r:id="rId12"/>
              </p:custDataLst>
            </p:nvPr>
          </p:nvSpPr>
          <p:spPr bwMode="auto">
            <a:xfrm>
              <a:off x="3399218" y="4516749"/>
              <a:ext cx="231677" cy="179388"/>
            </a:xfrm>
            <a:prstGeom prst="ellipse">
              <a:avLst/>
            </a:prstGeom>
            <a:noFill/>
            <a:ln w="9525" algn="ctr">
              <a:solidFill>
                <a:schemeClr val="tx1"/>
              </a:solidFill>
              <a:round/>
              <a:headEnd/>
              <a:tailEnd/>
            </a:ln>
          </p:spPr>
          <p:txBody>
            <a:bodyPr wrap="none" lIns="0" tIns="0" rIns="0" bIns="0" anchor="ctr"/>
            <a:lstStyle/>
            <a:p>
              <a:pPr algn="ctr" latinLnBrk="0"/>
              <a:r>
                <a:rPr kumimoji="0" lang="en-US" altLang="zh-CN" sz="1200" b="1" dirty="0">
                  <a:solidFill>
                    <a:srgbClr val="0054A6"/>
                  </a:solidFill>
                  <a:latin typeface="+mn-ea"/>
                  <a:ea typeface="+mn-ea"/>
                </a:rPr>
                <a:t>6</a:t>
              </a:r>
            </a:p>
          </p:txBody>
        </p:sp>
      </p:grpSp>
      <p:grpSp>
        <p:nvGrpSpPr>
          <p:cNvPr id="184" name="组合 183">
            <a:extLst>
              <a:ext uri="{FF2B5EF4-FFF2-40B4-BE49-F238E27FC236}">
                <a16:creationId xmlns:a16="http://schemas.microsoft.com/office/drawing/2014/main" id="{811CE777-039E-F380-57F8-7AD8888F6E0D}"/>
              </a:ext>
            </a:extLst>
          </p:cNvPr>
          <p:cNvGrpSpPr/>
          <p:nvPr/>
        </p:nvGrpSpPr>
        <p:grpSpPr>
          <a:xfrm>
            <a:off x="2705925" y="4405300"/>
            <a:ext cx="936625" cy="539750"/>
            <a:chOff x="2694270" y="4156387"/>
            <a:chExt cx="936625" cy="539750"/>
          </a:xfrm>
        </p:grpSpPr>
        <p:sp>
          <p:nvSpPr>
            <p:cNvPr id="185" name="순서도: 판단 39">
              <a:extLst>
                <a:ext uri="{FF2B5EF4-FFF2-40B4-BE49-F238E27FC236}">
                  <a16:creationId xmlns:a16="http://schemas.microsoft.com/office/drawing/2014/main" id="{84BFB8A7-766F-EC47-2DAF-9C9569C63C32}"/>
                </a:ext>
              </a:extLst>
            </p:cNvPr>
            <p:cNvSpPr/>
            <p:nvPr/>
          </p:nvSpPr>
          <p:spPr bwMode="auto">
            <a:xfrm>
              <a:off x="2694270" y="4156387"/>
              <a:ext cx="936625" cy="539750"/>
            </a:xfrm>
            <a:prstGeom prst="flowChartDecision">
              <a:avLst/>
            </a:prstGeom>
            <a:solidFill>
              <a:srgbClr val="FFFFFF"/>
            </a:solidFill>
            <a:ln w="12700" algn="ctr">
              <a:solidFill>
                <a:schemeClr val="bg1">
                  <a:lumMod val="50000"/>
                </a:schemeClr>
              </a:solidFill>
              <a:miter lim="800000"/>
              <a:headEnd/>
              <a:tailEnd/>
            </a:ln>
            <a:effectLst>
              <a:outerShdw blurRad="50800" dist="38100" dir="2700000" algn="tl" rotWithShape="0">
                <a:prstClr val="black">
                  <a:alpha val="40000"/>
                </a:prstClr>
              </a:outerShdw>
            </a:effectLst>
          </p:spPr>
          <p:txBody>
            <a:bodyPr wrap="none" lIns="72000" tIns="36000" rIns="72000" bIns="36000" anchor="ctr"/>
            <a:lstStyle/>
            <a:p>
              <a:pPr marL="0" marR="0" lvl="0" indent="0" algn="ctr" defTabSz="914400" eaLnBrk="1" fontAlgn="auto" latinLnBrk="0" hangingPunct="1">
                <a:lnSpc>
                  <a:spcPct val="110000"/>
                </a:lnSpc>
                <a:spcBef>
                  <a:spcPts val="0"/>
                </a:spcBef>
                <a:spcAft>
                  <a:spcPts val="0"/>
                </a:spcAft>
                <a:buClrTx/>
                <a:buSzTx/>
                <a:buFontTx/>
                <a:buNone/>
                <a:tabLst/>
                <a:defRPr/>
              </a:pPr>
              <a:r>
                <a:rPr lang="zh-CN" altLang="en-US" sz="1200" kern="0" dirty="0">
                  <a:solidFill>
                    <a:srgbClr val="0054A6"/>
                  </a:solidFill>
                  <a:latin typeface="Noto Sans CJK SC Regular" pitchFamily="34" charset="-122"/>
                  <a:ea typeface="Noto Sans CJK SC Regular" pitchFamily="34" charset="-122"/>
                  <a:cs typeface="Arial" panose="020B0604020202020204" pitchFamily="34" charset="0"/>
                </a:rPr>
                <a:t>接收确认</a:t>
              </a:r>
              <a:endParaRPr lang="en-US" altLang="zh-CN" sz="1200" kern="0" dirty="0">
                <a:solidFill>
                  <a:srgbClr val="0054A6"/>
                </a:solidFill>
                <a:latin typeface="Noto Sans CJK SC Regular" pitchFamily="34" charset="-122"/>
                <a:ea typeface="Noto Sans CJK KR Regular"/>
                <a:cs typeface="Arial" panose="020B0604020202020204" pitchFamily="34" charset="0"/>
              </a:endParaRPr>
            </a:p>
          </p:txBody>
        </p:sp>
        <p:sp>
          <p:nvSpPr>
            <p:cNvPr id="186" name="Oval 16">
              <a:extLst>
                <a:ext uri="{FF2B5EF4-FFF2-40B4-BE49-F238E27FC236}">
                  <a16:creationId xmlns:a16="http://schemas.microsoft.com/office/drawing/2014/main" id="{E9910765-BEA9-71C6-6D6B-2A9C9A82B53F}"/>
                </a:ext>
              </a:extLst>
            </p:cNvPr>
            <p:cNvSpPr>
              <a:spLocks noChangeArrowheads="1"/>
            </p:cNvSpPr>
            <p:nvPr>
              <p:custDataLst>
                <p:tags r:id="rId11"/>
              </p:custDataLst>
            </p:nvPr>
          </p:nvSpPr>
          <p:spPr bwMode="auto">
            <a:xfrm>
              <a:off x="3399218" y="4516749"/>
              <a:ext cx="231677" cy="179388"/>
            </a:xfrm>
            <a:prstGeom prst="ellipse">
              <a:avLst/>
            </a:prstGeom>
            <a:noFill/>
            <a:ln w="9525" algn="ctr">
              <a:solidFill>
                <a:schemeClr val="tx1"/>
              </a:solidFill>
              <a:round/>
              <a:headEnd/>
              <a:tailEnd/>
            </a:ln>
          </p:spPr>
          <p:txBody>
            <a:bodyPr wrap="none" lIns="0" tIns="0" rIns="0" bIns="0" anchor="ctr"/>
            <a:lstStyle/>
            <a:p>
              <a:pPr algn="ctr" latinLnBrk="0"/>
              <a:r>
                <a:rPr lang="en-US" altLang="zh-CN" sz="1200" b="1" dirty="0">
                  <a:solidFill>
                    <a:srgbClr val="0054A6"/>
                  </a:solidFill>
                  <a:latin typeface="+mn-ea"/>
                </a:rPr>
                <a:t>7</a:t>
              </a:r>
              <a:endParaRPr kumimoji="0" lang="en-US" altLang="zh-CN" sz="1200" b="1" dirty="0">
                <a:solidFill>
                  <a:srgbClr val="0054A6"/>
                </a:solidFill>
                <a:latin typeface="+mn-ea"/>
                <a:ea typeface="+mn-ea"/>
              </a:endParaRPr>
            </a:p>
          </p:txBody>
        </p:sp>
      </p:grpSp>
      <p:cxnSp>
        <p:nvCxnSpPr>
          <p:cNvPr id="188" name="直接箭头连接符 187">
            <a:extLst>
              <a:ext uri="{FF2B5EF4-FFF2-40B4-BE49-F238E27FC236}">
                <a16:creationId xmlns:a16="http://schemas.microsoft.com/office/drawing/2014/main" id="{172E218F-DB1A-5A3A-72B7-204ABAF95381}"/>
              </a:ext>
            </a:extLst>
          </p:cNvPr>
          <p:cNvCxnSpPr>
            <a:cxnSpLocks/>
            <a:stCxn id="181" idx="2"/>
            <a:endCxn id="185" idx="0"/>
          </p:cNvCxnSpPr>
          <p:nvPr/>
        </p:nvCxnSpPr>
        <p:spPr bwMode="auto">
          <a:xfrm>
            <a:off x="3174238" y="4181769"/>
            <a:ext cx="0" cy="223531"/>
          </a:xfrm>
          <a:prstGeom prst="straightConnector1">
            <a:avLst/>
          </a:prstGeom>
          <a:solidFill>
            <a:schemeClr val="accent1"/>
          </a:solidFill>
          <a:ln w="9525" cap="flat" cmpd="sng" algn="ctr">
            <a:solidFill>
              <a:schemeClr val="bg1">
                <a:lumMod val="50000"/>
              </a:schemeClr>
            </a:solidFill>
            <a:prstDash val="solid"/>
            <a:round/>
            <a:headEnd type="none" w="med" len="med"/>
            <a:tailEnd type="arrow"/>
          </a:ln>
          <a:effectLst/>
        </p:spPr>
      </p:cxnSp>
      <p:sp>
        <p:nvSpPr>
          <p:cNvPr id="190" name="TextBox 42">
            <a:extLst>
              <a:ext uri="{FF2B5EF4-FFF2-40B4-BE49-F238E27FC236}">
                <a16:creationId xmlns:a16="http://schemas.microsoft.com/office/drawing/2014/main" id="{A45D3FAE-D182-D60C-5F0A-3255EB95AC5A}"/>
              </a:ext>
            </a:extLst>
          </p:cNvPr>
          <p:cNvSpPr txBox="1"/>
          <p:nvPr/>
        </p:nvSpPr>
        <p:spPr>
          <a:xfrm>
            <a:off x="3118605" y="4191063"/>
            <a:ext cx="456054" cy="188385"/>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承认</a:t>
            </a:r>
          </a:p>
        </p:txBody>
      </p:sp>
      <p:sp>
        <p:nvSpPr>
          <p:cNvPr id="196" name="TextBox 42">
            <a:extLst>
              <a:ext uri="{FF2B5EF4-FFF2-40B4-BE49-F238E27FC236}">
                <a16:creationId xmlns:a16="http://schemas.microsoft.com/office/drawing/2014/main" id="{50E56E6F-1421-B5E1-07E0-A85A0692B69E}"/>
              </a:ext>
            </a:extLst>
          </p:cNvPr>
          <p:cNvSpPr txBox="1"/>
          <p:nvPr/>
        </p:nvSpPr>
        <p:spPr>
          <a:xfrm>
            <a:off x="3164087" y="4930426"/>
            <a:ext cx="456054" cy="188385"/>
          </a:xfrm>
          <a:prstGeom prst="rect">
            <a:avLst/>
          </a:prstGeom>
        </p:spPr>
        <p:txBody>
          <a:bodyPr wrap="square" lIns="0" tIns="0" rIns="0" bIns="0" rtlCol="0">
            <a:spAutoFit/>
          </a:bodyPr>
          <a:lstStyle/>
          <a:p>
            <a:pPr algn="ctr" latinLnBrk="0">
              <a:lnSpc>
                <a:spcPct val="110000"/>
              </a:lnSpc>
            </a:pPr>
            <a:r>
              <a:rPr lang="zh-CN" altLang="en-US" sz="1200" kern="0" dirty="0">
                <a:latin typeface="Noto Sans CJK KR Regular" pitchFamily="34" charset="-127"/>
                <a:ea typeface="Noto Sans CJK KR Regular" pitchFamily="34" charset="-127"/>
              </a:rPr>
              <a:t>确认</a:t>
            </a:r>
          </a:p>
        </p:txBody>
      </p:sp>
    </p:spTree>
    <p:extLst>
      <p:ext uri="{BB962C8B-B14F-4D97-AF65-F5344CB8AC3E}">
        <p14:creationId xmlns:p14="http://schemas.microsoft.com/office/powerpoint/2010/main" val="1217698750"/>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5EA147E4-2AD4-4259-A5F8-074068FFC453}"/>
              </a:ext>
            </a:extLst>
          </p:cNvPr>
          <p:cNvSpPr>
            <a:spLocks noGrp="1"/>
          </p:cNvSpPr>
          <p:nvPr>
            <p:ph type="title"/>
          </p:nvPr>
        </p:nvSpPr>
        <p:spPr/>
        <p:txBody>
          <a:bodyPr>
            <a:noAutofit/>
          </a:bodyPr>
          <a:lstStyle/>
          <a:p>
            <a:r>
              <a:rPr lang="zh-CN" altLang="en-US" sz="2000" b="1" dirty="0">
                <a:latin typeface="微软雅黑" panose="020B0503020204020204" pitchFamily="34" charset="-122"/>
                <a:ea typeface="微软雅黑" panose="020B0503020204020204" pitchFamily="34" charset="-122"/>
              </a:rPr>
              <a:t>业务流程</a:t>
            </a:r>
            <a:r>
              <a:rPr lang="en-US" altLang="zh-CN" sz="2000" b="1" dirty="0">
                <a:latin typeface="微软雅黑" panose="020B0503020204020204" pitchFamily="34" charset="-122"/>
                <a:ea typeface="微软雅黑" panose="020B0503020204020204" pitchFamily="34" charset="-122"/>
              </a:rPr>
              <a:t> – </a:t>
            </a:r>
            <a:r>
              <a:rPr lang="zh-CN" altLang="en-US" sz="2000" b="1" dirty="0">
                <a:latin typeface="微软雅黑" panose="020B0503020204020204" pitchFamily="34" charset="-122"/>
                <a:ea typeface="微软雅黑" panose="020B0503020204020204" pitchFamily="34" charset="-122"/>
              </a:rPr>
              <a:t>详细：各阶段别物料管理信息</a:t>
            </a:r>
            <a:r>
              <a:rPr lang="en-US" altLang="zh-CN" sz="2000" b="1" dirty="0">
                <a:latin typeface="微软雅黑" panose="020B0503020204020204" pitchFamily="34" charset="-122"/>
                <a:ea typeface="微软雅黑" panose="020B0503020204020204" pitchFamily="34" charset="-122"/>
              </a:rPr>
              <a:t> </a:t>
            </a:r>
            <a:endParaRPr lang="zh-CN" altLang="en-US" sz="2000" b="1" dirty="0">
              <a:latin typeface="微软雅黑" panose="020B0503020204020204" pitchFamily="34" charset="-122"/>
              <a:ea typeface="微软雅黑" panose="020B0503020204020204" pitchFamily="34" charset="-122"/>
            </a:endParaRPr>
          </a:p>
        </p:txBody>
      </p:sp>
      <p:sp>
        <p:nvSpPr>
          <p:cNvPr id="8" name="Rectangle 3">
            <a:extLst>
              <a:ext uri="{FF2B5EF4-FFF2-40B4-BE49-F238E27FC236}">
                <a16:creationId xmlns:a16="http://schemas.microsoft.com/office/drawing/2014/main" id="{EBA40C39-CF3A-4C44-841D-F6927BD18D07}"/>
              </a:ext>
            </a:extLst>
          </p:cNvPr>
          <p:cNvSpPr txBox="1">
            <a:spLocks noChangeArrowheads="1"/>
          </p:cNvSpPr>
          <p:nvPr>
            <p:custDataLst>
              <p:tags r:id="rId1"/>
            </p:custDataLst>
          </p:nvPr>
        </p:nvSpPr>
        <p:spPr bwMode="gray">
          <a:xfrm>
            <a:off x="419228" y="887673"/>
            <a:ext cx="9007627" cy="282576"/>
          </a:xfrm>
          <a:prstGeom prst="rect">
            <a:avLst/>
          </a:prstGeom>
          <a:noFill/>
          <a:ln w="9525">
            <a:noFill/>
            <a:miter lim="800000"/>
            <a:headEnd/>
            <a:tailEnd/>
          </a:ln>
        </p:spPr>
        <p:txBody>
          <a:bodyPr lIns="86832" tIns="43416" rIns="86832" bIns="43416"/>
          <a:lstStyle/>
          <a:p>
            <a:pPr algn="l" defTabSz="943968">
              <a:lnSpc>
                <a:spcPct val="120000"/>
              </a:lnSpc>
            </a:pPr>
            <a:r>
              <a:rPr lang="zh-CN" altLang="en-US" sz="1500" b="1" dirty="0">
                <a:latin typeface="微软雅黑" panose="020B0503020204020204" pitchFamily="34" charset="-122"/>
                <a:ea typeface="微软雅黑" panose="020B0503020204020204" pitchFamily="34" charset="-122"/>
              </a:rPr>
              <a:t>各阶段别物料管理主要信息：</a:t>
            </a:r>
          </a:p>
        </p:txBody>
      </p:sp>
      <p:sp>
        <p:nvSpPr>
          <p:cNvPr id="78" name="Rectangle 3">
            <a:extLst>
              <a:ext uri="{FF2B5EF4-FFF2-40B4-BE49-F238E27FC236}">
                <a16:creationId xmlns:a16="http://schemas.microsoft.com/office/drawing/2014/main" id="{161F601E-B005-4B8F-8600-05FC7EEBA11B}"/>
              </a:ext>
            </a:extLst>
          </p:cNvPr>
          <p:cNvSpPr>
            <a:spLocks noChangeArrowheads="1"/>
          </p:cNvSpPr>
          <p:nvPr/>
        </p:nvSpPr>
        <p:spPr bwMode="auto">
          <a:xfrm>
            <a:off x="1249734" y="2001915"/>
            <a:ext cx="1470024" cy="4739759"/>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r>
              <a:rPr lang="zh-CN" altLang="en-US" sz="1100" dirty="0">
                <a:latin typeface="微软雅黑" panose="020B0503020204020204" pitchFamily="34" charset="-122"/>
                <a:ea typeface="微软雅黑" panose="020B0503020204020204" pitchFamily="34" charset="-122"/>
              </a:rPr>
              <a:t>申请部门信息：</a:t>
            </a:r>
            <a:endParaRPr lang="en-US" altLang="zh-CN" sz="1100" dirty="0">
              <a:latin typeface="微软雅黑" panose="020B0503020204020204" pitchFamily="34" charset="-122"/>
              <a:ea typeface="微软雅黑" panose="020B0503020204020204" pitchFamily="34" charset="-122"/>
            </a:endParaRPr>
          </a:p>
          <a:p>
            <a:pPr marL="211137"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申请</a:t>
            </a:r>
            <a:r>
              <a:rPr lang="en-US" altLang="zh-CN" sz="1100" dirty="0">
                <a:latin typeface="微软雅黑" panose="020B0503020204020204" pitchFamily="34" charset="-122"/>
                <a:ea typeface="微软雅黑" panose="020B0503020204020204" pitchFamily="34" charset="-122"/>
              </a:rPr>
              <a:t>No</a:t>
            </a:r>
          </a:p>
          <a:p>
            <a:pPr marL="211137" indent="-342900">
              <a:buFont typeface="+mj-ea"/>
              <a:buAutoNum type="circleNumDbPlain"/>
            </a:pPr>
            <a:r>
              <a:rPr lang="en-US" altLang="zh-CN" sz="1100" dirty="0">
                <a:latin typeface="微软雅黑" panose="020B0503020204020204" pitchFamily="34" charset="-122"/>
                <a:ea typeface="微软雅黑" panose="020B0503020204020204" pitchFamily="34" charset="-122"/>
              </a:rPr>
              <a:t>Draft</a:t>
            </a:r>
          </a:p>
          <a:p>
            <a:pPr marL="211137" indent="-342900">
              <a:buFont typeface="+mj-ea"/>
              <a:buAutoNum type="circleNumDbPlain"/>
            </a:pPr>
            <a:r>
              <a:rPr lang="zh-CN" altLang="en-US" sz="1100" dirty="0">
                <a:latin typeface="微软雅黑" panose="020B0503020204020204" pitchFamily="34" charset="-122"/>
                <a:ea typeface="微软雅黑" panose="020B0503020204020204" pitchFamily="34" charset="-122"/>
              </a:rPr>
              <a:t>接收日</a:t>
            </a:r>
            <a:endParaRPr lang="en-US" altLang="zh-CN" sz="1100" dirty="0">
              <a:latin typeface="微软雅黑" panose="020B0503020204020204" pitchFamily="34" charset="-122"/>
              <a:ea typeface="微软雅黑" panose="020B0503020204020204" pitchFamily="34" charset="-122"/>
            </a:endParaRPr>
          </a:p>
          <a:p>
            <a:pPr marL="211137" indent="-342900">
              <a:buFont typeface="+mj-ea"/>
              <a:buAutoNum type="circleNumDbPlain"/>
            </a:pPr>
            <a:r>
              <a:rPr lang="zh-CN" altLang="en-US" sz="1100" dirty="0">
                <a:latin typeface="微软雅黑" panose="020B0503020204020204" pitchFamily="34" charset="-122"/>
                <a:ea typeface="微软雅黑" panose="020B0503020204020204" pitchFamily="34" charset="-122"/>
              </a:rPr>
              <a:t>法人</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部门</a:t>
            </a:r>
            <a:endParaRPr lang="en-US" altLang="zh-CN" sz="1100" dirty="0">
              <a:latin typeface="微软雅黑" panose="020B0503020204020204" pitchFamily="34" charset="-122"/>
              <a:ea typeface="微软雅黑" panose="020B0503020204020204" pitchFamily="34" charset="-122"/>
            </a:endParaRPr>
          </a:p>
          <a:p>
            <a:pPr marL="211137"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申请人</a:t>
            </a:r>
            <a:r>
              <a:rPr lang="en-US" altLang="zh-CN" sz="1100" dirty="0">
                <a:latin typeface="微软雅黑" panose="020B0503020204020204" pitchFamily="34" charset="-122"/>
                <a:ea typeface="微软雅黑" panose="020B0503020204020204" pitchFamily="34" charset="-122"/>
              </a:rPr>
              <a:t>ID</a:t>
            </a:r>
            <a:r>
              <a:rPr lang="zh-CN" altLang="en-US" sz="1100" dirty="0">
                <a:latin typeface="微软雅黑" panose="020B0503020204020204" pitchFamily="34" charset="-122"/>
                <a:ea typeface="微软雅黑" panose="020B0503020204020204" pitchFamily="34" charset="-122"/>
              </a:rPr>
              <a:t>姓名</a:t>
            </a:r>
            <a:endParaRPr lang="en-US" altLang="zh-CN" sz="1100" dirty="0">
              <a:latin typeface="微软雅黑" panose="020B0503020204020204" pitchFamily="34" charset="-122"/>
              <a:ea typeface="微软雅黑" panose="020B0503020204020204" pitchFamily="34" charset="-122"/>
            </a:endParaRPr>
          </a:p>
          <a:p>
            <a:pPr marL="211137"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申请数量</a:t>
            </a:r>
            <a:endParaRPr lang="en-US" altLang="zh-CN" sz="1100" dirty="0">
              <a:latin typeface="微软雅黑" panose="020B0503020204020204" pitchFamily="34" charset="-122"/>
              <a:ea typeface="微软雅黑" panose="020B0503020204020204" pitchFamily="34" charset="-122"/>
            </a:endParaRPr>
          </a:p>
          <a:p>
            <a:pPr lvl="1">
              <a:buFont typeface="Arial" panose="020B0604020202020204" pitchFamily="34" charset="0"/>
              <a:buChar char="•"/>
            </a:pPr>
            <a:r>
              <a:rPr lang="zh-CN" altLang="en-US" sz="1100" dirty="0">
                <a:latin typeface="微软雅黑" panose="020B0503020204020204" pitchFamily="34" charset="-122"/>
                <a:ea typeface="微软雅黑" panose="020B0503020204020204" pitchFamily="34" charset="-122"/>
              </a:rPr>
              <a:t>购买信息</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购买</a:t>
            </a:r>
            <a:r>
              <a:rPr lang="en-US" altLang="zh-CN" sz="1100" dirty="0">
                <a:latin typeface="微软雅黑" panose="020B0503020204020204" pitchFamily="34" charset="-122"/>
                <a:ea typeface="微软雅黑" panose="020B0503020204020204" pitchFamily="34" charset="-122"/>
              </a:rPr>
              <a:t>Draft No</a:t>
            </a: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订单日期</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总价</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预计到货日期</a:t>
            </a:r>
            <a:endParaRPr lang="en-US" altLang="zh-CN" sz="1100" dirty="0">
              <a:latin typeface="微软雅黑" panose="020B0503020204020204" pitchFamily="34" charset="-122"/>
              <a:ea typeface="微软雅黑" panose="020B0503020204020204" pitchFamily="34" charset="-122"/>
            </a:endParaRPr>
          </a:p>
          <a:p>
            <a:pPr lvl="1">
              <a:buFont typeface="Arial" panose="020B0604020202020204" pitchFamily="34" charset="0"/>
              <a:buChar char="•"/>
            </a:pPr>
            <a:r>
              <a:rPr lang="zh-CN" altLang="en-US" sz="1100" dirty="0">
                <a:latin typeface="微软雅黑" panose="020B0503020204020204" pitchFamily="34" charset="-122"/>
                <a:ea typeface="微软雅黑" panose="020B0503020204020204" pitchFamily="34" charset="-122"/>
              </a:rPr>
              <a:t>入库登记信息</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资产</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耗材号</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en-US" altLang="zh-CN" sz="1100" dirty="0">
                <a:solidFill>
                  <a:schemeClr val="bg1">
                    <a:lumMod val="50000"/>
                  </a:schemeClr>
                </a:solidFill>
                <a:latin typeface="微软雅黑" panose="020B0503020204020204" pitchFamily="34" charset="-122"/>
                <a:ea typeface="微软雅黑" panose="020B0503020204020204" pitchFamily="34" charset="-122"/>
              </a:rPr>
              <a:t>SAP</a:t>
            </a:r>
            <a:r>
              <a:rPr lang="zh-CN" altLang="en-US" sz="1100" dirty="0">
                <a:solidFill>
                  <a:schemeClr val="bg1">
                    <a:lumMod val="50000"/>
                  </a:schemeClr>
                </a:solidFill>
                <a:latin typeface="微软雅黑" panose="020B0503020204020204" pitchFamily="34" charset="-122"/>
                <a:ea typeface="微软雅黑" panose="020B0503020204020204" pitchFamily="34" charset="-122"/>
              </a:rPr>
              <a:t>资产号</a:t>
            </a:r>
            <a:endParaRPr lang="en-US" altLang="zh-CN" sz="1100" dirty="0">
              <a:solidFill>
                <a:schemeClr val="bg1">
                  <a:lumMod val="50000"/>
                </a:schemeClr>
              </a:solidFill>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物料类型</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solidFill>
                  <a:schemeClr val="bg1">
                    <a:lumMod val="50000"/>
                  </a:schemeClr>
                </a:solidFill>
                <a:latin typeface="微软雅黑" panose="020B0503020204020204" pitchFamily="34" charset="-122"/>
                <a:ea typeface="微软雅黑" panose="020B0503020204020204" pitchFamily="34" charset="-122"/>
              </a:rPr>
              <a:t>管理担当</a:t>
            </a:r>
            <a:r>
              <a:rPr lang="en-US" altLang="zh-CN" sz="1100" dirty="0">
                <a:solidFill>
                  <a:schemeClr val="bg1">
                    <a:lumMod val="50000"/>
                  </a:schemeClr>
                </a:solidFill>
                <a:latin typeface="微软雅黑" panose="020B0503020204020204" pitchFamily="34" charset="-122"/>
                <a:ea typeface="微软雅黑" panose="020B0503020204020204" pitchFamily="34" charset="-122"/>
              </a:rPr>
              <a:t>ID</a:t>
            </a:r>
            <a:r>
              <a:rPr lang="zh-CN" altLang="en-US" sz="1100" dirty="0">
                <a:solidFill>
                  <a:schemeClr val="bg1">
                    <a:lumMod val="50000"/>
                  </a:schemeClr>
                </a:solidFill>
                <a:latin typeface="微软雅黑" panose="020B0503020204020204" pitchFamily="34" charset="-122"/>
                <a:ea typeface="微软雅黑" panose="020B0503020204020204" pitchFamily="34" charset="-122"/>
              </a:rPr>
              <a:t>姓名</a:t>
            </a:r>
            <a:endParaRPr lang="en-US" altLang="zh-CN" sz="1100" dirty="0">
              <a:solidFill>
                <a:schemeClr val="bg1">
                  <a:lumMod val="50000"/>
                </a:schemeClr>
              </a:solidFill>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使用担当</a:t>
            </a:r>
            <a:r>
              <a:rPr lang="en-US" altLang="zh-CN" sz="1100" dirty="0">
                <a:latin typeface="微软雅黑" panose="020B0503020204020204" pitchFamily="34" charset="-122"/>
                <a:ea typeface="微软雅黑" panose="020B0503020204020204" pitchFamily="34" charset="-122"/>
              </a:rPr>
              <a:t>ID</a:t>
            </a:r>
            <a:r>
              <a:rPr lang="zh-CN" altLang="en-US" sz="1100" dirty="0">
                <a:latin typeface="微软雅黑" panose="020B0503020204020204" pitchFamily="34" charset="-122"/>
                <a:ea typeface="微软雅黑" panose="020B0503020204020204" pitchFamily="34" charset="-122"/>
              </a:rPr>
              <a:t>姓名</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位置</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品牌型号</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维保期</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主要参数</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入库日期</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入库数量</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单位</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单价</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供应商</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状态：在库</a:t>
            </a:r>
            <a:endParaRPr lang="en-US" altLang="ko-KR" sz="1100" dirty="0">
              <a:latin typeface="微软雅黑" panose="020B0503020204020204" pitchFamily="34" charset="-122"/>
              <a:ea typeface="微软雅黑" panose="020B0503020204020204" pitchFamily="34" charset="-122"/>
            </a:endParaRPr>
          </a:p>
        </p:txBody>
      </p:sp>
      <p:grpSp>
        <p:nvGrpSpPr>
          <p:cNvPr id="79" name="Group 4">
            <a:extLst>
              <a:ext uri="{FF2B5EF4-FFF2-40B4-BE49-F238E27FC236}">
                <a16:creationId xmlns:a16="http://schemas.microsoft.com/office/drawing/2014/main" id="{665F4C40-E92B-4CAC-8581-163F62D25994}"/>
              </a:ext>
            </a:extLst>
          </p:cNvPr>
          <p:cNvGrpSpPr>
            <a:grpSpLocks/>
          </p:cNvGrpSpPr>
          <p:nvPr>
            <p:custDataLst>
              <p:tags r:id="rId2"/>
            </p:custDataLst>
          </p:nvPr>
        </p:nvGrpSpPr>
        <p:grpSpPr bwMode="auto">
          <a:xfrm>
            <a:off x="1249733" y="1259283"/>
            <a:ext cx="1785937" cy="599997"/>
            <a:chOff x="484" y="719"/>
            <a:chExt cx="1017" cy="576"/>
          </a:xfrm>
          <a:noFill/>
        </p:grpSpPr>
        <p:sp>
          <p:nvSpPr>
            <p:cNvPr id="80" name="Freeform 5">
              <a:extLst>
                <a:ext uri="{FF2B5EF4-FFF2-40B4-BE49-F238E27FC236}">
                  <a16:creationId xmlns:a16="http://schemas.microsoft.com/office/drawing/2014/main" id="{3DBB6C93-7A6B-4033-9DE6-A052013F8ADB}"/>
                </a:ext>
              </a:extLst>
            </p:cNvPr>
            <p:cNvSpPr>
              <a:spLocks/>
            </p:cNvSpPr>
            <p:nvPr>
              <p:custDataLst>
                <p:tags r:id="rId19"/>
              </p:custDataLst>
            </p:nvPr>
          </p:nvSpPr>
          <p:spPr bwMode="blackWhite">
            <a:xfrm>
              <a:off x="484" y="719"/>
              <a:ext cx="1017" cy="576"/>
            </a:xfrm>
            <a:custGeom>
              <a:avLst/>
              <a:gdLst>
                <a:gd name="T0" fmla="*/ 0 w 1017"/>
                <a:gd name="T1" fmla="*/ 0 h 576"/>
                <a:gd name="T2" fmla="*/ 913 w 1017"/>
                <a:gd name="T3" fmla="*/ 0 h 576"/>
                <a:gd name="T4" fmla="*/ 1017 w 1017"/>
                <a:gd name="T5" fmla="*/ 288 h 576"/>
                <a:gd name="T6" fmla="*/ 913 w 1017"/>
                <a:gd name="T7" fmla="*/ 576 h 576"/>
                <a:gd name="T8" fmla="*/ 0 w 1017"/>
                <a:gd name="T9" fmla="*/ 576 h 576"/>
                <a:gd name="T10" fmla="*/ 0 w 1017"/>
                <a:gd name="T11" fmla="*/ 288 h 576"/>
                <a:gd name="T12" fmla="*/ 0 w 1017"/>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7" h="576">
                  <a:moveTo>
                    <a:pt x="0" y="0"/>
                  </a:moveTo>
                  <a:lnTo>
                    <a:pt x="913" y="0"/>
                  </a:lnTo>
                  <a:lnTo>
                    <a:pt x="1017" y="288"/>
                  </a:lnTo>
                  <a:lnTo>
                    <a:pt x="913" y="576"/>
                  </a:lnTo>
                  <a:lnTo>
                    <a:pt x="0" y="576"/>
                  </a:lnTo>
                  <a:lnTo>
                    <a:pt x="0"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81" name="Rectangle 6">
              <a:extLst>
                <a:ext uri="{FF2B5EF4-FFF2-40B4-BE49-F238E27FC236}">
                  <a16:creationId xmlns:a16="http://schemas.microsoft.com/office/drawing/2014/main" id="{CB4A54B1-55BE-4A8D-9273-3E7DBD4CCFD7}"/>
                </a:ext>
              </a:extLst>
            </p:cNvPr>
            <p:cNvSpPr>
              <a:spLocks noChangeArrowheads="1"/>
            </p:cNvSpPr>
            <p:nvPr>
              <p:custDataLst>
                <p:tags r:id="rId20"/>
              </p:custDataLst>
            </p:nvPr>
          </p:nvSpPr>
          <p:spPr bwMode="blackWhite">
            <a:xfrm>
              <a:off x="516" y="751"/>
              <a:ext cx="881"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入库登记</a:t>
              </a:r>
              <a:endParaRPr lang="en-US" altLang="ko-KR" b="1" dirty="0"/>
            </a:p>
          </p:txBody>
        </p:sp>
      </p:grpSp>
      <p:grpSp>
        <p:nvGrpSpPr>
          <p:cNvPr id="82" name="Group 7">
            <a:extLst>
              <a:ext uri="{FF2B5EF4-FFF2-40B4-BE49-F238E27FC236}">
                <a16:creationId xmlns:a16="http://schemas.microsoft.com/office/drawing/2014/main" id="{77BBD97A-5D96-4A5B-A7F3-0AC2196A133D}"/>
              </a:ext>
            </a:extLst>
          </p:cNvPr>
          <p:cNvGrpSpPr>
            <a:grpSpLocks/>
          </p:cNvGrpSpPr>
          <p:nvPr>
            <p:custDataLst>
              <p:tags r:id="rId3"/>
            </p:custDataLst>
          </p:nvPr>
        </p:nvGrpSpPr>
        <p:grpSpPr bwMode="auto">
          <a:xfrm>
            <a:off x="2841996" y="1259283"/>
            <a:ext cx="1787524" cy="599997"/>
            <a:chOff x="1390" y="719"/>
            <a:chExt cx="1018" cy="576"/>
          </a:xfrm>
          <a:noFill/>
        </p:grpSpPr>
        <p:sp>
          <p:nvSpPr>
            <p:cNvPr id="83" name="Freeform 8">
              <a:extLst>
                <a:ext uri="{FF2B5EF4-FFF2-40B4-BE49-F238E27FC236}">
                  <a16:creationId xmlns:a16="http://schemas.microsoft.com/office/drawing/2014/main" id="{0DC96BD7-0203-42F7-BC6F-FF4A83EB3019}"/>
                </a:ext>
              </a:extLst>
            </p:cNvPr>
            <p:cNvSpPr>
              <a:spLocks/>
            </p:cNvSpPr>
            <p:nvPr>
              <p:custDataLst>
                <p:tags r:id="rId17"/>
              </p:custDataLst>
            </p:nvPr>
          </p:nvSpPr>
          <p:spPr bwMode="blackWhite">
            <a:xfrm>
              <a:off x="1390" y="719"/>
              <a:ext cx="1018" cy="576"/>
            </a:xfrm>
            <a:custGeom>
              <a:avLst/>
              <a:gdLst>
                <a:gd name="T0" fmla="*/ 0 w 1018"/>
                <a:gd name="T1" fmla="*/ 0 h 576"/>
                <a:gd name="T2" fmla="*/ 914 w 1018"/>
                <a:gd name="T3" fmla="*/ 0 h 576"/>
                <a:gd name="T4" fmla="*/ 1018 w 1018"/>
                <a:gd name="T5" fmla="*/ 288 h 576"/>
                <a:gd name="T6" fmla="*/ 914 w 1018"/>
                <a:gd name="T7" fmla="*/ 576 h 576"/>
                <a:gd name="T8" fmla="*/ 0 w 1018"/>
                <a:gd name="T9" fmla="*/ 576 h 576"/>
                <a:gd name="T10" fmla="*/ 104 w 1018"/>
                <a:gd name="T11" fmla="*/ 288 h 576"/>
                <a:gd name="T12" fmla="*/ 0 w 1018"/>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8" h="576">
                  <a:moveTo>
                    <a:pt x="0" y="0"/>
                  </a:moveTo>
                  <a:lnTo>
                    <a:pt x="914" y="0"/>
                  </a:lnTo>
                  <a:lnTo>
                    <a:pt x="1018" y="288"/>
                  </a:lnTo>
                  <a:lnTo>
                    <a:pt x="914"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84" name="Rectangle 9">
              <a:extLst>
                <a:ext uri="{FF2B5EF4-FFF2-40B4-BE49-F238E27FC236}">
                  <a16:creationId xmlns:a16="http://schemas.microsoft.com/office/drawing/2014/main" id="{CA7FE129-217F-4000-BAB0-E80B6737AA1C}"/>
                </a:ext>
              </a:extLst>
            </p:cNvPr>
            <p:cNvSpPr>
              <a:spLocks noChangeArrowheads="1"/>
            </p:cNvSpPr>
            <p:nvPr>
              <p:custDataLst>
                <p:tags r:id="rId18"/>
              </p:custDataLst>
            </p:nvPr>
          </p:nvSpPr>
          <p:spPr bwMode="blackWhite">
            <a:xfrm>
              <a:off x="1526" y="751"/>
              <a:ext cx="779"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领用</a:t>
              </a:r>
              <a:r>
                <a:rPr lang="en-US" altLang="zh-CN" b="1" dirty="0"/>
                <a:t>/</a:t>
              </a:r>
              <a:r>
                <a:rPr lang="zh-CN" altLang="en-US" b="1" dirty="0"/>
                <a:t>借用发放阶段</a:t>
              </a:r>
              <a:endParaRPr lang="en-US" altLang="ko-KR" b="1" dirty="0"/>
            </a:p>
          </p:txBody>
        </p:sp>
      </p:grpSp>
      <p:sp>
        <p:nvSpPr>
          <p:cNvPr id="85" name="Rectangle 10">
            <a:extLst>
              <a:ext uri="{FF2B5EF4-FFF2-40B4-BE49-F238E27FC236}">
                <a16:creationId xmlns:a16="http://schemas.microsoft.com/office/drawing/2014/main" id="{7A7F432C-EAE8-43DD-9706-6E80A846040B}"/>
              </a:ext>
            </a:extLst>
          </p:cNvPr>
          <p:cNvSpPr>
            <a:spLocks noChangeArrowheads="1"/>
          </p:cNvSpPr>
          <p:nvPr/>
        </p:nvSpPr>
        <p:spPr bwMode="auto">
          <a:xfrm>
            <a:off x="2724522" y="2001915"/>
            <a:ext cx="1565275" cy="1354217"/>
          </a:xfrm>
          <a:prstGeom prst="rect">
            <a:avLst/>
          </a:prstGeom>
          <a:noFill/>
          <a:ln>
            <a:noFill/>
          </a:ln>
          <a:effectLst/>
        </p:spPr>
        <p:txBody>
          <a:bodyPr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发放人</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领取人</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发放日期</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借用日期</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预计归还日</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耗材联动主资产号</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状态：接收待确认</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已发放</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借用中</a:t>
            </a:r>
            <a:endParaRPr lang="en-US" altLang="ko-KR" sz="1100" dirty="0">
              <a:solidFill>
                <a:srgbClr val="FF0000"/>
              </a:solidFill>
              <a:latin typeface="微软雅黑" panose="020B0503020204020204" pitchFamily="34" charset="-122"/>
              <a:ea typeface="微软雅黑" panose="020B0503020204020204" pitchFamily="34" charset="-122"/>
            </a:endParaRPr>
          </a:p>
        </p:txBody>
      </p:sp>
      <p:grpSp>
        <p:nvGrpSpPr>
          <p:cNvPr id="86" name="Group 11">
            <a:extLst>
              <a:ext uri="{FF2B5EF4-FFF2-40B4-BE49-F238E27FC236}">
                <a16:creationId xmlns:a16="http://schemas.microsoft.com/office/drawing/2014/main" id="{7FDD157B-0104-4900-A95C-E6C4DFF8A8F9}"/>
              </a:ext>
            </a:extLst>
          </p:cNvPr>
          <p:cNvGrpSpPr>
            <a:grpSpLocks/>
          </p:cNvGrpSpPr>
          <p:nvPr>
            <p:custDataLst>
              <p:tags r:id="rId4"/>
            </p:custDataLst>
          </p:nvPr>
        </p:nvGrpSpPr>
        <p:grpSpPr bwMode="auto">
          <a:xfrm>
            <a:off x="4429494" y="1259283"/>
            <a:ext cx="1787524" cy="599997"/>
            <a:chOff x="2294" y="719"/>
            <a:chExt cx="1018" cy="576"/>
          </a:xfrm>
          <a:noFill/>
        </p:grpSpPr>
        <p:sp>
          <p:nvSpPr>
            <p:cNvPr id="87" name="Freeform 12">
              <a:extLst>
                <a:ext uri="{FF2B5EF4-FFF2-40B4-BE49-F238E27FC236}">
                  <a16:creationId xmlns:a16="http://schemas.microsoft.com/office/drawing/2014/main" id="{9CA19915-0DE1-4075-9C42-CBE482DBA4B2}"/>
                </a:ext>
              </a:extLst>
            </p:cNvPr>
            <p:cNvSpPr>
              <a:spLocks/>
            </p:cNvSpPr>
            <p:nvPr>
              <p:custDataLst>
                <p:tags r:id="rId15"/>
              </p:custDataLst>
            </p:nvPr>
          </p:nvSpPr>
          <p:spPr bwMode="blackWhite">
            <a:xfrm>
              <a:off x="2294" y="719"/>
              <a:ext cx="1018" cy="576"/>
            </a:xfrm>
            <a:custGeom>
              <a:avLst/>
              <a:gdLst>
                <a:gd name="T0" fmla="*/ 0 w 1018"/>
                <a:gd name="T1" fmla="*/ 0 h 576"/>
                <a:gd name="T2" fmla="*/ 914 w 1018"/>
                <a:gd name="T3" fmla="*/ 0 h 576"/>
                <a:gd name="T4" fmla="*/ 1018 w 1018"/>
                <a:gd name="T5" fmla="*/ 288 h 576"/>
                <a:gd name="T6" fmla="*/ 914 w 1018"/>
                <a:gd name="T7" fmla="*/ 576 h 576"/>
                <a:gd name="T8" fmla="*/ 0 w 1018"/>
                <a:gd name="T9" fmla="*/ 576 h 576"/>
                <a:gd name="T10" fmla="*/ 104 w 1018"/>
                <a:gd name="T11" fmla="*/ 288 h 576"/>
                <a:gd name="T12" fmla="*/ 0 w 1018"/>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8" h="576">
                  <a:moveTo>
                    <a:pt x="0" y="0"/>
                  </a:moveTo>
                  <a:lnTo>
                    <a:pt x="914" y="0"/>
                  </a:lnTo>
                  <a:lnTo>
                    <a:pt x="1018" y="288"/>
                  </a:lnTo>
                  <a:lnTo>
                    <a:pt x="914"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88" name="Rectangle 13">
              <a:extLst>
                <a:ext uri="{FF2B5EF4-FFF2-40B4-BE49-F238E27FC236}">
                  <a16:creationId xmlns:a16="http://schemas.microsoft.com/office/drawing/2014/main" id="{1A2F1F8E-8677-49B5-A665-EA222BA1DB59}"/>
                </a:ext>
              </a:extLst>
            </p:cNvPr>
            <p:cNvSpPr>
              <a:spLocks noChangeArrowheads="1"/>
            </p:cNvSpPr>
            <p:nvPr>
              <p:custDataLst>
                <p:tags r:id="rId16"/>
              </p:custDataLst>
            </p:nvPr>
          </p:nvSpPr>
          <p:spPr bwMode="blackWhite">
            <a:xfrm>
              <a:off x="2430" y="751"/>
              <a:ext cx="779"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返还</a:t>
              </a:r>
              <a:r>
                <a:rPr lang="en-US" altLang="zh-CN" b="1" dirty="0"/>
                <a:t>/</a:t>
              </a:r>
              <a:r>
                <a:rPr lang="zh-CN" altLang="en-US" b="1" dirty="0"/>
                <a:t>退库阶段</a:t>
              </a:r>
              <a:endParaRPr lang="en-US" altLang="ko-KR" b="1" dirty="0"/>
            </a:p>
          </p:txBody>
        </p:sp>
      </p:grpSp>
      <p:grpSp>
        <p:nvGrpSpPr>
          <p:cNvPr id="89" name="Group 14">
            <a:extLst>
              <a:ext uri="{FF2B5EF4-FFF2-40B4-BE49-F238E27FC236}">
                <a16:creationId xmlns:a16="http://schemas.microsoft.com/office/drawing/2014/main" id="{3D6C92D5-1E98-4513-BCE6-3354ED5438FB}"/>
              </a:ext>
            </a:extLst>
          </p:cNvPr>
          <p:cNvGrpSpPr>
            <a:grpSpLocks/>
          </p:cNvGrpSpPr>
          <p:nvPr>
            <p:custDataLst>
              <p:tags r:id="rId5"/>
            </p:custDataLst>
          </p:nvPr>
        </p:nvGrpSpPr>
        <p:grpSpPr bwMode="auto">
          <a:xfrm>
            <a:off x="6021756" y="1259283"/>
            <a:ext cx="1787524" cy="599997"/>
            <a:chOff x="3201" y="719"/>
            <a:chExt cx="1018" cy="576"/>
          </a:xfrm>
          <a:noFill/>
        </p:grpSpPr>
        <p:sp>
          <p:nvSpPr>
            <p:cNvPr id="90" name="Freeform 15">
              <a:extLst>
                <a:ext uri="{FF2B5EF4-FFF2-40B4-BE49-F238E27FC236}">
                  <a16:creationId xmlns:a16="http://schemas.microsoft.com/office/drawing/2014/main" id="{B82E3E2F-3FC7-4364-8A4E-45F0FA58A7AC}"/>
                </a:ext>
              </a:extLst>
            </p:cNvPr>
            <p:cNvSpPr>
              <a:spLocks/>
            </p:cNvSpPr>
            <p:nvPr>
              <p:custDataLst>
                <p:tags r:id="rId13"/>
              </p:custDataLst>
            </p:nvPr>
          </p:nvSpPr>
          <p:spPr bwMode="blackWhite">
            <a:xfrm>
              <a:off x="3201" y="719"/>
              <a:ext cx="1018" cy="576"/>
            </a:xfrm>
            <a:custGeom>
              <a:avLst/>
              <a:gdLst>
                <a:gd name="T0" fmla="*/ 0 w 1018"/>
                <a:gd name="T1" fmla="*/ 0 h 576"/>
                <a:gd name="T2" fmla="*/ 914 w 1018"/>
                <a:gd name="T3" fmla="*/ 0 h 576"/>
                <a:gd name="T4" fmla="*/ 1018 w 1018"/>
                <a:gd name="T5" fmla="*/ 288 h 576"/>
                <a:gd name="T6" fmla="*/ 914 w 1018"/>
                <a:gd name="T7" fmla="*/ 576 h 576"/>
                <a:gd name="T8" fmla="*/ 0 w 1018"/>
                <a:gd name="T9" fmla="*/ 576 h 576"/>
                <a:gd name="T10" fmla="*/ 104 w 1018"/>
                <a:gd name="T11" fmla="*/ 288 h 576"/>
                <a:gd name="T12" fmla="*/ 0 w 1018"/>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8" h="576">
                  <a:moveTo>
                    <a:pt x="0" y="0"/>
                  </a:moveTo>
                  <a:lnTo>
                    <a:pt x="914" y="0"/>
                  </a:lnTo>
                  <a:lnTo>
                    <a:pt x="1018" y="288"/>
                  </a:lnTo>
                  <a:lnTo>
                    <a:pt x="914"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91" name="Rectangle 16">
              <a:extLst>
                <a:ext uri="{FF2B5EF4-FFF2-40B4-BE49-F238E27FC236}">
                  <a16:creationId xmlns:a16="http://schemas.microsoft.com/office/drawing/2014/main" id="{EA5FAEB6-C362-4B36-9BCC-77E8E8785827}"/>
                </a:ext>
              </a:extLst>
            </p:cNvPr>
            <p:cNvSpPr>
              <a:spLocks noChangeArrowheads="1"/>
            </p:cNvSpPr>
            <p:nvPr>
              <p:custDataLst>
                <p:tags r:id="rId14"/>
              </p:custDataLst>
            </p:nvPr>
          </p:nvSpPr>
          <p:spPr bwMode="blackWhite">
            <a:xfrm>
              <a:off x="3337" y="751"/>
              <a:ext cx="779"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维修阶段</a:t>
              </a:r>
              <a:endParaRPr lang="en-US" altLang="ko-KR" b="1" dirty="0"/>
            </a:p>
          </p:txBody>
        </p:sp>
      </p:grpSp>
      <p:grpSp>
        <p:nvGrpSpPr>
          <p:cNvPr id="92" name="Group 17">
            <a:extLst>
              <a:ext uri="{FF2B5EF4-FFF2-40B4-BE49-F238E27FC236}">
                <a16:creationId xmlns:a16="http://schemas.microsoft.com/office/drawing/2014/main" id="{DD4CC500-5AB7-4C62-AB31-ACB3134F8471}"/>
              </a:ext>
            </a:extLst>
          </p:cNvPr>
          <p:cNvGrpSpPr>
            <a:grpSpLocks/>
          </p:cNvGrpSpPr>
          <p:nvPr>
            <p:custDataLst>
              <p:tags r:id="rId6"/>
            </p:custDataLst>
          </p:nvPr>
        </p:nvGrpSpPr>
        <p:grpSpPr bwMode="auto">
          <a:xfrm>
            <a:off x="7607672" y="1259283"/>
            <a:ext cx="1785937" cy="599997"/>
            <a:chOff x="4104" y="719"/>
            <a:chExt cx="1017" cy="576"/>
          </a:xfrm>
          <a:noFill/>
        </p:grpSpPr>
        <p:sp>
          <p:nvSpPr>
            <p:cNvPr id="93" name="Freeform 18">
              <a:extLst>
                <a:ext uri="{FF2B5EF4-FFF2-40B4-BE49-F238E27FC236}">
                  <a16:creationId xmlns:a16="http://schemas.microsoft.com/office/drawing/2014/main" id="{815E639D-458A-4F0C-809E-F468A7162CAB}"/>
                </a:ext>
              </a:extLst>
            </p:cNvPr>
            <p:cNvSpPr>
              <a:spLocks/>
            </p:cNvSpPr>
            <p:nvPr>
              <p:custDataLst>
                <p:tags r:id="rId11"/>
              </p:custDataLst>
            </p:nvPr>
          </p:nvSpPr>
          <p:spPr bwMode="blackWhite">
            <a:xfrm>
              <a:off x="4104" y="719"/>
              <a:ext cx="1017" cy="576"/>
            </a:xfrm>
            <a:custGeom>
              <a:avLst/>
              <a:gdLst>
                <a:gd name="T0" fmla="*/ 0 w 1017"/>
                <a:gd name="T1" fmla="*/ 0 h 576"/>
                <a:gd name="T2" fmla="*/ 913 w 1017"/>
                <a:gd name="T3" fmla="*/ 0 h 576"/>
                <a:gd name="T4" fmla="*/ 1017 w 1017"/>
                <a:gd name="T5" fmla="*/ 288 h 576"/>
                <a:gd name="T6" fmla="*/ 913 w 1017"/>
                <a:gd name="T7" fmla="*/ 576 h 576"/>
                <a:gd name="T8" fmla="*/ 0 w 1017"/>
                <a:gd name="T9" fmla="*/ 576 h 576"/>
                <a:gd name="T10" fmla="*/ 104 w 1017"/>
                <a:gd name="T11" fmla="*/ 288 h 576"/>
                <a:gd name="T12" fmla="*/ 0 w 1017"/>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017" h="576">
                  <a:moveTo>
                    <a:pt x="0" y="0"/>
                  </a:moveTo>
                  <a:lnTo>
                    <a:pt x="913" y="0"/>
                  </a:lnTo>
                  <a:lnTo>
                    <a:pt x="1017" y="288"/>
                  </a:lnTo>
                  <a:lnTo>
                    <a:pt x="913" y="576"/>
                  </a:lnTo>
                  <a:lnTo>
                    <a:pt x="0" y="576"/>
                  </a:lnTo>
                  <a:lnTo>
                    <a:pt x="104" y="288"/>
                  </a:lnTo>
                  <a:lnTo>
                    <a:pt x="0" y="0"/>
                  </a:lnTo>
                  <a:close/>
                </a:path>
              </a:pathLst>
            </a:custGeom>
            <a:grpFill/>
            <a:ln w="952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5720" tIns="0" rIns="45720" bIns="0" anchor="ctr">
              <a:spAutoFit/>
            </a:bodyPr>
            <a:lstStyle/>
            <a:p>
              <a:endParaRPr lang="zh-CN" altLang="en-US"/>
            </a:p>
          </p:txBody>
        </p:sp>
        <p:sp>
          <p:nvSpPr>
            <p:cNvPr id="94" name="Rectangle 19">
              <a:extLst>
                <a:ext uri="{FF2B5EF4-FFF2-40B4-BE49-F238E27FC236}">
                  <a16:creationId xmlns:a16="http://schemas.microsoft.com/office/drawing/2014/main" id="{782C9398-7E79-460C-B165-8AF440D8D74B}"/>
                </a:ext>
              </a:extLst>
            </p:cNvPr>
            <p:cNvSpPr>
              <a:spLocks noChangeArrowheads="1"/>
            </p:cNvSpPr>
            <p:nvPr>
              <p:custDataLst>
                <p:tags r:id="rId12"/>
              </p:custDataLst>
            </p:nvPr>
          </p:nvSpPr>
          <p:spPr bwMode="blackWhite">
            <a:xfrm>
              <a:off x="4240" y="751"/>
              <a:ext cx="778" cy="49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5720" tIns="0" rIns="4572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b="1" dirty="0"/>
                <a:t>报废阶段</a:t>
              </a:r>
              <a:endParaRPr lang="en-US" altLang="ko-KR" b="1" dirty="0"/>
            </a:p>
          </p:txBody>
        </p:sp>
      </p:grpSp>
      <p:sp>
        <p:nvSpPr>
          <p:cNvPr id="95" name="Rectangle 20">
            <a:extLst>
              <a:ext uri="{FF2B5EF4-FFF2-40B4-BE49-F238E27FC236}">
                <a16:creationId xmlns:a16="http://schemas.microsoft.com/office/drawing/2014/main" id="{B0C86E67-05E2-4C12-8425-635118C899EF}"/>
              </a:ext>
            </a:extLst>
          </p:cNvPr>
          <p:cNvSpPr>
            <a:spLocks noChangeArrowheads="1"/>
          </p:cNvSpPr>
          <p:nvPr/>
        </p:nvSpPr>
        <p:spPr bwMode="auto">
          <a:xfrm>
            <a:off x="4353297" y="2001915"/>
            <a:ext cx="1560512" cy="846386"/>
          </a:xfrm>
          <a:prstGeom prst="rect">
            <a:avLst/>
          </a:prstGeom>
          <a:noFill/>
          <a:ln>
            <a:noFill/>
          </a:ln>
          <a:effectLst/>
        </p:spPr>
        <p:txBody>
          <a:bodyPr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230187" lvl="1" indent="-228600">
              <a:buFont typeface="+mj-ea"/>
              <a:buAutoNum type="circleNumDbPlain"/>
            </a:pPr>
            <a:r>
              <a:rPr lang="zh-CN" altLang="en-US" sz="1100" dirty="0">
                <a:latin typeface="微软雅黑" panose="020B0503020204020204" pitchFamily="34" charset="-122"/>
                <a:ea typeface="微软雅黑" panose="020B0503020204020204" pitchFamily="34" charset="-122"/>
              </a:rPr>
              <a:t>返还原因</a:t>
            </a:r>
            <a:endParaRPr lang="en-US" altLang="zh-CN" sz="1100" dirty="0">
              <a:latin typeface="微软雅黑" panose="020B0503020204020204" pitchFamily="34" charset="-122"/>
              <a:ea typeface="微软雅黑" panose="020B0503020204020204" pitchFamily="34" charset="-122"/>
            </a:endParaRPr>
          </a:p>
          <a:p>
            <a:pPr marL="230187" lvl="1" indent="-228600">
              <a:buFont typeface="+mj-ea"/>
              <a:buAutoNum type="circleNumDbPlain"/>
            </a:pPr>
            <a:r>
              <a:rPr lang="zh-CN" altLang="en-US" sz="1100" dirty="0">
                <a:latin typeface="微软雅黑" panose="020B0503020204020204" pitchFamily="34" charset="-122"/>
                <a:ea typeface="微软雅黑" panose="020B0503020204020204" pitchFamily="34" charset="-122"/>
              </a:rPr>
              <a:t>退库日期</a:t>
            </a:r>
            <a:endParaRPr lang="en-US" altLang="zh-CN" sz="1100" dirty="0">
              <a:latin typeface="微软雅黑" panose="020B0503020204020204" pitchFamily="34" charset="-122"/>
              <a:ea typeface="微软雅黑" panose="020B0503020204020204" pitchFamily="34" charset="-122"/>
            </a:endParaRPr>
          </a:p>
          <a:p>
            <a:pPr marL="230187" lvl="1" indent="-228600">
              <a:buFont typeface="+mj-ea"/>
              <a:buAutoNum type="circleNumDbPlain"/>
            </a:pPr>
            <a:r>
              <a:rPr lang="zh-CN" altLang="en-US" sz="1100" dirty="0">
                <a:latin typeface="微软雅黑" panose="020B0503020204020204" pitchFamily="34" charset="-122"/>
                <a:ea typeface="微软雅黑" panose="020B0503020204020204" pitchFamily="34" charset="-122"/>
              </a:rPr>
              <a:t>返退人</a:t>
            </a:r>
            <a:r>
              <a:rPr lang="en-US" altLang="zh-CN" sz="1100" dirty="0">
                <a:latin typeface="微软雅黑" panose="020B0503020204020204" pitchFamily="34" charset="-122"/>
                <a:ea typeface="微软雅黑" panose="020B0503020204020204" pitchFamily="34" charset="-122"/>
              </a:rPr>
              <a:t>ID</a:t>
            </a:r>
            <a:r>
              <a:rPr lang="zh-CN" altLang="en-US" sz="1100" dirty="0">
                <a:latin typeface="微软雅黑" panose="020B0503020204020204" pitchFamily="34" charset="-122"/>
                <a:ea typeface="微软雅黑" panose="020B0503020204020204" pitchFamily="34" charset="-122"/>
              </a:rPr>
              <a:t>姓名</a:t>
            </a:r>
            <a:endParaRPr lang="en-US" altLang="zh-CN" sz="1100" dirty="0">
              <a:latin typeface="微软雅黑" panose="020B0503020204020204" pitchFamily="34" charset="-122"/>
              <a:ea typeface="微软雅黑" panose="020B0503020204020204" pitchFamily="34" charset="-122"/>
            </a:endParaRPr>
          </a:p>
          <a:p>
            <a:pPr marL="230187" lvl="1" indent="-228600">
              <a:buFont typeface="+mj-ea"/>
              <a:buAutoNum type="circleNumDbPlain"/>
            </a:pPr>
            <a:r>
              <a:rPr lang="zh-CN" altLang="en-US" sz="1100" dirty="0">
                <a:latin typeface="微软雅黑" panose="020B0503020204020204" pitchFamily="34" charset="-122"/>
                <a:ea typeface="微软雅黑" panose="020B0503020204020204" pitchFamily="34" charset="-122"/>
              </a:rPr>
              <a:t>可否再用</a:t>
            </a:r>
            <a:endParaRPr lang="en-US" altLang="zh-CN" sz="1100" dirty="0">
              <a:latin typeface="微软雅黑" panose="020B0503020204020204" pitchFamily="34" charset="-122"/>
              <a:ea typeface="微软雅黑" panose="020B0503020204020204" pitchFamily="34" charset="-122"/>
            </a:endParaRPr>
          </a:p>
          <a:p>
            <a:pPr marL="230187" lvl="1" indent="-228600">
              <a:buFont typeface="+mj-ea"/>
              <a:buAutoNum type="circleNumDbPlain"/>
            </a:pPr>
            <a:r>
              <a:rPr lang="zh-CN" altLang="en-US" sz="1100" dirty="0">
                <a:latin typeface="微软雅黑" panose="020B0503020204020204" pitchFamily="34" charset="-122"/>
                <a:ea typeface="微软雅黑" panose="020B0503020204020204" pitchFamily="34" charset="-122"/>
              </a:rPr>
              <a:t>状态：在库</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退库</a:t>
            </a:r>
            <a:r>
              <a:rPr lang="en-US" altLang="zh-CN" sz="1100" dirty="0">
                <a:latin typeface="微软雅黑" panose="020B0503020204020204" pitchFamily="34" charset="-122"/>
                <a:ea typeface="微软雅黑" panose="020B0503020204020204" pitchFamily="34" charset="-122"/>
              </a:rPr>
              <a:t>)</a:t>
            </a:r>
          </a:p>
        </p:txBody>
      </p:sp>
      <p:sp>
        <p:nvSpPr>
          <p:cNvPr id="96" name="Rectangle 21">
            <a:extLst>
              <a:ext uri="{FF2B5EF4-FFF2-40B4-BE49-F238E27FC236}">
                <a16:creationId xmlns:a16="http://schemas.microsoft.com/office/drawing/2014/main" id="{E400A79E-7734-4173-8BD8-66047A7442E5}"/>
              </a:ext>
            </a:extLst>
          </p:cNvPr>
          <p:cNvSpPr>
            <a:spLocks noChangeArrowheads="1"/>
          </p:cNvSpPr>
          <p:nvPr/>
        </p:nvSpPr>
        <p:spPr bwMode="auto">
          <a:xfrm>
            <a:off x="5977309" y="2001915"/>
            <a:ext cx="1565275" cy="3385542"/>
          </a:xfrm>
          <a:prstGeom prst="rect">
            <a:avLst/>
          </a:prstGeom>
          <a:noFill/>
          <a:ln>
            <a:noFill/>
          </a:ln>
          <a:effectLst/>
        </p:spPr>
        <p:txBody>
          <a:bodyPr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a:buFont typeface="Arial" panose="020B0604020202020204" pitchFamily="34" charset="0"/>
              <a:buChar char="•"/>
            </a:pPr>
            <a:r>
              <a:rPr lang="zh-CN" altLang="en-US" sz="1100" dirty="0">
                <a:latin typeface="微软雅黑" panose="020B0503020204020204" pitchFamily="34" charset="-122"/>
                <a:ea typeface="微软雅黑" panose="020B0503020204020204" pitchFamily="34" charset="-122"/>
              </a:rPr>
              <a:t>报修申请信息：</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申请</a:t>
            </a:r>
            <a:r>
              <a:rPr lang="en-US" altLang="zh-CN" sz="1100" dirty="0">
                <a:latin typeface="微软雅黑" panose="020B0503020204020204" pitchFamily="34" charset="-122"/>
                <a:ea typeface="微软雅黑" panose="020B0503020204020204" pitchFamily="34" charset="-122"/>
              </a:rPr>
              <a:t>No</a:t>
            </a: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申请</a:t>
            </a:r>
            <a:r>
              <a:rPr lang="en-US" altLang="zh-CN" sz="1100" dirty="0">
                <a:latin typeface="微软雅黑" panose="020B0503020204020204" pitchFamily="34" charset="-122"/>
                <a:ea typeface="微软雅黑" panose="020B0503020204020204" pitchFamily="34" charset="-122"/>
              </a:rPr>
              <a:t>Draft</a:t>
            </a: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接收日</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申请人</a:t>
            </a:r>
            <a:r>
              <a:rPr lang="en-US" altLang="zh-CN" sz="1100" dirty="0">
                <a:latin typeface="微软雅黑" panose="020B0503020204020204" pitchFamily="34" charset="-122"/>
                <a:ea typeface="微软雅黑" panose="020B0503020204020204" pitchFamily="34" charset="-122"/>
              </a:rPr>
              <a:t>ID</a:t>
            </a:r>
            <a:r>
              <a:rPr lang="zh-CN" altLang="en-US" sz="1100" dirty="0">
                <a:latin typeface="微软雅黑" panose="020B0503020204020204" pitchFamily="34" charset="-122"/>
                <a:ea typeface="微软雅黑" panose="020B0503020204020204" pitchFamily="34" charset="-122"/>
              </a:rPr>
              <a:t>姓名</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资产耗材号</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自动带入资产类型、法人、部门、使用人等信息；</a:t>
            </a:r>
            <a:endParaRPr lang="en-US" altLang="zh-CN" sz="1100" dirty="0">
              <a:latin typeface="微软雅黑" panose="020B0503020204020204" pitchFamily="34" charset="-122"/>
              <a:ea typeface="微软雅黑" panose="020B0503020204020204" pitchFamily="34" charset="-122"/>
            </a:endParaRPr>
          </a:p>
          <a:p>
            <a:pPr lvl="1">
              <a:buFont typeface="Arial" panose="020B0604020202020204" pitchFamily="34" charset="0"/>
              <a:buChar char="•"/>
            </a:pPr>
            <a:r>
              <a:rPr lang="zh-CN" altLang="en-US" sz="1100" dirty="0">
                <a:latin typeface="微软雅黑" panose="020B0503020204020204" pitchFamily="34" charset="-122"/>
                <a:ea typeface="微软雅黑" panose="020B0503020204020204" pitchFamily="34" charset="-122"/>
              </a:rPr>
              <a:t>维修登记及处理信息：</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维修</a:t>
            </a:r>
            <a:r>
              <a:rPr lang="en-US" altLang="zh-CN" sz="1100" dirty="0">
                <a:latin typeface="微软雅黑" panose="020B0503020204020204" pitchFamily="34" charset="-122"/>
                <a:ea typeface="微软雅黑" panose="020B0503020204020204" pitchFamily="34" charset="-122"/>
              </a:rPr>
              <a:t>Draft</a:t>
            </a:r>
          </a:p>
          <a:p>
            <a:pPr marL="344487" lvl="1" indent="-342900">
              <a:buFont typeface="+mj-ea"/>
              <a:buAutoNum type="circleNumDbPlain"/>
            </a:pPr>
            <a:r>
              <a:rPr lang="en-US" altLang="zh-CN" sz="1100" dirty="0">
                <a:latin typeface="微软雅黑" panose="020B0503020204020204" pitchFamily="34" charset="-122"/>
                <a:ea typeface="微软雅黑" panose="020B0503020204020204" pitchFamily="34" charset="-122"/>
              </a:rPr>
              <a:t>IT</a:t>
            </a:r>
            <a:r>
              <a:rPr lang="zh-CN" altLang="en-US" sz="1100" dirty="0">
                <a:latin typeface="微软雅黑" panose="020B0503020204020204" pitchFamily="34" charset="-122"/>
                <a:ea typeface="微软雅黑" panose="020B0503020204020204" pitchFamily="34" charset="-122"/>
              </a:rPr>
              <a:t>担当</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维修</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故障类型</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更换部件</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维修下单日</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维修费</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维修完成日期</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处理担当</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状态：待维修、维修中、维修完毕</a:t>
            </a:r>
            <a:endParaRPr lang="en-US" altLang="ko-KR" sz="1100" dirty="0">
              <a:latin typeface="微软雅黑" panose="020B0503020204020204" pitchFamily="34" charset="-122"/>
              <a:ea typeface="微软雅黑" panose="020B0503020204020204" pitchFamily="34" charset="-122"/>
            </a:endParaRPr>
          </a:p>
        </p:txBody>
      </p:sp>
      <p:sp>
        <p:nvSpPr>
          <p:cNvPr id="97" name="Rectangle 22">
            <a:extLst>
              <a:ext uri="{FF2B5EF4-FFF2-40B4-BE49-F238E27FC236}">
                <a16:creationId xmlns:a16="http://schemas.microsoft.com/office/drawing/2014/main" id="{0C8AD3AE-1254-4C36-B8D5-5FB538865B44}"/>
              </a:ext>
            </a:extLst>
          </p:cNvPr>
          <p:cNvSpPr>
            <a:spLocks noChangeArrowheads="1"/>
          </p:cNvSpPr>
          <p:nvPr/>
        </p:nvSpPr>
        <p:spPr bwMode="auto">
          <a:xfrm>
            <a:off x="7710861" y="2001915"/>
            <a:ext cx="1682748" cy="1354217"/>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资产号及自动带入资产相关信息</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报废判定人</a:t>
            </a:r>
            <a:r>
              <a:rPr lang="en-US" altLang="zh-CN" sz="1100" dirty="0">
                <a:latin typeface="微软雅黑" panose="020B0503020204020204" pitchFamily="34" charset="-122"/>
                <a:ea typeface="微软雅黑" panose="020B0503020204020204" pitchFamily="34" charset="-122"/>
              </a:rPr>
              <a:t>ID</a:t>
            </a:r>
            <a:r>
              <a:rPr lang="zh-CN" altLang="en-US" sz="1100" dirty="0">
                <a:latin typeface="微软雅黑" panose="020B0503020204020204" pitchFamily="34" charset="-122"/>
                <a:ea typeface="微软雅黑" panose="020B0503020204020204" pitchFamily="34" charset="-122"/>
              </a:rPr>
              <a:t>姓名</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报废判定日期</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报废原因</a:t>
            </a:r>
            <a:endParaRPr lang="en-US" altLang="zh-CN" sz="1100" dirty="0">
              <a:latin typeface="微软雅黑" panose="020B0503020204020204" pitchFamily="34" charset="-122"/>
              <a:ea typeface="微软雅黑" panose="020B0503020204020204" pitchFamily="34" charset="-122"/>
            </a:endParaRPr>
          </a:p>
          <a:p>
            <a:pPr marL="344487" lvl="1" indent="-342900">
              <a:buFont typeface="+mj-ea"/>
              <a:buAutoNum type="circleNumDbPlain"/>
            </a:pPr>
            <a:r>
              <a:rPr lang="zh-CN" altLang="en-US" sz="1100" dirty="0">
                <a:latin typeface="微软雅黑" panose="020B0503020204020204" pitchFamily="34" charset="-122"/>
                <a:ea typeface="微软雅黑" panose="020B0503020204020204" pitchFamily="34" charset="-122"/>
              </a:rPr>
              <a:t>状态：待报废、报废完成</a:t>
            </a:r>
            <a:endParaRPr lang="en-US" altLang="zh-CN" sz="1100" dirty="0">
              <a:latin typeface="微软雅黑" panose="020B0503020204020204" pitchFamily="34" charset="-122"/>
              <a:ea typeface="微软雅黑" panose="020B0503020204020204" pitchFamily="34" charset="-122"/>
            </a:endParaRPr>
          </a:p>
          <a:p>
            <a:pPr lvl="1"/>
            <a:endParaRPr lang="en-US" altLang="ko-KR" sz="1100" dirty="0">
              <a:latin typeface="微软雅黑" panose="020B0503020204020204" pitchFamily="34" charset="-122"/>
              <a:ea typeface="微软雅黑" panose="020B0503020204020204" pitchFamily="34" charset="-122"/>
            </a:endParaRPr>
          </a:p>
        </p:txBody>
      </p:sp>
      <p:grpSp>
        <p:nvGrpSpPr>
          <p:cNvPr id="98" name="Group 21">
            <a:extLst>
              <a:ext uri="{FF2B5EF4-FFF2-40B4-BE49-F238E27FC236}">
                <a16:creationId xmlns:a16="http://schemas.microsoft.com/office/drawing/2014/main" id="{3323832F-48F9-4BF1-A794-28A24BB0A923}"/>
              </a:ext>
            </a:extLst>
          </p:cNvPr>
          <p:cNvGrpSpPr>
            <a:grpSpLocks/>
          </p:cNvGrpSpPr>
          <p:nvPr/>
        </p:nvGrpSpPr>
        <p:grpSpPr bwMode="auto">
          <a:xfrm>
            <a:off x="157534" y="2279089"/>
            <a:ext cx="855926" cy="607268"/>
            <a:chOff x="2400" y="1968"/>
            <a:chExt cx="960" cy="960"/>
          </a:xfrm>
          <a:noFill/>
        </p:grpSpPr>
        <p:sp>
          <p:nvSpPr>
            <p:cNvPr id="99" name="Oval 22">
              <a:extLst>
                <a:ext uri="{FF2B5EF4-FFF2-40B4-BE49-F238E27FC236}">
                  <a16:creationId xmlns:a16="http://schemas.microsoft.com/office/drawing/2014/main" id="{E0B4DECE-37A7-4879-BB4D-46A9BB66E0F3}"/>
                </a:ext>
              </a:extLst>
            </p:cNvPr>
            <p:cNvSpPr>
              <a:spLocks noChangeArrowheads="1"/>
            </p:cNvSpPr>
            <p:nvPr>
              <p:custDataLst>
                <p:tags r:id="rId9"/>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b="1">
                <a:latin typeface="微软雅黑" panose="020B0503020204020204" pitchFamily="34" charset="-122"/>
                <a:ea typeface="微软雅黑" panose="020B0503020204020204" pitchFamily="34" charset="-122"/>
              </a:endParaRPr>
            </a:p>
          </p:txBody>
        </p:sp>
        <p:sp>
          <p:nvSpPr>
            <p:cNvPr id="100" name="Rectangle 23">
              <a:extLst>
                <a:ext uri="{FF2B5EF4-FFF2-40B4-BE49-F238E27FC236}">
                  <a16:creationId xmlns:a16="http://schemas.microsoft.com/office/drawing/2014/main" id="{B5A1E824-A9A3-46BB-A333-D418F8B93FF3}"/>
                </a:ext>
              </a:extLst>
            </p:cNvPr>
            <p:cNvSpPr>
              <a:spLocks noChangeArrowheads="1"/>
            </p:cNvSpPr>
            <p:nvPr>
              <p:custDataLst>
                <p:tags r:id="rId10"/>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资产</a:t>
              </a:r>
            </a:p>
          </p:txBody>
        </p:sp>
      </p:grpSp>
      <p:grpSp>
        <p:nvGrpSpPr>
          <p:cNvPr id="101" name="Group 28">
            <a:extLst>
              <a:ext uri="{FF2B5EF4-FFF2-40B4-BE49-F238E27FC236}">
                <a16:creationId xmlns:a16="http://schemas.microsoft.com/office/drawing/2014/main" id="{9F73D609-FC8E-4AAE-AE53-3EA00C9A379C}"/>
              </a:ext>
            </a:extLst>
          </p:cNvPr>
          <p:cNvGrpSpPr>
            <a:grpSpLocks/>
          </p:cNvGrpSpPr>
          <p:nvPr/>
        </p:nvGrpSpPr>
        <p:grpSpPr bwMode="auto">
          <a:xfrm>
            <a:off x="157534" y="5482403"/>
            <a:ext cx="855926" cy="607269"/>
            <a:chOff x="2400" y="1968"/>
            <a:chExt cx="960" cy="960"/>
          </a:xfrm>
          <a:noFill/>
        </p:grpSpPr>
        <p:sp>
          <p:nvSpPr>
            <p:cNvPr id="102" name="Oval 29">
              <a:extLst>
                <a:ext uri="{FF2B5EF4-FFF2-40B4-BE49-F238E27FC236}">
                  <a16:creationId xmlns:a16="http://schemas.microsoft.com/office/drawing/2014/main" id="{503E9072-A15D-4F69-A277-F34C5F339E44}"/>
                </a:ext>
              </a:extLst>
            </p:cNvPr>
            <p:cNvSpPr>
              <a:spLocks noChangeArrowheads="1"/>
            </p:cNvSpPr>
            <p:nvPr>
              <p:custDataLst>
                <p:tags r:id="rId7"/>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3" name="Rectangle 30">
              <a:extLst>
                <a:ext uri="{FF2B5EF4-FFF2-40B4-BE49-F238E27FC236}">
                  <a16:creationId xmlns:a16="http://schemas.microsoft.com/office/drawing/2014/main" id="{D00A0814-AE47-41B3-A6C4-2482ED7D685F}"/>
                </a:ext>
              </a:extLst>
            </p:cNvPr>
            <p:cNvSpPr>
              <a:spLocks noChangeArrowheads="1"/>
            </p:cNvSpPr>
            <p:nvPr>
              <p:custDataLst>
                <p:tags r:id="rId8"/>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400" b="1" dirty="0">
                  <a:latin typeface="微软雅黑" panose="020B0503020204020204" pitchFamily="34" charset="-122"/>
                  <a:ea typeface="微软雅黑" panose="020B0503020204020204" pitchFamily="34" charset="-122"/>
                </a:rPr>
                <a:t>耗材</a:t>
              </a:r>
              <a:endParaRPr lang="ko-KR" altLang="en-US" sz="1400" b="1" dirty="0">
                <a:latin typeface="微软雅黑" panose="020B0503020204020204" pitchFamily="34" charset="-122"/>
                <a:ea typeface="宋体" panose="02010600030101010101" pitchFamily="2" charset="-122"/>
              </a:endParaRPr>
            </a:p>
          </p:txBody>
        </p:sp>
      </p:grpSp>
      <p:sp>
        <p:nvSpPr>
          <p:cNvPr id="53" name="Rectangle 3">
            <a:extLst>
              <a:ext uri="{FF2B5EF4-FFF2-40B4-BE49-F238E27FC236}">
                <a16:creationId xmlns:a16="http://schemas.microsoft.com/office/drawing/2014/main" id="{520814D5-75AD-4835-89AF-D81E3D44B83F}"/>
              </a:ext>
            </a:extLst>
          </p:cNvPr>
          <p:cNvSpPr>
            <a:spLocks noChangeArrowheads="1"/>
          </p:cNvSpPr>
          <p:nvPr/>
        </p:nvSpPr>
        <p:spPr bwMode="auto">
          <a:xfrm>
            <a:off x="2719758" y="6247285"/>
            <a:ext cx="6707098" cy="184666"/>
          </a:xfrm>
          <a:prstGeom prst="rect">
            <a:avLst/>
          </a:prstGeom>
          <a:noFill/>
          <a:ln>
            <a:noFill/>
          </a:ln>
          <a:effectLst/>
        </p:spPr>
        <p:txBody>
          <a:bodyPr wrap="square" lIns="0" tIns="0" rIns="0" bIns="0">
            <a:spAutoFit/>
          </a:bodyPr>
          <a:lstStyle>
            <a:lvl1pPr defTabSz="787400">
              <a:buSzPct val="120000"/>
              <a:defRPr sz="1600">
                <a:solidFill>
                  <a:schemeClr val="tx1"/>
                </a:solidFill>
                <a:latin typeface="Arial" panose="020B0604020202020204" pitchFamily="34" charset="0"/>
                <a:ea typeface="-윤고딕130" pitchFamily="18" charset="-127"/>
              </a:defRPr>
            </a:lvl1pPr>
            <a:lvl2pPr marL="133350" indent="-131763" defTabSz="787400">
              <a:buSzPct val="120000"/>
              <a:buChar char="•"/>
              <a:defRPr sz="1600">
                <a:solidFill>
                  <a:schemeClr val="tx1"/>
                </a:solidFill>
                <a:latin typeface="Arial" panose="020B0604020202020204" pitchFamily="34" charset="0"/>
                <a:ea typeface="-윤고딕130" pitchFamily="18" charset="-127"/>
              </a:defRPr>
            </a:lvl2pPr>
            <a:lvl3pPr marL="301625" indent="-150813" defTabSz="787400">
              <a:buChar char="–"/>
              <a:defRPr sz="1600">
                <a:solidFill>
                  <a:schemeClr val="tx1"/>
                </a:solidFill>
                <a:latin typeface="Arial" panose="020B0604020202020204" pitchFamily="34" charset="0"/>
                <a:ea typeface="-윤고딕130" pitchFamily="18" charset="-127"/>
              </a:defRPr>
            </a:lvl3pPr>
            <a:lvl4pPr marL="439738" indent="-136525" defTabSz="787400">
              <a:buSzPct val="89000"/>
              <a:buChar char="•"/>
              <a:defRPr sz="1600">
                <a:solidFill>
                  <a:schemeClr val="tx1"/>
                </a:solidFill>
                <a:latin typeface="Arial" panose="020B0604020202020204" pitchFamily="34" charset="0"/>
                <a:ea typeface="-윤고딕130" pitchFamily="18" charset="-127"/>
              </a:defRPr>
            </a:lvl4pPr>
            <a:lvl5pPr marL="603250" indent="-142875" defTabSz="787400">
              <a:buSzPct val="75000"/>
              <a:buChar char="–"/>
              <a:defRPr sz="1600">
                <a:solidFill>
                  <a:schemeClr val="tx1"/>
                </a:solidFill>
                <a:latin typeface="Arial" panose="020B0604020202020204" pitchFamily="34" charset="0"/>
                <a:ea typeface="-윤고딕130" pitchFamily="18" charset="-127"/>
              </a:defRPr>
            </a:lvl5pPr>
            <a:lvl6pPr marL="10604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5176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748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32050" indent="-142875" defTabSz="78740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7" lvl="1" indent="0" algn="r">
              <a:buNone/>
            </a:pPr>
            <a:r>
              <a:rPr lang="zh-CN" altLang="en-US" sz="1200" u="sng" dirty="0">
                <a:latin typeface="微软雅黑" panose="020B0503020204020204" pitchFamily="34" charset="-122"/>
                <a:ea typeface="微软雅黑" panose="020B0503020204020204" pitchFamily="34" charset="-122"/>
              </a:rPr>
              <a:t>耗材管理在入库、领用发放借用、返还阶段同资产，但耗材无维修及报废阶段的管理。</a:t>
            </a:r>
            <a:endParaRPr lang="en-US" altLang="ko-KR" sz="1200" u="sng"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6874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7</a:t>
            </a:fld>
            <a:endParaRPr lang="ko-KR" altLang="en-US" dirty="0">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a:xfrm>
            <a:off x="416496" y="395982"/>
            <a:ext cx="6941398" cy="297511"/>
          </a:xfrm>
        </p:spPr>
        <p:txBody>
          <a:bodyPr>
            <a:noAutofit/>
          </a:bodyPr>
          <a:lstStyle/>
          <a:p>
            <a:r>
              <a:rPr lang="zh-CN" altLang="en-US" sz="1800" b="1" dirty="0">
                <a:latin typeface="微软雅黑" panose="020B0503020204020204" pitchFamily="34" charset="-122"/>
                <a:ea typeface="微软雅黑" panose="020B0503020204020204" pitchFamily="34" charset="-122"/>
              </a:rPr>
              <a:t>功能需求：基准信息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权限</a:t>
            </a:r>
            <a:r>
              <a:rPr lang="en-US" altLang="zh-CN" sz="1800" b="1" dirty="0">
                <a:latin typeface="微软雅黑" panose="020B0503020204020204" pitchFamily="34" charset="-122"/>
                <a:ea typeface="微软雅黑" panose="020B0503020204020204" pitchFamily="34" charset="-122"/>
              </a:rPr>
              <a:t>&amp;</a:t>
            </a:r>
            <a:r>
              <a:rPr lang="zh-CN" altLang="en-US" sz="1800" b="1" dirty="0">
                <a:latin typeface="微软雅黑" panose="020B0503020204020204" pitchFamily="34" charset="-122"/>
                <a:ea typeface="微软雅黑" panose="020B0503020204020204" pitchFamily="34" charset="-122"/>
              </a:rPr>
              <a:t>用户</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物料分类</a:t>
            </a:r>
            <a:r>
              <a:rPr lang="en-US" altLang="zh-CN" sz="1800" b="1" dirty="0">
                <a:latin typeface="微软雅黑" panose="020B0503020204020204" pitchFamily="34" charset="-122"/>
                <a:ea typeface="微软雅黑" panose="020B0503020204020204" pitchFamily="34" charset="-122"/>
              </a:rPr>
              <a:t>&amp;</a:t>
            </a:r>
            <a:r>
              <a:rPr lang="zh-CN" altLang="en-US" sz="1800" b="1" dirty="0">
                <a:latin typeface="微软雅黑" panose="020B0503020204020204" pitchFamily="34" charset="-122"/>
                <a:ea typeface="微软雅黑" panose="020B0503020204020204" pitchFamily="34" charset="-122"/>
              </a:rPr>
              <a:t>属性</a:t>
            </a:r>
          </a:p>
        </p:txBody>
      </p:sp>
      <p:sp>
        <p:nvSpPr>
          <p:cNvPr id="15" name="Rectangle 1379">
            <a:extLst>
              <a:ext uri="{FF2B5EF4-FFF2-40B4-BE49-F238E27FC236}">
                <a16:creationId xmlns:a16="http://schemas.microsoft.com/office/drawing/2014/main" id="{EB07AF95-7FEC-43FC-9DB1-D06E8CFB91BA}"/>
              </a:ext>
            </a:extLst>
          </p:cNvPr>
          <p:cNvSpPr>
            <a:spLocks noChangeArrowheads="1"/>
          </p:cNvSpPr>
          <p:nvPr/>
        </p:nvSpPr>
        <p:spPr bwMode="auto">
          <a:xfrm>
            <a:off x="1082629" y="977940"/>
            <a:ext cx="3626820" cy="236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4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1380">
            <a:extLst>
              <a:ext uri="{FF2B5EF4-FFF2-40B4-BE49-F238E27FC236}">
                <a16:creationId xmlns:a16="http://schemas.microsoft.com/office/drawing/2014/main" id="{AFA700C6-00A1-408A-BA6F-AF9395450554}"/>
              </a:ext>
            </a:extLst>
          </p:cNvPr>
          <p:cNvSpPr>
            <a:spLocks noChangeShapeType="1"/>
          </p:cNvSpPr>
          <p:nvPr/>
        </p:nvSpPr>
        <p:spPr bwMode="auto">
          <a:xfrm>
            <a:off x="1082629" y="1277978"/>
            <a:ext cx="36268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Rectangle 1383">
            <a:extLst>
              <a:ext uri="{FF2B5EF4-FFF2-40B4-BE49-F238E27FC236}">
                <a16:creationId xmlns:a16="http://schemas.microsoft.com/office/drawing/2014/main" id="{324C9F06-D3EE-4B3B-A90E-E6C19C98CBE9}"/>
              </a:ext>
            </a:extLst>
          </p:cNvPr>
          <p:cNvSpPr>
            <a:spLocks noChangeArrowheads="1"/>
          </p:cNvSpPr>
          <p:nvPr/>
        </p:nvSpPr>
        <p:spPr bwMode="auto">
          <a:xfrm>
            <a:off x="5117504" y="977940"/>
            <a:ext cx="4278445" cy="236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其他</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Line 1384">
            <a:extLst>
              <a:ext uri="{FF2B5EF4-FFF2-40B4-BE49-F238E27FC236}">
                <a16:creationId xmlns:a16="http://schemas.microsoft.com/office/drawing/2014/main" id="{6DE06FD9-0ACD-4E39-BCDB-17C61399B303}"/>
              </a:ext>
            </a:extLst>
          </p:cNvPr>
          <p:cNvSpPr>
            <a:spLocks noChangeShapeType="1"/>
          </p:cNvSpPr>
          <p:nvPr/>
        </p:nvSpPr>
        <p:spPr bwMode="auto">
          <a:xfrm>
            <a:off x="5127038" y="1277978"/>
            <a:ext cx="442469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AutoShape 1385">
            <a:extLst>
              <a:ext uri="{FF2B5EF4-FFF2-40B4-BE49-F238E27FC236}">
                <a16:creationId xmlns:a16="http://schemas.microsoft.com/office/drawing/2014/main" id="{67681FC0-C9F7-4B24-966F-6715E2E2BF3B}"/>
              </a:ext>
            </a:extLst>
          </p:cNvPr>
          <p:cNvSpPr>
            <a:spLocks noChangeArrowheads="1"/>
          </p:cNvSpPr>
          <p:nvPr/>
        </p:nvSpPr>
        <p:spPr bwMode="auto">
          <a:xfrm rot="16200000" flipH="1">
            <a:off x="2350242" y="3785405"/>
            <a:ext cx="5278306" cy="136581"/>
          </a:xfrm>
          <a:prstGeom prst="triangle">
            <a:avLst>
              <a:gd name="adj" fmla="val 50000"/>
            </a:avLst>
          </a:prstGeom>
          <a:solidFill>
            <a:srgbClr val="90909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72" name="组合 71">
            <a:extLst>
              <a:ext uri="{FF2B5EF4-FFF2-40B4-BE49-F238E27FC236}">
                <a16:creationId xmlns:a16="http://schemas.microsoft.com/office/drawing/2014/main" id="{3DD2BAF3-FE5A-2C48-54AD-BE90FAF3EC34}"/>
              </a:ext>
            </a:extLst>
          </p:cNvPr>
          <p:cNvGrpSpPr/>
          <p:nvPr/>
        </p:nvGrpSpPr>
        <p:grpSpPr>
          <a:xfrm>
            <a:off x="136518" y="1381131"/>
            <a:ext cx="9536747" cy="521361"/>
            <a:chOff x="136518" y="1381131"/>
            <a:chExt cx="9536747" cy="521361"/>
          </a:xfrm>
        </p:grpSpPr>
        <p:sp>
          <p:nvSpPr>
            <p:cNvPr id="14" name="Rectangle 1378">
              <a:extLst>
                <a:ext uri="{FF2B5EF4-FFF2-40B4-BE49-F238E27FC236}">
                  <a16:creationId xmlns:a16="http://schemas.microsoft.com/office/drawing/2014/main" id="{45C680E8-F9D2-45BF-BEDC-7735EDC0E5BB}"/>
                </a:ext>
              </a:extLst>
            </p:cNvPr>
            <p:cNvSpPr>
              <a:spLocks noChangeArrowheads="1"/>
            </p:cNvSpPr>
            <p:nvPr/>
          </p:nvSpPr>
          <p:spPr bwMode="auto">
            <a:xfrm>
              <a:off x="1082629" y="1381131"/>
              <a:ext cx="3761686" cy="521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AD</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联动，</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AD</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账户密码登录；另单独设置</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admin</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权限；</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角色管理</a:t>
              </a:r>
              <a:r>
                <a:rPr lang="en-US" altLang="zh-CN" sz="1200" b="1" kern="0" dirty="0">
                  <a:solidFill>
                    <a:srgbClr val="000000"/>
                  </a:solidFill>
                  <a:latin typeface="微软雅黑" panose="020B0503020204020204" pitchFamily="34" charset="-122"/>
                  <a:ea typeface="微软雅黑" panose="020B0503020204020204" pitchFamily="34" charset="-122"/>
                </a:rPr>
                <a:t>:</a:t>
              </a:r>
              <a:r>
                <a:rPr lang="zh-CN" altLang="en-US" sz="1200" b="1" kern="0" dirty="0">
                  <a:solidFill>
                    <a:srgbClr val="000000"/>
                  </a:solidFill>
                  <a:latin typeface="微软雅黑" panose="020B0503020204020204" pitchFamily="34" charset="-122"/>
                  <a:ea typeface="微软雅黑" panose="020B0503020204020204" pitchFamily="34" charset="-122"/>
                </a:rPr>
                <a:t>可分画面别赋予不同人员不同权限；</a:t>
              </a:r>
              <a:r>
                <a:rPr kumimoji="0" lang="ko-KR" altLang="ko-KR" sz="1200" b="1" i="0" u="none" strike="noStrike" kern="0" cap="none" spc="0" normalizeH="0" baseline="0" noProof="0" dirty="0">
                  <a:ln>
                    <a:noFill/>
                  </a:ln>
                  <a:solidFill>
                    <a:srgbClr val="000000"/>
                  </a:solidFill>
                  <a:effectLst/>
                  <a:uLnTx/>
                  <a:uFillTx/>
                  <a:latin typeface="微软雅黑" panose="020B0503020204020204" pitchFamily="34" charset="-122"/>
                </a:rPr>
                <a:t> </a:t>
              </a:r>
            </a:p>
          </p:txBody>
        </p:sp>
        <p:sp>
          <p:nvSpPr>
            <p:cNvPr id="17" name="Rectangle 1382">
              <a:extLst>
                <a:ext uri="{FF2B5EF4-FFF2-40B4-BE49-F238E27FC236}">
                  <a16:creationId xmlns:a16="http://schemas.microsoft.com/office/drawing/2014/main" id="{26AA02E1-7575-4E7C-A781-DA8908730EEF}"/>
                </a:ext>
              </a:extLst>
            </p:cNvPr>
            <p:cNvSpPr>
              <a:spLocks noChangeArrowheads="1"/>
            </p:cNvSpPr>
            <p:nvPr/>
          </p:nvSpPr>
          <p:spPr bwMode="auto">
            <a:xfrm>
              <a:off x="5134473" y="1381131"/>
              <a:ext cx="4538792" cy="24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rPr>
                <a:t> </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人员</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ID</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，姓名，权限画面清单</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可勾选赋予权限</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endPar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nvGrpSpPr>
            <p:cNvPr id="26" name="Group 14">
              <a:extLst>
                <a:ext uri="{FF2B5EF4-FFF2-40B4-BE49-F238E27FC236}">
                  <a16:creationId xmlns:a16="http://schemas.microsoft.com/office/drawing/2014/main" id="{FEBEB67E-6BD2-4F1D-A6F7-E474AA9D2D0F}"/>
                </a:ext>
              </a:extLst>
            </p:cNvPr>
            <p:cNvGrpSpPr>
              <a:grpSpLocks/>
            </p:cNvGrpSpPr>
            <p:nvPr/>
          </p:nvGrpSpPr>
          <p:grpSpPr bwMode="auto">
            <a:xfrm>
              <a:off x="136518" y="1381131"/>
              <a:ext cx="869322" cy="497838"/>
              <a:chOff x="2400" y="1968"/>
              <a:chExt cx="1152" cy="576"/>
            </a:xfrm>
          </p:grpSpPr>
          <p:sp>
            <p:nvSpPr>
              <p:cNvPr id="27" name="Freeform 15">
                <a:extLst>
                  <a:ext uri="{FF2B5EF4-FFF2-40B4-BE49-F238E27FC236}">
                    <a16:creationId xmlns:a16="http://schemas.microsoft.com/office/drawing/2014/main" id="{099D18EC-F1DF-41C1-A595-F24C6BB9CA70}"/>
                  </a:ext>
                </a:extLst>
              </p:cNvPr>
              <p:cNvSpPr>
                <a:spLocks/>
              </p:cNvSpPr>
              <p:nvPr>
                <p:custDataLst>
                  <p:tags r:id="rId9"/>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Rectangle 16">
                <a:extLst>
                  <a:ext uri="{FF2B5EF4-FFF2-40B4-BE49-F238E27FC236}">
                    <a16:creationId xmlns:a16="http://schemas.microsoft.com/office/drawing/2014/main" id="{D8BCDABA-1FD3-4ED5-AB53-86C617A210F7}"/>
                  </a:ext>
                </a:extLst>
              </p:cNvPr>
              <p:cNvSpPr>
                <a:spLocks noChangeArrowheads="1"/>
              </p:cNvSpPr>
              <p:nvPr>
                <p:custDataLst>
                  <p:tags r:id="rId10"/>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权限设置</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grpSp>
        <p:nvGrpSpPr>
          <p:cNvPr id="68" name="组合 67">
            <a:extLst>
              <a:ext uri="{FF2B5EF4-FFF2-40B4-BE49-F238E27FC236}">
                <a16:creationId xmlns:a16="http://schemas.microsoft.com/office/drawing/2014/main" id="{F3B9CA97-47B1-B63F-E37E-F7EFC54B052B}"/>
              </a:ext>
            </a:extLst>
          </p:cNvPr>
          <p:cNvGrpSpPr/>
          <p:nvPr/>
        </p:nvGrpSpPr>
        <p:grpSpPr>
          <a:xfrm>
            <a:off x="136518" y="2152136"/>
            <a:ext cx="9536747" cy="798360"/>
            <a:chOff x="136518" y="2275842"/>
            <a:chExt cx="9536747" cy="798360"/>
          </a:xfrm>
        </p:grpSpPr>
        <p:grpSp>
          <p:nvGrpSpPr>
            <p:cNvPr id="29" name="Group 14">
              <a:extLst>
                <a:ext uri="{FF2B5EF4-FFF2-40B4-BE49-F238E27FC236}">
                  <a16:creationId xmlns:a16="http://schemas.microsoft.com/office/drawing/2014/main" id="{917E17DD-C5E2-44C4-A9C0-5C44C96BAA9D}"/>
                </a:ext>
              </a:extLst>
            </p:cNvPr>
            <p:cNvGrpSpPr>
              <a:grpSpLocks/>
            </p:cNvGrpSpPr>
            <p:nvPr/>
          </p:nvGrpSpPr>
          <p:grpSpPr bwMode="auto">
            <a:xfrm>
              <a:off x="136518" y="2275842"/>
              <a:ext cx="869322" cy="497838"/>
              <a:chOff x="2400" y="1968"/>
              <a:chExt cx="1152" cy="576"/>
            </a:xfrm>
          </p:grpSpPr>
          <p:sp>
            <p:nvSpPr>
              <p:cNvPr id="30" name="Freeform 15">
                <a:extLst>
                  <a:ext uri="{FF2B5EF4-FFF2-40B4-BE49-F238E27FC236}">
                    <a16:creationId xmlns:a16="http://schemas.microsoft.com/office/drawing/2014/main" id="{F425A4A9-D207-4433-A39B-42D6AD3F9F6D}"/>
                  </a:ext>
                </a:extLst>
              </p:cNvPr>
              <p:cNvSpPr>
                <a:spLocks/>
              </p:cNvSpPr>
              <p:nvPr>
                <p:custDataLst>
                  <p:tags r:id="rId7"/>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Rectangle 16">
                <a:extLst>
                  <a:ext uri="{FF2B5EF4-FFF2-40B4-BE49-F238E27FC236}">
                    <a16:creationId xmlns:a16="http://schemas.microsoft.com/office/drawing/2014/main" id="{36199550-94ED-4268-87F5-49EEA21F1963}"/>
                  </a:ext>
                </a:extLst>
              </p:cNvPr>
              <p:cNvSpPr>
                <a:spLocks noChangeArrowheads="1"/>
              </p:cNvSpPr>
              <p:nvPr>
                <p:custDataLst>
                  <p:tags r:id="rId8"/>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组织</a:t>
                </a: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人员</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5" name="Rectangle 1378">
              <a:extLst>
                <a:ext uri="{FF2B5EF4-FFF2-40B4-BE49-F238E27FC236}">
                  <a16:creationId xmlns:a16="http://schemas.microsoft.com/office/drawing/2014/main" id="{D148F2F3-C15F-4BB7-8E43-B49145FEBFC4}"/>
                </a:ext>
              </a:extLst>
            </p:cNvPr>
            <p:cNvSpPr>
              <a:spLocks noChangeArrowheads="1"/>
            </p:cNvSpPr>
            <p:nvPr/>
          </p:nvSpPr>
          <p:spPr bwMode="auto">
            <a:xfrm>
              <a:off x="1082629" y="2275842"/>
              <a:ext cx="3761686" cy="79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I/F</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开发，从</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HR</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同步组织和人员信息，</a:t>
              </a:r>
              <a:r>
                <a:rPr lang="zh-CN" altLang="en-US" sz="1200" b="1" kern="0" dirty="0">
                  <a:solidFill>
                    <a:srgbClr val="000000"/>
                  </a:solidFill>
                  <a:latin typeface="微软雅黑" panose="020B0503020204020204" pitchFamily="34" charset="-122"/>
                  <a:ea typeface="微软雅黑" panose="020B0503020204020204" pitchFamily="34" charset="-122"/>
                </a:rPr>
                <a:t>在其他物料登记等画面可实现组织人员代码和名称别的模糊查询后调出登记人员组织信息即可。</a:t>
              </a:r>
              <a:endParaRPr kumimoji="0" lang="ko-KR" altLang="ko-KR" sz="1200" b="1"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36" name="Rectangle 1382">
              <a:extLst>
                <a:ext uri="{FF2B5EF4-FFF2-40B4-BE49-F238E27FC236}">
                  <a16:creationId xmlns:a16="http://schemas.microsoft.com/office/drawing/2014/main" id="{8E0C5B36-B9EC-45BA-9B62-22FCF7B57EEF}"/>
                </a:ext>
              </a:extLst>
            </p:cNvPr>
            <p:cNvSpPr>
              <a:spLocks noChangeArrowheads="1"/>
            </p:cNvSpPr>
            <p:nvPr/>
          </p:nvSpPr>
          <p:spPr bwMode="auto">
            <a:xfrm>
              <a:off x="5134473" y="2275842"/>
              <a:ext cx="4538792" cy="79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en-US" altLang="ko-KR" sz="1200" kern="0" dirty="0">
                  <a:solidFill>
                    <a:srgbClr val="000000"/>
                  </a:solidFill>
                  <a:latin typeface="微软雅黑" panose="020B0503020204020204" pitchFamily="34" charset="-122"/>
                  <a:ea typeface="微软雅黑" panose="020B0503020204020204" pitchFamily="34" charset="-122"/>
                </a:rPr>
                <a:t>I/F</a:t>
              </a:r>
              <a:r>
                <a:rPr lang="zh-CN" altLang="en-US" sz="1200" kern="0" dirty="0">
                  <a:solidFill>
                    <a:srgbClr val="000000"/>
                  </a:solidFill>
                  <a:latin typeface="微软雅黑" panose="020B0503020204020204" pitchFamily="34" charset="-122"/>
                  <a:ea typeface="微软雅黑" panose="020B0503020204020204" pitchFamily="34" charset="-122"/>
                </a:rPr>
                <a:t>主要字段：组织代码</a:t>
              </a:r>
              <a:r>
                <a:rPr lang="en-US" altLang="zh-CN" sz="1200" kern="0" dirty="0">
                  <a:solidFill>
                    <a:srgbClr val="000000"/>
                  </a:solidFill>
                  <a:latin typeface="微软雅黑" panose="020B0503020204020204" pitchFamily="34" charset="-122"/>
                  <a:ea typeface="微软雅黑" panose="020B0503020204020204" pitchFamily="34" charset="-122"/>
                </a:rPr>
                <a:t>/</a:t>
              </a:r>
              <a:r>
                <a:rPr lang="zh-CN" altLang="en-US" sz="1200" kern="0" dirty="0">
                  <a:solidFill>
                    <a:srgbClr val="000000"/>
                  </a:solidFill>
                  <a:latin typeface="微软雅黑" panose="020B0503020204020204" pitchFamily="34" charset="-122"/>
                  <a:ea typeface="微软雅黑" panose="020B0503020204020204" pitchFamily="34" charset="-122"/>
                </a:rPr>
                <a:t>名称、人员所属组织关系、人员</a:t>
              </a:r>
              <a:r>
                <a:rPr lang="en-US" altLang="zh-CN" sz="1200" kern="0" dirty="0">
                  <a:solidFill>
                    <a:srgbClr val="000000"/>
                  </a:solidFill>
                  <a:latin typeface="微软雅黑" panose="020B0503020204020204" pitchFamily="34" charset="-122"/>
                  <a:ea typeface="微软雅黑" panose="020B0503020204020204" pitchFamily="34" charset="-122"/>
                </a:rPr>
                <a:t>ID/</a:t>
              </a:r>
              <a:r>
                <a:rPr lang="zh-CN" altLang="en-US" sz="1200" kern="0" dirty="0">
                  <a:solidFill>
                    <a:srgbClr val="000000"/>
                  </a:solidFill>
                  <a:latin typeface="微软雅黑" panose="020B0503020204020204" pitchFamily="34" charset="-122"/>
                  <a:ea typeface="微软雅黑" panose="020B0503020204020204" pitchFamily="34" charset="-122"/>
                </a:rPr>
                <a:t>姓名</a:t>
              </a:r>
              <a:r>
                <a:rPr lang="en-US" altLang="zh-CN" sz="1200" kern="0" dirty="0">
                  <a:solidFill>
                    <a:srgbClr val="000000"/>
                  </a:solidFill>
                  <a:latin typeface="微软雅黑" panose="020B0503020204020204" pitchFamily="34" charset="-122"/>
                  <a:ea typeface="微软雅黑" panose="020B0503020204020204" pitchFamily="34" charset="-122"/>
                </a:rPr>
                <a:t>;</a:t>
              </a: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en-US" altLang="ko-KR"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I/F</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频率：</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天</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1</a:t>
              </a:r>
              <a:r>
                <a:rPr lang="zh-CN" altLang="en-US" sz="1200" kern="0" dirty="0">
                  <a:solidFill>
                    <a:srgbClr val="000000"/>
                  </a:solidFill>
                  <a:latin typeface="微软雅黑" panose="020B0503020204020204" pitchFamily="34" charset="-122"/>
                  <a:ea typeface="微软雅黑" panose="020B0503020204020204" pitchFamily="34" charset="-122"/>
                </a:rPr>
                <a:t>次</a:t>
              </a:r>
              <a:r>
                <a:rPr lang="en-US" altLang="zh-CN" sz="1200" kern="0" dirty="0">
                  <a:solidFill>
                    <a:srgbClr val="000000"/>
                  </a:solidFill>
                  <a:latin typeface="微软雅黑" panose="020B0503020204020204" pitchFamily="34" charset="-122"/>
                  <a:ea typeface="微软雅黑" panose="020B0503020204020204" pitchFamily="34" charset="-122"/>
                </a:rPr>
                <a:t>;</a:t>
              </a: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kern="0" dirty="0">
                  <a:solidFill>
                    <a:srgbClr val="000000"/>
                  </a:solidFill>
                  <a:latin typeface="微软雅黑" panose="020B0503020204020204" pitchFamily="34" charset="-122"/>
                  <a:ea typeface="微软雅黑" panose="020B0503020204020204" pitchFamily="34" charset="-122"/>
                </a:rPr>
                <a:t>画面：无需单独画面</a:t>
              </a:r>
              <a:r>
                <a:rPr lang="en-US" altLang="zh-CN" sz="1200" kern="0" dirty="0">
                  <a:solidFill>
                    <a:srgbClr val="000000"/>
                  </a:solidFill>
                  <a:latin typeface="微软雅黑" panose="020B0503020204020204" pitchFamily="34" charset="-122"/>
                  <a:ea typeface="微软雅黑" panose="020B0503020204020204" pitchFamily="34" charset="-122"/>
                </a:rPr>
                <a:t>;</a:t>
              </a:r>
              <a:endPar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nvGrpSpPr>
          <p:cNvPr id="6" name="组合 5">
            <a:extLst>
              <a:ext uri="{FF2B5EF4-FFF2-40B4-BE49-F238E27FC236}">
                <a16:creationId xmlns:a16="http://schemas.microsoft.com/office/drawing/2014/main" id="{A0CBA9DF-1DC5-424D-9DDF-EDC6461CBD92}"/>
              </a:ext>
            </a:extLst>
          </p:cNvPr>
          <p:cNvGrpSpPr/>
          <p:nvPr/>
        </p:nvGrpSpPr>
        <p:grpSpPr>
          <a:xfrm>
            <a:off x="3990385" y="388693"/>
            <a:ext cx="219075" cy="304800"/>
            <a:chOff x="4029075" y="4013200"/>
            <a:chExt cx="219075" cy="304800"/>
          </a:xfrm>
        </p:grpSpPr>
        <p:grpSp>
          <p:nvGrpSpPr>
            <p:cNvPr id="45" name="Group 679">
              <a:extLst>
                <a:ext uri="{FF2B5EF4-FFF2-40B4-BE49-F238E27FC236}">
                  <a16:creationId xmlns:a16="http://schemas.microsoft.com/office/drawing/2014/main" id="{B0240B4E-60EF-4C9C-A4C4-22F6D6E89DA6}"/>
                </a:ext>
              </a:extLst>
            </p:cNvPr>
            <p:cNvGrpSpPr>
              <a:grpSpLocks/>
            </p:cNvGrpSpPr>
            <p:nvPr/>
          </p:nvGrpSpPr>
          <p:grpSpPr bwMode="auto">
            <a:xfrm>
              <a:off x="4087813" y="4013200"/>
              <a:ext cx="160337" cy="304800"/>
              <a:chOff x="1509" y="506"/>
              <a:chExt cx="131" cy="200"/>
            </a:xfrm>
          </p:grpSpPr>
          <p:sp>
            <p:nvSpPr>
              <p:cNvPr id="46" name="Arc 680">
                <a:extLst>
                  <a:ext uri="{FF2B5EF4-FFF2-40B4-BE49-F238E27FC236}">
                    <a16:creationId xmlns:a16="http://schemas.microsoft.com/office/drawing/2014/main" id="{30760432-AE29-44CE-B1E2-C2C99192C5C1}"/>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47" name="Arc 681">
                <a:extLst>
                  <a:ext uri="{FF2B5EF4-FFF2-40B4-BE49-F238E27FC236}">
                    <a16:creationId xmlns:a16="http://schemas.microsoft.com/office/drawing/2014/main" id="{1BE00CAC-45AC-4112-951C-8DF332FA42BA}"/>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41" name="Rectangle 682">
              <a:extLst>
                <a:ext uri="{FF2B5EF4-FFF2-40B4-BE49-F238E27FC236}">
                  <a16:creationId xmlns:a16="http://schemas.microsoft.com/office/drawing/2014/main" id="{FF1E3A77-309B-4A09-89F4-BBB4173FE5A0}"/>
                </a:ext>
              </a:extLst>
            </p:cNvPr>
            <p:cNvSpPr>
              <a:spLocks noChangeArrowheads="1"/>
            </p:cNvSpPr>
            <p:nvPr/>
          </p:nvSpPr>
          <p:spPr bwMode="invGray">
            <a:xfrm>
              <a:off x="4029075" y="4079875"/>
              <a:ext cx="182563"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ko-KR" altLang="ko-KR" sz="1400" i="1" dirty="0">
                  <a:latin typeface="Arial Black" panose="020B0A04020102020204" pitchFamily="34" charset="0"/>
                </a:rPr>
                <a:t>1</a:t>
              </a:r>
            </a:p>
          </p:txBody>
        </p:sp>
      </p:grpSp>
      <p:graphicFrame>
        <p:nvGraphicFramePr>
          <p:cNvPr id="55" name="表格 4">
            <a:extLst>
              <a:ext uri="{FF2B5EF4-FFF2-40B4-BE49-F238E27FC236}">
                <a16:creationId xmlns:a16="http://schemas.microsoft.com/office/drawing/2014/main" id="{87FB11AA-742C-B752-8145-DFDC7CF0D5A7}"/>
              </a:ext>
            </a:extLst>
          </p:cNvPr>
          <p:cNvGraphicFramePr>
            <a:graphicFrameLocks noGrp="1"/>
          </p:cNvGraphicFramePr>
          <p:nvPr>
            <p:extLst>
              <p:ext uri="{D42A27DB-BD31-4B8C-83A1-F6EECF244321}">
                <p14:modId xmlns:p14="http://schemas.microsoft.com/office/powerpoint/2010/main" val="1974430748"/>
              </p:ext>
            </p:extLst>
          </p:nvPr>
        </p:nvGraphicFramePr>
        <p:xfrm>
          <a:off x="5276148" y="3413500"/>
          <a:ext cx="4487861" cy="2499360"/>
        </p:xfrm>
        <a:graphic>
          <a:graphicData uri="http://schemas.openxmlformats.org/drawingml/2006/table">
            <a:tbl>
              <a:tblPr firstRow="1" bandRow="1">
                <a:tableStyleId>{5C22544A-7EE6-4342-B048-85BDC9FD1C3A}</a:tableStyleId>
              </a:tblPr>
              <a:tblGrid>
                <a:gridCol w="889317">
                  <a:extLst>
                    <a:ext uri="{9D8B030D-6E8A-4147-A177-3AD203B41FA5}">
                      <a16:colId xmlns:a16="http://schemas.microsoft.com/office/drawing/2014/main" val="2616994112"/>
                    </a:ext>
                  </a:extLst>
                </a:gridCol>
                <a:gridCol w="889317">
                  <a:extLst>
                    <a:ext uri="{9D8B030D-6E8A-4147-A177-3AD203B41FA5}">
                      <a16:colId xmlns:a16="http://schemas.microsoft.com/office/drawing/2014/main" val="3397634042"/>
                    </a:ext>
                  </a:extLst>
                </a:gridCol>
                <a:gridCol w="930593">
                  <a:extLst>
                    <a:ext uri="{9D8B030D-6E8A-4147-A177-3AD203B41FA5}">
                      <a16:colId xmlns:a16="http://schemas.microsoft.com/office/drawing/2014/main" val="2686577530"/>
                    </a:ext>
                  </a:extLst>
                </a:gridCol>
                <a:gridCol w="889317">
                  <a:extLst>
                    <a:ext uri="{9D8B030D-6E8A-4147-A177-3AD203B41FA5}">
                      <a16:colId xmlns:a16="http://schemas.microsoft.com/office/drawing/2014/main" val="2126939445"/>
                    </a:ext>
                  </a:extLst>
                </a:gridCol>
                <a:gridCol w="889317">
                  <a:extLst>
                    <a:ext uri="{9D8B030D-6E8A-4147-A177-3AD203B41FA5}">
                      <a16:colId xmlns:a16="http://schemas.microsoft.com/office/drawing/2014/main" val="2098442040"/>
                    </a:ext>
                  </a:extLst>
                </a:gridCol>
              </a:tblGrid>
              <a:tr h="423202">
                <a:tc>
                  <a:txBody>
                    <a:bodyPr/>
                    <a:lstStyle/>
                    <a:p>
                      <a:pPr algn="ctr"/>
                      <a:r>
                        <a:rPr lang="zh-CN" altLang="en-US" sz="1100" b="1" dirty="0">
                          <a:solidFill>
                            <a:schemeClr val="tx1"/>
                          </a:solidFill>
                        </a:rPr>
                        <a:t>法人</a:t>
                      </a:r>
                      <a:endParaRPr lang="en-US" altLang="zh-CN" sz="1100" b="1" dirty="0">
                        <a:solidFill>
                          <a:schemeClr val="tx1"/>
                        </a:solidFill>
                      </a:endParaRPr>
                    </a:p>
                    <a:p>
                      <a:pPr algn="ctr"/>
                      <a:r>
                        <a:rPr lang="en-US" altLang="zh-CN" sz="1100" b="1" dirty="0">
                          <a:solidFill>
                            <a:schemeClr val="tx1"/>
                          </a:solidFill>
                        </a:rPr>
                        <a:t>(</a:t>
                      </a:r>
                      <a:r>
                        <a:rPr lang="zh-CN" altLang="en-US" sz="1100" b="1" dirty="0">
                          <a:solidFill>
                            <a:schemeClr val="tx1"/>
                          </a:solidFill>
                        </a:rPr>
                        <a:t>选择定义</a:t>
                      </a:r>
                      <a:r>
                        <a:rPr lang="en-US" altLang="zh-CN" sz="1100" b="1" dirty="0">
                          <a:solidFill>
                            <a:schemeClr val="tx1"/>
                          </a:solidFill>
                        </a:rPr>
                        <a:t>)</a:t>
                      </a:r>
                      <a:endParaRPr lang="zh-CN" altLang="en-US" sz="1100" b="1" dirty="0">
                        <a:solidFill>
                          <a:schemeClr val="tx1"/>
                        </a:solidFill>
                      </a:endParaRPr>
                    </a:p>
                  </a:txBody>
                  <a:tcPr/>
                </a:tc>
                <a:tc>
                  <a:txBody>
                    <a:bodyPr/>
                    <a:lstStyle/>
                    <a:p>
                      <a:pPr algn="ctr"/>
                      <a:r>
                        <a:rPr lang="zh-CN" altLang="en-US" sz="1100" b="1" dirty="0">
                          <a:solidFill>
                            <a:schemeClr val="tx1"/>
                          </a:solidFill>
                        </a:rPr>
                        <a:t>分类</a:t>
                      </a:r>
                      <a:r>
                        <a:rPr lang="en-US" altLang="zh-CN" sz="1100" b="1" dirty="0">
                          <a:solidFill>
                            <a:schemeClr val="tx1"/>
                          </a:solidFill>
                        </a:rPr>
                        <a:t>level</a:t>
                      </a:r>
                    </a:p>
                    <a:p>
                      <a:pPr algn="ctr"/>
                      <a:r>
                        <a:rPr lang="en-US" altLang="zh-CN" sz="1100" b="1" dirty="0">
                          <a:solidFill>
                            <a:schemeClr val="tx1"/>
                          </a:solidFill>
                        </a:rPr>
                        <a:t>(</a:t>
                      </a:r>
                      <a:r>
                        <a:rPr lang="zh-CN" altLang="en-US" sz="1100" b="1" dirty="0">
                          <a:solidFill>
                            <a:schemeClr val="tx1"/>
                          </a:solidFill>
                        </a:rPr>
                        <a:t>选择定义</a:t>
                      </a:r>
                      <a:r>
                        <a:rPr lang="en-US" altLang="zh-CN" sz="1100" b="1" dirty="0">
                          <a:solidFill>
                            <a:schemeClr val="tx1"/>
                          </a:solidFill>
                        </a:rPr>
                        <a:t>)</a:t>
                      </a:r>
                      <a:endParaRPr lang="zh-CN" altLang="en-US" sz="1100" b="1" dirty="0">
                        <a:solidFill>
                          <a:schemeClr val="tx1"/>
                        </a:solidFill>
                      </a:endParaRPr>
                    </a:p>
                  </a:txBody>
                  <a:tcPr/>
                </a:tc>
                <a:tc>
                  <a:txBody>
                    <a:bodyPr/>
                    <a:lstStyle/>
                    <a:p>
                      <a:pPr algn="ctr"/>
                      <a:r>
                        <a:rPr lang="zh-CN" altLang="en-US" sz="1100" b="1" dirty="0">
                          <a:solidFill>
                            <a:schemeClr val="tx1"/>
                          </a:solidFill>
                        </a:rPr>
                        <a:t>分类名称</a:t>
                      </a:r>
                      <a:endParaRPr lang="en-US" altLang="zh-CN" sz="1100" b="1" dirty="0">
                        <a:solidFill>
                          <a:schemeClr val="tx1"/>
                        </a:solidFill>
                      </a:endParaRPr>
                    </a:p>
                    <a:p>
                      <a:pPr algn="ctr"/>
                      <a:r>
                        <a:rPr lang="en-US" altLang="zh-CN" sz="1100" b="1" dirty="0">
                          <a:solidFill>
                            <a:schemeClr val="tx1"/>
                          </a:solidFill>
                        </a:rPr>
                        <a:t>(</a:t>
                      </a:r>
                      <a:r>
                        <a:rPr lang="zh-CN" altLang="en-US" sz="1100" b="1" dirty="0">
                          <a:solidFill>
                            <a:schemeClr val="tx1"/>
                          </a:solidFill>
                        </a:rPr>
                        <a:t>自定义</a:t>
                      </a:r>
                      <a:r>
                        <a:rPr lang="en-US" altLang="zh-CN" sz="1100" b="1" dirty="0">
                          <a:solidFill>
                            <a:schemeClr val="tx1"/>
                          </a:solidFill>
                        </a:rPr>
                        <a:t>)</a:t>
                      </a:r>
                      <a:endParaRPr lang="zh-CN" altLang="en-US" sz="1100" b="1" dirty="0">
                        <a:solidFill>
                          <a:schemeClr val="tx1"/>
                        </a:solidFill>
                      </a:endParaRPr>
                    </a:p>
                  </a:txBody>
                  <a:tcPr/>
                </a:tc>
                <a:tc>
                  <a:txBody>
                    <a:bodyPr/>
                    <a:lstStyle/>
                    <a:p>
                      <a:pPr algn="ctr"/>
                      <a:r>
                        <a:rPr lang="zh-CN" altLang="en-US" sz="1100" b="1" dirty="0">
                          <a:solidFill>
                            <a:schemeClr val="tx1"/>
                          </a:solidFill>
                        </a:rPr>
                        <a:t>分类代码</a:t>
                      </a:r>
                      <a:endParaRPr lang="en-US" altLang="zh-CN" sz="1100" b="1" dirty="0">
                        <a:solidFill>
                          <a:schemeClr val="tx1"/>
                        </a:solidFill>
                      </a:endParaRPr>
                    </a:p>
                    <a:p>
                      <a:pPr algn="ctr"/>
                      <a:r>
                        <a:rPr lang="en-US" altLang="zh-CN" sz="1100" b="1" dirty="0">
                          <a:solidFill>
                            <a:schemeClr val="tx1"/>
                          </a:solidFill>
                        </a:rPr>
                        <a:t>(</a:t>
                      </a:r>
                      <a:r>
                        <a:rPr lang="zh-CN" altLang="en-US" sz="1100" b="1" dirty="0">
                          <a:solidFill>
                            <a:schemeClr val="tx1"/>
                          </a:solidFill>
                        </a:rPr>
                        <a:t>自动生成</a:t>
                      </a:r>
                      <a:r>
                        <a:rPr lang="en-US" altLang="zh-CN" sz="1100" b="1" dirty="0">
                          <a:solidFill>
                            <a:schemeClr val="tx1"/>
                          </a:solidFill>
                        </a:rPr>
                        <a:t>)</a:t>
                      </a:r>
                      <a:endParaRPr lang="zh-CN" altLang="en-US" sz="1100" b="1" dirty="0">
                        <a:solidFill>
                          <a:schemeClr val="tx1"/>
                        </a:solidFill>
                      </a:endParaRPr>
                    </a:p>
                  </a:txBody>
                  <a:tcPr/>
                </a:tc>
                <a:tc>
                  <a:txBody>
                    <a:bodyPr/>
                    <a:lstStyle/>
                    <a:p>
                      <a:pPr algn="ctr"/>
                      <a:r>
                        <a:rPr lang="zh-CN" altLang="en-US" sz="1100" b="1" dirty="0">
                          <a:solidFill>
                            <a:schemeClr val="tx1"/>
                          </a:solidFill>
                        </a:rPr>
                        <a:t>上级分类</a:t>
                      </a:r>
                      <a:endParaRPr lang="en-US" altLang="zh-CN" sz="1100" b="1" dirty="0">
                        <a:solidFill>
                          <a:schemeClr val="tx1"/>
                        </a:solidFill>
                      </a:endParaRPr>
                    </a:p>
                    <a:p>
                      <a:pPr algn="ctr"/>
                      <a:r>
                        <a:rPr lang="en-US" altLang="zh-CN" sz="1100" b="1" dirty="0">
                          <a:solidFill>
                            <a:schemeClr val="tx1"/>
                          </a:solidFill>
                        </a:rPr>
                        <a:t>(</a:t>
                      </a:r>
                      <a:r>
                        <a:rPr lang="zh-CN" altLang="en-US" sz="1100" b="1" dirty="0">
                          <a:solidFill>
                            <a:schemeClr val="tx1"/>
                          </a:solidFill>
                        </a:rPr>
                        <a:t>选择定义</a:t>
                      </a:r>
                      <a:r>
                        <a:rPr lang="en-US" altLang="zh-CN" sz="1100" b="1" dirty="0">
                          <a:solidFill>
                            <a:schemeClr val="tx1"/>
                          </a:solidFill>
                        </a:rPr>
                        <a:t>)</a:t>
                      </a:r>
                      <a:endParaRPr lang="zh-CN" altLang="en-US" sz="1100" b="1" dirty="0">
                        <a:solidFill>
                          <a:schemeClr val="tx1"/>
                        </a:solidFill>
                      </a:endParaRPr>
                    </a:p>
                  </a:txBody>
                  <a:tcPr/>
                </a:tc>
                <a:extLst>
                  <a:ext uri="{0D108BD9-81ED-4DB2-BD59-A6C34878D82A}">
                    <a16:rowId xmlns:a16="http://schemas.microsoft.com/office/drawing/2014/main" val="3140394635"/>
                  </a:ext>
                </a:extLst>
              </a:tr>
              <a:tr h="253921">
                <a:tc>
                  <a:txBody>
                    <a:bodyPr/>
                    <a:lstStyle/>
                    <a:p>
                      <a:r>
                        <a:rPr lang="en-US" altLang="zh-CN" sz="1100" dirty="0"/>
                        <a:t>HDICC</a:t>
                      </a:r>
                      <a:endParaRPr lang="zh-CN" altLang="en-US" sz="1100" dirty="0"/>
                    </a:p>
                  </a:txBody>
                  <a:tcPr/>
                </a:tc>
                <a:tc>
                  <a:txBody>
                    <a:bodyPr/>
                    <a:lstStyle/>
                    <a:p>
                      <a:r>
                        <a:rPr lang="en-US" altLang="zh-CN" sz="1100" dirty="0"/>
                        <a:t>1</a:t>
                      </a:r>
                      <a:endParaRPr lang="zh-CN" altLang="en-US" sz="1100" dirty="0"/>
                    </a:p>
                  </a:txBody>
                  <a:tcPr/>
                </a:tc>
                <a:tc>
                  <a:txBody>
                    <a:bodyPr/>
                    <a:lstStyle/>
                    <a:p>
                      <a:r>
                        <a:rPr lang="zh-CN" altLang="en-US" sz="1100" dirty="0"/>
                        <a:t>资产</a:t>
                      </a:r>
                    </a:p>
                  </a:txBody>
                  <a:tcPr/>
                </a:tc>
                <a:tc>
                  <a:txBody>
                    <a:bodyPr/>
                    <a:lstStyle/>
                    <a:p>
                      <a:r>
                        <a:rPr lang="en-US" altLang="zh-CN" sz="1100" dirty="0"/>
                        <a:t>1000000</a:t>
                      </a:r>
                      <a:endParaRPr lang="zh-CN" altLang="en-US" sz="1100" dirty="0"/>
                    </a:p>
                  </a:txBody>
                  <a:tcPr/>
                </a:tc>
                <a:tc>
                  <a:txBody>
                    <a:bodyPr/>
                    <a:lstStyle/>
                    <a:p>
                      <a:endParaRPr lang="zh-CN" altLang="en-US" sz="1100" dirty="0"/>
                    </a:p>
                  </a:txBody>
                  <a:tcPr/>
                </a:tc>
                <a:extLst>
                  <a:ext uri="{0D108BD9-81ED-4DB2-BD59-A6C34878D82A}">
                    <a16:rowId xmlns:a16="http://schemas.microsoft.com/office/drawing/2014/main" val="3485807034"/>
                  </a:ext>
                </a:extLst>
              </a:tr>
              <a:tr h="253921">
                <a:tc>
                  <a:txBody>
                    <a:bodyPr/>
                    <a:lstStyle/>
                    <a:p>
                      <a:r>
                        <a:rPr lang="en-US" altLang="zh-CN" sz="1100" dirty="0"/>
                        <a:t>HDI</a:t>
                      </a:r>
                      <a:endParaRPr lang="zh-CN" altLang="en-US" sz="1100" dirty="0"/>
                    </a:p>
                  </a:txBody>
                  <a:tcPr/>
                </a:tc>
                <a:tc>
                  <a:txBody>
                    <a:bodyPr/>
                    <a:lstStyle/>
                    <a:p>
                      <a:r>
                        <a:rPr lang="en-US" altLang="zh-CN" sz="1100" dirty="0"/>
                        <a:t>1</a:t>
                      </a:r>
                      <a:endParaRPr lang="zh-CN" altLang="en-US" sz="1100" dirty="0"/>
                    </a:p>
                  </a:txBody>
                  <a:tcPr/>
                </a:tc>
                <a:tc>
                  <a:txBody>
                    <a:bodyPr/>
                    <a:lstStyle/>
                    <a:p>
                      <a:r>
                        <a:rPr lang="zh-CN" altLang="en-US" sz="1100" dirty="0"/>
                        <a:t>耗材</a:t>
                      </a:r>
                    </a:p>
                  </a:txBody>
                  <a:tcPr/>
                </a:tc>
                <a:tc>
                  <a:txBody>
                    <a:bodyPr/>
                    <a:lstStyle/>
                    <a:p>
                      <a:r>
                        <a:rPr lang="en-US" altLang="zh-CN" sz="1100" dirty="0"/>
                        <a:t>2000000</a:t>
                      </a:r>
                      <a:endParaRPr lang="zh-CN" altLang="en-US" sz="1100" dirty="0"/>
                    </a:p>
                  </a:txBody>
                  <a:tcPr/>
                </a:tc>
                <a:tc>
                  <a:txBody>
                    <a:bodyPr/>
                    <a:lstStyle/>
                    <a:p>
                      <a:endParaRPr lang="zh-CN" altLang="en-US" sz="1100" dirty="0"/>
                    </a:p>
                  </a:txBody>
                  <a:tcPr/>
                </a:tc>
                <a:extLst>
                  <a:ext uri="{0D108BD9-81ED-4DB2-BD59-A6C34878D82A}">
                    <a16:rowId xmlns:a16="http://schemas.microsoft.com/office/drawing/2014/main" val="4167851679"/>
                  </a:ext>
                </a:extLst>
              </a:tr>
              <a:tr h="253921">
                <a:tc>
                  <a:txBody>
                    <a:bodyPr/>
                    <a:lstStyle/>
                    <a:p>
                      <a:r>
                        <a:rPr lang="en-US" altLang="zh-CN" sz="1100" dirty="0"/>
                        <a:t>…</a:t>
                      </a:r>
                      <a:endParaRPr lang="zh-CN" altLang="en-US" sz="1100" dirty="0"/>
                    </a:p>
                  </a:txBody>
                  <a:tcPr/>
                </a:tc>
                <a:tc>
                  <a:txBody>
                    <a:bodyPr/>
                    <a:lstStyle/>
                    <a:p>
                      <a:r>
                        <a:rPr lang="en-US" altLang="zh-CN" sz="1100" dirty="0"/>
                        <a:t>2</a:t>
                      </a:r>
                      <a:endParaRPr lang="zh-CN" altLang="en-US" sz="1100" dirty="0"/>
                    </a:p>
                  </a:txBody>
                  <a:tcPr/>
                </a:tc>
                <a:tc>
                  <a:txBody>
                    <a:bodyPr/>
                    <a:lstStyle/>
                    <a:p>
                      <a:r>
                        <a:rPr lang="zh-CN" altLang="en-US" sz="1100" dirty="0"/>
                        <a:t>办公类资产</a:t>
                      </a:r>
                    </a:p>
                  </a:txBody>
                  <a:tcPr/>
                </a:tc>
                <a:tc>
                  <a:txBody>
                    <a:bodyPr/>
                    <a:lstStyle/>
                    <a:p>
                      <a:r>
                        <a:rPr lang="en-US" altLang="zh-CN" sz="1100" dirty="0"/>
                        <a:t>1001000</a:t>
                      </a:r>
                      <a:endParaRPr lang="zh-CN" altLang="en-US" sz="1100" dirty="0"/>
                    </a:p>
                  </a:txBody>
                  <a:tcPr/>
                </a:tc>
                <a:tc>
                  <a:txBody>
                    <a:bodyPr/>
                    <a:lstStyle/>
                    <a:p>
                      <a:endParaRPr lang="zh-CN" altLang="en-US" sz="1100" dirty="0"/>
                    </a:p>
                  </a:txBody>
                  <a:tcPr/>
                </a:tc>
                <a:extLst>
                  <a:ext uri="{0D108BD9-81ED-4DB2-BD59-A6C34878D82A}">
                    <a16:rowId xmlns:a16="http://schemas.microsoft.com/office/drawing/2014/main" val="1904361711"/>
                  </a:ext>
                </a:extLst>
              </a:tr>
              <a:tr h="253921">
                <a:tc>
                  <a:txBody>
                    <a:bodyPr/>
                    <a:lstStyle/>
                    <a:p>
                      <a:r>
                        <a:rPr lang="en-US" altLang="zh-CN" sz="1100" dirty="0"/>
                        <a:t>…</a:t>
                      </a:r>
                      <a:endParaRPr lang="zh-CN" altLang="en-US" sz="1100" dirty="0"/>
                    </a:p>
                  </a:txBody>
                  <a:tcPr/>
                </a:tc>
                <a:tc>
                  <a:txBody>
                    <a:bodyPr/>
                    <a:lstStyle/>
                    <a:p>
                      <a:r>
                        <a:rPr lang="en-US" altLang="zh-CN" sz="1100" dirty="0"/>
                        <a:t>2</a:t>
                      </a:r>
                      <a:endParaRPr lang="zh-CN" altLang="en-US" sz="1100" dirty="0"/>
                    </a:p>
                  </a:txBody>
                  <a:tcPr/>
                </a:tc>
                <a:tc>
                  <a:txBody>
                    <a:bodyPr/>
                    <a:lstStyle/>
                    <a:p>
                      <a:r>
                        <a:rPr lang="zh-CN" altLang="en-US" sz="1100" dirty="0"/>
                        <a:t>生产类资产</a:t>
                      </a:r>
                    </a:p>
                  </a:txBody>
                  <a:tcPr/>
                </a:tc>
                <a:tc>
                  <a:txBody>
                    <a:bodyPr/>
                    <a:lstStyle/>
                    <a:p>
                      <a:r>
                        <a:rPr lang="en-US" altLang="zh-CN" sz="1100" dirty="0"/>
                        <a:t>1002000</a:t>
                      </a:r>
                      <a:endParaRPr lang="zh-CN" altLang="en-US" sz="1100" dirty="0"/>
                    </a:p>
                  </a:txBody>
                  <a:tcPr/>
                </a:tc>
                <a:tc>
                  <a:txBody>
                    <a:bodyPr/>
                    <a:lstStyle/>
                    <a:p>
                      <a:endParaRPr lang="zh-CN" altLang="en-US" sz="1100" dirty="0"/>
                    </a:p>
                  </a:txBody>
                  <a:tcPr/>
                </a:tc>
                <a:extLst>
                  <a:ext uri="{0D108BD9-81ED-4DB2-BD59-A6C34878D82A}">
                    <a16:rowId xmlns:a16="http://schemas.microsoft.com/office/drawing/2014/main" val="2098080931"/>
                  </a:ext>
                </a:extLst>
              </a:tr>
              <a:tr h="253921">
                <a:tc>
                  <a:txBody>
                    <a:bodyPr/>
                    <a:lstStyle/>
                    <a:p>
                      <a:r>
                        <a:rPr lang="en-US" altLang="zh-CN" sz="1100" dirty="0"/>
                        <a:t>…</a:t>
                      </a:r>
                      <a:endParaRPr lang="zh-CN" altLang="en-US" sz="1100" dirty="0"/>
                    </a:p>
                  </a:txBody>
                  <a:tcPr/>
                </a:tc>
                <a:tc>
                  <a:txBody>
                    <a:bodyPr/>
                    <a:lstStyle/>
                    <a:p>
                      <a:r>
                        <a:rPr lang="en-US" altLang="zh-CN" sz="1100" dirty="0"/>
                        <a:t>3</a:t>
                      </a:r>
                      <a:endParaRPr lang="zh-CN" altLang="en-US" sz="1100" dirty="0"/>
                    </a:p>
                  </a:txBody>
                  <a:tcPr/>
                </a:tc>
                <a:tc>
                  <a:txBody>
                    <a:bodyPr/>
                    <a:lstStyle/>
                    <a:p>
                      <a:r>
                        <a:rPr lang="zh-CN" altLang="en-US" sz="1100" dirty="0"/>
                        <a:t>电脑</a:t>
                      </a:r>
                    </a:p>
                  </a:txBody>
                  <a:tcPr/>
                </a:tc>
                <a:tc>
                  <a:txBody>
                    <a:bodyPr/>
                    <a:lstStyle/>
                    <a:p>
                      <a:r>
                        <a:rPr lang="en-US" altLang="zh-CN" sz="1100" dirty="0"/>
                        <a:t>1001001</a:t>
                      </a:r>
                      <a:endParaRPr lang="zh-CN" altLang="en-US" sz="1100" dirty="0"/>
                    </a:p>
                  </a:txBody>
                  <a:tcPr/>
                </a:tc>
                <a:tc>
                  <a:txBody>
                    <a:bodyPr/>
                    <a:lstStyle/>
                    <a:p>
                      <a:r>
                        <a:rPr lang="en-US" altLang="zh-CN" sz="1100" dirty="0"/>
                        <a:t>1001000</a:t>
                      </a:r>
                      <a:endParaRPr lang="zh-CN" altLang="en-US" sz="1100" dirty="0"/>
                    </a:p>
                  </a:txBody>
                  <a:tcPr/>
                </a:tc>
                <a:extLst>
                  <a:ext uri="{0D108BD9-81ED-4DB2-BD59-A6C34878D82A}">
                    <a16:rowId xmlns:a16="http://schemas.microsoft.com/office/drawing/2014/main" val="1114917364"/>
                  </a:ext>
                </a:extLst>
              </a:tr>
              <a:tr h="253921">
                <a:tc>
                  <a:txBody>
                    <a:bodyPr/>
                    <a:lstStyle/>
                    <a:p>
                      <a:r>
                        <a:rPr lang="en-US" altLang="zh-CN" sz="1100" dirty="0"/>
                        <a:t>…</a:t>
                      </a:r>
                      <a:endParaRPr lang="zh-CN" altLang="en-US" sz="1100" dirty="0"/>
                    </a:p>
                  </a:txBody>
                  <a:tcPr/>
                </a:tc>
                <a:tc>
                  <a:txBody>
                    <a:bodyPr/>
                    <a:lstStyle/>
                    <a:p>
                      <a:r>
                        <a:rPr lang="en-US" altLang="zh-CN" sz="1100" dirty="0"/>
                        <a:t>3</a:t>
                      </a:r>
                      <a:endParaRPr lang="zh-CN" altLang="en-US" sz="1100" dirty="0"/>
                    </a:p>
                  </a:txBody>
                  <a:tcPr/>
                </a:tc>
                <a:tc>
                  <a:txBody>
                    <a:bodyPr/>
                    <a:lstStyle/>
                    <a:p>
                      <a:r>
                        <a:rPr lang="en-US" altLang="zh-CN" sz="1100" dirty="0"/>
                        <a:t>PPC</a:t>
                      </a:r>
                      <a:endParaRPr lang="zh-CN" altLang="en-US" sz="1100" dirty="0"/>
                    </a:p>
                  </a:txBody>
                  <a:tcPr/>
                </a:tc>
                <a:tc>
                  <a:txBody>
                    <a:bodyPr/>
                    <a:lstStyle/>
                    <a:p>
                      <a:r>
                        <a:rPr lang="en-US" altLang="zh-CN" sz="1100" dirty="0"/>
                        <a:t>1002001</a:t>
                      </a:r>
                      <a:endParaRPr lang="zh-CN" altLang="en-US" sz="1100" dirty="0"/>
                    </a:p>
                  </a:txBody>
                  <a:tcPr/>
                </a:tc>
                <a:tc>
                  <a:txBody>
                    <a:bodyPr/>
                    <a:lstStyle/>
                    <a:p>
                      <a:r>
                        <a:rPr lang="en-US" altLang="zh-CN" sz="1100" dirty="0"/>
                        <a:t>1002000</a:t>
                      </a:r>
                      <a:endParaRPr lang="zh-CN" altLang="en-US" sz="1100" dirty="0"/>
                    </a:p>
                  </a:txBody>
                  <a:tcPr/>
                </a:tc>
                <a:extLst>
                  <a:ext uri="{0D108BD9-81ED-4DB2-BD59-A6C34878D82A}">
                    <a16:rowId xmlns:a16="http://schemas.microsoft.com/office/drawing/2014/main" val="3743856437"/>
                  </a:ext>
                </a:extLst>
              </a:tr>
              <a:tr h="253921">
                <a:tc>
                  <a:txBody>
                    <a:bodyPr/>
                    <a:lstStyle/>
                    <a:p>
                      <a:r>
                        <a:rPr lang="en-US" altLang="zh-CN" sz="1100" dirty="0"/>
                        <a:t>…</a:t>
                      </a:r>
                      <a:endParaRPr lang="zh-CN" altLang="en-US" sz="1100" dirty="0"/>
                    </a:p>
                  </a:txBody>
                  <a:tcPr/>
                </a:tc>
                <a:tc>
                  <a:txBody>
                    <a:bodyPr/>
                    <a:lstStyle/>
                    <a:p>
                      <a:r>
                        <a:rPr lang="en-US" altLang="zh-CN" sz="1100" dirty="0"/>
                        <a:t>3</a:t>
                      </a:r>
                      <a:endParaRPr lang="zh-CN" altLang="en-US" sz="1100" dirty="0"/>
                    </a:p>
                  </a:txBody>
                  <a:tcPr/>
                </a:tc>
                <a:tc>
                  <a:txBody>
                    <a:bodyPr/>
                    <a:lstStyle/>
                    <a:p>
                      <a:r>
                        <a:rPr lang="zh-CN" altLang="en-US" sz="1100" dirty="0"/>
                        <a:t>显示器</a:t>
                      </a:r>
                    </a:p>
                  </a:txBody>
                  <a:tcPr/>
                </a:tc>
                <a:tc>
                  <a:txBody>
                    <a:bodyPr/>
                    <a:lstStyle/>
                    <a:p>
                      <a:r>
                        <a:rPr lang="en-US" altLang="zh-CN" sz="1100" dirty="0"/>
                        <a:t>1001002</a:t>
                      </a:r>
                      <a:endParaRPr lang="zh-CN" altLang="en-US" sz="1100" dirty="0"/>
                    </a:p>
                  </a:txBody>
                  <a:tcPr/>
                </a:tc>
                <a:tc>
                  <a:txBody>
                    <a:bodyPr/>
                    <a:lstStyle/>
                    <a:p>
                      <a:r>
                        <a:rPr lang="en-US" altLang="zh-CN" sz="1100" dirty="0"/>
                        <a:t>1001000</a:t>
                      </a:r>
                      <a:endParaRPr lang="zh-CN" altLang="en-US" sz="1100" dirty="0"/>
                    </a:p>
                  </a:txBody>
                  <a:tcPr/>
                </a:tc>
                <a:extLst>
                  <a:ext uri="{0D108BD9-81ED-4DB2-BD59-A6C34878D82A}">
                    <a16:rowId xmlns:a16="http://schemas.microsoft.com/office/drawing/2014/main" val="3161122421"/>
                  </a:ext>
                </a:extLst>
              </a:tr>
              <a:tr h="253921">
                <a:tc>
                  <a:txBody>
                    <a:bodyPr/>
                    <a:lstStyle/>
                    <a:p>
                      <a:r>
                        <a:rPr lang="en-US" altLang="zh-CN" sz="1100" dirty="0"/>
                        <a:t>…</a:t>
                      </a:r>
                      <a:endParaRPr lang="zh-CN" altLang="en-US" sz="1100" dirty="0"/>
                    </a:p>
                  </a:txBody>
                  <a:tcPr/>
                </a:tc>
                <a:tc>
                  <a:txBody>
                    <a:bodyPr/>
                    <a:lstStyle/>
                    <a:p>
                      <a:r>
                        <a:rPr lang="en-US" altLang="zh-CN" sz="1100" dirty="0"/>
                        <a:t>…</a:t>
                      </a:r>
                      <a:endParaRPr lang="zh-CN" altLang="en-US" sz="1100" dirty="0"/>
                    </a:p>
                  </a:txBody>
                  <a:tcPr/>
                </a:tc>
                <a:tc>
                  <a:txBody>
                    <a:bodyPr/>
                    <a:lstStyle/>
                    <a:p>
                      <a:r>
                        <a:rPr lang="en-US" altLang="zh-CN" sz="1100" dirty="0"/>
                        <a:t>…</a:t>
                      </a:r>
                      <a:endParaRPr lang="zh-CN" altLang="en-US" sz="1100" dirty="0"/>
                    </a:p>
                  </a:txBody>
                  <a:tcPr/>
                </a:tc>
                <a:tc>
                  <a:txBody>
                    <a:bodyPr/>
                    <a:lstStyle/>
                    <a:p>
                      <a:r>
                        <a:rPr lang="en-US" altLang="zh-CN" sz="1100" dirty="0"/>
                        <a:t>…</a:t>
                      </a:r>
                      <a:endParaRPr lang="zh-CN" altLang="en-US" sz="1100" dirty="0"/>
                    </a:p>
                  </a:txBody>
                  <a:tcPr/>
                </a:tc>
                <a:tc>
                  <a:txBody>
                    <a:bodyPr/>
                    <a:lstStyle/>
                    <a:p>
                      <a:r>
                        <a:rPr lang="en-US" altLang="zh-CN" sz="1100" dirty="0"/>
                        <a:t>…</a:t>
                      </a:r>
                      <a:endParaRPr lang="zh-CN" altLang="en-US" sz="1100" dirty="0"/>
                    </a:p>
                  </a:txBody>
                  <a:tcPr/>
                </a:tc>
                <a:extLst>
                  <a:ext uri="{0D108BD9-81ED-4DB2-BD59-A6C34878D82A}">
                    <a16:rowId xmlns:a16="http://schemas.microsoft.com/office/drawing/2014/main" val="2966507469"/>
                  </a:ext>
                </a:extLst>
              </a:tr>
            </a:tbl>
          </a:graphicData>
        </a:graphic>
      </p:graphicFrame>
      <p:grpSp>
        <p:nvGrpSpPr>
          <p:cNvPr id="70" name="组合 69">
            <a:extLst>
              <a:ext uri="{FF2B5EF4-FFF2-40B4-BE49-F238E27FC236}">
                <a16:creationId xmlns:a16="http://schemas.microsoft.com/office/drawing/2014/main" id="{552C10AD-7134-BC86-B54B-2C281BAC0B2D}"/>
              </a:ext>
            </a:extLst>
          </p:cNvPr>
          <p:cNvGrpSpPr/>
          <p:nvPr/>
        </p:nvGrpSpPr>
        <p:grpSpPr>
          <a:xfrm>
            <a:off x="136518" y="5949145"/>
            <a:ext cx="9653490" cy="798360"/>
            <a:chOff x="136518" y="5766265"/>
            <a:chExt cx="9653490" cy="798360"/>
          </a:xfrm>
        </p:grpSpPr>
        <p:grpSp>
          <p:nvGrpSpPr>
            <p:cNvPr id="63" name="Group 14">
              <a:extLst>
                <a:ext uri="{FF2B5EF4-FFF2-40B4-BE49-F238E27FC236}">
                  <a16:creationId xmlns:a16="http://schemas.microsoft.com/office/drawing/2014/main" id="{B373088C-5032-E294-0840-CC90A2AACBAE}"/>
                </a:ext>
              </a:extLst>
            </p:cNvPr>
            <p:cNvGrpSpPr>
              <a:grpSpLocks/>
            </p:cNvGrpSpPr>
            <p:nvPr/>
          </p:nvGrpSpPr>
          <p:grpSpPr bwMode="auto">
            <a:xfrm>
              <a:off x="136518" y="5766265"/>
              <a:ext cx="869322" cy="497838"/>
              <a:chOff x="2400" y="1968"/>
              <a:chExt cx="1152" cy="576"/>
            </a:xfrm>
          </p:grpSpPr>
          <p:sp>
            <p:nvSpPr>
              <p:cNvPr id="66" name="Freeform 15">
                <a:extLst>
                  <a:ext uri="{FF2B5EF4-FFF2-40B4-BE49-F238E27FC236}">
                    <a16:creationId xmlns:a16="http://schemas.microsoft.com/office/drawing/2014/main" id="{3075754D-9BDC-17DF-95C7-C901BD42463B}"/>
                  </a:ext>
                </a:extLst>
              </p:cNvPr>
              <p:cNvSpPr>
                <a:spLocks/>
              </p:cNvSpPr>
              <p:nvPr>
                <p:custDataLst>
                  <p:tags r:id="rId5"/>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7" name="Rectangle 16">
                <a:extLst>
                  <a:ext uri="{FF2B5EF4-FFF2-40B4-BE49-F238E27FC236}">
                    <a16:creationId xmlns:a16="http://schemas.microsoft.com/office/drawing/2014/main" id="{25E44C06-937C-9AA8-D58C-4CCC4A3FD893}"/>
                  </a:ext>
                </a:extLst>
              </p:cNvPr>
              <p:cNvSpPr>
                <a:spLocks noChangeArrowheads="1"/>
              </p:cNvSpPr>
              <p:nvPr>
                <p:custDataLst>
                  <p:tags r:id="rId6"/>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b="1" kern="0" dirty="0">
                    <a:solidFill>
                      <a:srgbClr val="000000"/>
                    </a:solidFill>
                    <a:latin typeface="微软雅黑" panose="020B0503020204020204" pitchFamily="34" charset="-122"/>
                    <a:ea typeface="微软雅黑" panose="020B0503020204020204" pitchFamily="34" charset="-122"/>
                  </a:rPr>
                  <a:t>属性管理</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64" name="Rectangle 1378">
              <a:extLst>
                <a:ext uri="{FF2B5EF4-FFF2-40B4-BE49-F238E27FC236}">
                  <a16:creationId xmlns:a16="http://schemas.microsoft.com/office/drawing/2014/main" id="{BF90E5EC-8E4E-8E47-5242-642DB5ADF8F3}"/>
                </a:ext>
              </a:extLst>
            </p:cNvPr>
            <p:cNvSpPr>
              <a:spLocks noChangeArrowheads="1"/>
            </p:cNvSpPr>
            <p:nvPr/>
          </p:nvSpPr>
          <p:spPr bwMode="auto">
            <a:xfrm>
              <a:off x="1082629" y="5766265"/>
              <a:ext cx="3761686" cy="521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对各物料分类共同的主要属性“品牌、型号”基础信息进行管理，手工录入，供后续选择录入用；</a:t>
              </a:r>
              <a:r>
                <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endParaRPr kumimoji="0" lang="ko-KR" altLang="ko-KR" sz="1200" b="1" i="0" u="none" strike="noStrike" kern="0" cap="none" spc="0" normalizeH="0" baseline="0" noProof="0" dirty="0">
                <a:ln>
                  <a:noFill/>
                </a:ln>
                <a:solidFill>
                  <a:srgbClr val="FF0000"/>
                </a:solidFill>
                <a:effectLst/>
                <a:uLnTx/>
                <a:uFillTx/>
                <a:latin typeface="微软雅黑" panose="020B0503020204020204" pitchFamily="34" charset="-122"/>
              </a:endParaRPr>
            </a:p>
          </p:txBody>
        </p:sp>
        <p:sp>
          <p:nvSpPr>
            <p:cNvPr id="65" name="Rectangle 1382">
              <a:extLst>
                <a:ext uri="{FF2B5EF4-FFF2-40B4-BE49-F238E27FC236}">
                  <a16:creationId xmlns:a16="http://schemas.microsoft.com/office/drawing/2014/main" id="{E74B1A4C-E5B1-EE87-7F1E-98E74EEC0916}"/>
                </a:ext>
              </a:extLst>
            </p:cNvPr>
            <p:cNvSpPr>
              <a:spLocks noChangeArrowheads="1"/>
            </p:cNvSpPr>
            <p:nvPr/>
          </p:nvSpPr>
          <p:spPr bwMode="auto">
            <a:xfrm>
              <a:off x="5141617" y="5766265"/>
              <a:ext cx="4648391" cy="79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R="0" lvl="1" defTabSz="895350" eaLnBrk="1" fontAlgn="base" latinLnBrk="0" hangingPunct="1">
                <a:lnSpc>
                  <a:spcPct val="150000"/>
                </a:lnSpc>
                <a:spcBef>
                  <a:spcPct val="0"/>
                </a:spcBef>
                <a:spcAft>
                  <a:spcPct val="0"/>
                </a:spcAft>
                <a:buClrTx/>
                <a:buSzPct val="120000"/>
                <a:buFont typeface="Arial" panose="020B0604020202020204" pitchFamily="34" charset="0"/>
                <a:buChar char="•"/>
                <a:tabLst/>
                <a:defRPr/>
              </a:pPr>
              <a:r>
                <a:rPr lang="zh-CN" altLang="en-US" sz="1200" kern="0" dirty="0">
                  <a:solidFill>
                    <a:srgbClr val="000000"/>
                  </a:solidFill>
                  <a:latin typeface="微软雅黑" panose="020B0503020204020204" pitchFamily="34" charset="-122"/>
                  <a:ea typeface="微软雅黑" panose="020B0503020204020204" pitchFamily="34" charset="-122"/>
                </a:rPr>
                <a:t>品牌和型号有</a:t>
              </a:r>
              <a:r>
                <a:rPr lang="en-US" altLang="zh-CN" sz="1200" kern="0" dirty="0">
                  <a:solidFill>
                    <a:srgbClr val="000000"/>
                  </a:solidFill>
                  <a:latin typeface="微软雅黑" panose="020B0503020204020204" pitchFamily="34" charset="-122"/>
                  <a:ea typeface="微软雅黑" panose="020B0503020204020204" pitchFamily="34" charset="-122"/>
                </a:rPr>
                <a:t>mapping</a:t>
              </a:r>
              <a:r>
                <a:rPr lang="zh-CN" altLang="en-US" sz="1200" kern="0" dirty="0">
                  <a:solidFill>
                    <a:srgbClr val="000000"/>
                  </a:solidFill>
                  <a:latin typeface="微软雅黑" panose="020B0503020204020204" pitchFamily="34" charset="-122"/>
                  <a:ea typeface="微软雅黑" panose="020B0503020204020204" pitchFamily="34" charset="-122"/>
                </a:rPr>
                <a:t>关系：</a:t>
              </a:r>
              <a:r>
                <a:rPr lang="en-US" altLang="zh-CN" sz="1200" kern="0" dirty="0">
                  <a:solidFill>
                    <a:srgbClr val="000000"/>
                  </a:solidFill>
                  <a:latin typeface="微软雅黑" panose="020B0503020204020204" pitchFamily="34" charset="-122"/>
                  <a:ea typeface="微软雅黑" panose="020B0503020204020204" pitchFamily="34" charset="-122"/>
                </a:rPr>
                <a:t>1:N</a:t>
              </a:r>
              <a:r>
                <a:rPr lang="zh-CN" altLang="en-US" sz="1200" kern="0" dirty="0">
                  <a:solidFill>
                    <a:srgbClr val="000000"/>
                  </a:solidFill>
                  <a:latin typeface="微软雅黑" panose="020B0503020204020204" pitchFamily="34" charset="-122"/>
                  <a:ea typeface="微软雅黑" panose="020B0503020204020204" pitchFamily="34" charset="-122"/>
                </a:rPr>
                <a:t>；</a:t>
              </a:r>
              <a:endParaRPr lang="en-US" altLang="zh-CN" sz="1200" kern="0" dirty="0">
                <a:solidFill>
                  <a:srgbClr val="000000"/>
                </a:solidFill>
                <a:latin typeface="微软雅黑" panose="020B0503020204020204" pitchFamily="34" charset="-122"/>
                <a:ea typeface="微软雅黑" panose="020B0503020204020204" pitchFamily="34" charset="-122"/>
              </a:endParaRPr>
            </a:p>
            <a:p>
              <a:pPr marR="0" lvl="1" defTabSz="895350" eaLnBrk="1" fontAlgn="base" latinLnBrk="0" hangingPunct="1">
                <a:lnSpc>
                  <a:spcPct val="150000"/>
                </a:lnSpc>
                <a:spcBef>
                  <a:spcPct val="0"/>
                </a:spcBef>
                <a:spcAft>
                  <a:spcPct val="0"/>
                </a:spcAft>
                <a:buClrTx/>
                <a:buSzPct val="120000"/>
                <a:buFont typeface="Arial" panose="020B0604020202020204" pitchFamily="34" charset="0"/>
                <a:buChar char="•"/>
                <a:tabLst/>
                <a:defRPr/>
              </a:pPr>
              <a:r>
                <a:rPr kumimoji="0" lang="zh-CN" altLang="en-US"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rPr>
                <a:t>其他属性：</a:t>
              </a:r>
              <a:r>
                <a:rPr kumimoji="0" lang="en-US" altLang="zh-CN"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rPr>
                <a:t> CPU</a:t>
              </a:r>
              <a:r>
                <a:rPr kumimoji="0" lang="zh-CN" altLang="en-US"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rPr>
                <a:t>、内存、硬盘、</a:t>
              </a:r>
              <a:r>
                <a:rPr lang="zh-CN" altLang="en-US" sz="1200" kern="0" dirty="0">
                  <a:solidFill>
                    <a:schemeClr val="tx1">
                      <a:lumMod val="50000"/>
                    </a:schemeClr>
                  </a:solidFill>
                  <a:latin typeface="微软雅黑" panose="020B0503020204020204" pitchFamily="34" charset="-122"/>
                  <a:ea typeface="微软雅黑" panose="020B0503020204020204" pitchFamily="34" charset="-122"/>
                </a:rPr>
                <a:t>分辨率、</a:t>
              </a:r>
              <a:r>
                <a:rPr kumimoji="0" lang="zh-CN" altLang="en-US"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rPr>
                <a:t>屏幕尺寸、接口、</a:t>
              </a:r>
              <a:r>
                <a:rPr lang="en-US" altLang="zh-CN" sz="1200" kern="0" dirty="0">
                  <a:solidFill>
                    <a:schemeClr val="tx1">
                      <a:lumMod val="50000"/>
                    </a:schemeClr>
                  </a:solidFill>
                  <a:latin typeface="微软雅黑" panose="020B0503020204020204" pitchFamily="34" charset="-122"/>
                  <a:ea typeface="微软雅黑" panose="020B0503020204020204" pitchFamily="34" charset="-122"/>
                </a:rPr>
                <a:t>OS</a:t>
              </a:r>
              <a:r>
                <a:rPr lang="zh-CN" altLang="en-US" sz="1200" kern="0" dirty="0">
                  <a:solidFill>
                    <a:schemeClr val="tx1">
                      <a:lumMod val="50000"/>
                    </a:schemeClr>
                  </a:solidFill>
                  <a:latin typeface="微软雅黑" panose="020B0503020204020204" pitchFamily="34" charset="-122"/>
                  <a:ea typeface="微软雅黑" panose="020B0503020204020204" pitchFamily="34" charset="-122"/>
                </a:rPr>
                <a:t>、序列</a:t>
              </a:r>
              <a:r>
                <a:rPr kumimoji="0" lang="zh-CN" altLang="en-US"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rPr>
                <a:t>号、 </a:t>
              </a:r>
              <a:r>
                <a:rPr kumimoji="0" lang="en-US" altLang="zh-CN"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rPr>
                <a:t>MAC</a:t>
              </a:r>
              <a:r>
                <a:rPr kumimoji="0" lang="zh-CN" altLang="en-US"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rPr>
                <a:t>、电池、功率</a:t>
              </a:r>
              <a:r>
                <a:rPr lang="zh-CN" altLang="en-US" sz="1200" kern="0" dirty="0">
                  <a:solidFill>
                    <a:schemeClr val="tx1">
                      <a:lumMod val="50000"/>
                    </a:schemeClr>
                  </a:solidFill>
                  <a:latin typeface="微软雅黑" panose="020B0503020204020204" pitchFamily="34" charset="-122"/>
                  <a:ea typeface="微软雅黑" panose="020B0503020204020204" pitchFamily="34" charset="-122"/>
                </a:rPr>
                <a:t>、备注</a:t>
              </a:r>
              <a:r>
                <a:rPr kumimoji="0" lang="zh-CN" altLang="en-US"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a typeface="微软雅黑" panose="020B0503020204020204" pitchFamily="34" charset="-122"/>
                </a:rPr>
                <a:t>；</a:t>
              </a:r>
              <a:endParaRPr kumimoji="0" lang="ko-KR" altLang="ko-KR" sz="1200" i="0" u="none" strike="noStrike" kern="0" cap="none" spc="0" normalizeH="0" baseline="0" noProof="0" dirty="0">
                <a:ln>
                  <a:noFill/>
                </a:ln>
                <a:solidFill>
                  <a:schemeClr val="tx1">
                    <a:lumMod val="50000"/>
                  </a:schemeClr>
                </a:solidFill>
                <a:effectLst/>
                <a:uLnTx/>
                <a:uFillTx/>
                <a:latin typeface="微软雅黑" panose="020B0503020204020204" pitchFamily="34" charset="-122"/>
              </a:endParaRPr>
            </a:p>
          </p:txBody>
        </p:sp>
      </p:grpSp>
      <p:grpSp>
        <p:nvGrpSpPr>
          <p:cNvPr id="73" name="组合 72">
            <a:extLst>
              <a:ext uri="{FF2B5EF4-FFF2-40B4-BE49-F238E27FC236}">
                <a16:creationId xmlns:a16="http://schemas.microsoft.com/office/drawing/2014/main" id="{2A31BAB9-0DFC-5702-BF51-99B9F4FD7474}"/>
              </a:ext>
            </a:extLst>
          </p:cNvPr>
          <p:cNvGrpSpPr/>
          <p:nvPr/>
        </p:nvGrpSpPr>
        <p:grpSpPr>
          <a:xfrm>
            <a:off x="136518" y="3153157"/>
            <a:ext cx="9536747" cy="798360"/>
            <a:chOff x="136518" y="3153157"/>
            <a:chExt cx="9536747" cy="798360"/>
          </a:xfrm>
        </p:grpSpPr>
        <p:grpSp>
          <p:nvGrpSpPr>
            <p:cNvPr id="69" name="组合 68">
              <a:extLst>
                <a:ext uri="{FF2B5EF4-FFF2-40B4-BE49-F238E27FC236}">
                  <a16:creationId xmlns:a16="http://schemas.microsoft.com/office/drawing/2014/main" id="{F2E886B4-CE86-879B-3380-50401D0B2E1E}"/>
                </a:ext>
              </a:extLst>
            </p:cNvPr>
            <p:cNvGrpSpPr/>
            <p:nvPr/>
          </p:nvGrpSpPr>
          <p:grpSpPr>
            <a:xfrm>
              <a:off x="136518" y="3153157"/>
              <a:ext cx="4707797" cy="798360"/>
              <a:chOff x="136518" y="4233433"/>
              <a:chExt cx="4707797" cy="798360"/>
            </a:xfrm>
          </p:grpSpPr>
          <p:sp>
            <p:nvSpPr>
              <p:cNvPr id="57" name="Rectangle 1378">
                <a:extLst>
                  <a:ext uri="{FF2B5EF4-FFF2-40B4-BE49-F238E27FC236}">
                    <a16:creationId xmlns:a16="http://schemas.microsoft.com/office/drawing/2014/main" id="{99C2532C-E631-B209-9CD8-6692BE0EA12A}"/>
                  </a:ext>
                </a:extLst>
              </p:cNvPr>
              <p:cNvSpPr>
                <a:spLocks noChangeArrowheads="1"/>
              </p:cNvSpPr>
              <p:nvPr/>
            </p:nvSpPr>
            <p:spPr bwMode="auto">
              <a:xfrm>
                <a:off x="1082629" y="4233433"/>
                <a:ext cx="3761686" cy="79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对物料管理品目、品目别主要管理属性参数进行自定义的基准信息画面，后以此画面定义内容在其他功能画面提供可选择录入功能</a:t>
                </a:r>
                <a:r>
                  <a:rPr lang="zh-CN" altLang="en-US" sz="1200" b="1" kern="0" dirty="0">
                    <a:solidFill>
                      <a:srgbClr val="000000"/>
                    </a:solidFill>
                    <a:latin typeface="微软雅黑" panose="020B0503020204020204" pitchFamily="34" charset="-122"/>
                    <a:ea typeface="微软雅黑" panose="020B0503020204020204" pitchFamily="34" charset="-122"/>
                  </a:rPr>
                  <a:t>；</a:t>
                </a:r>
                <a:r>
                  <a:rPr kumimoji="0" lang="ko-KR" altLang="ko-KR" sz="1200" b="1" i="0" u="none" strike="noStrike" kern="0" cap="none" spc="0" normalizeH="0" baseline="0" noProof="0" dirty="0">
                    <a:ln>
                      <a:noFill/>
                    </a:ln>
                    <a:solidFill>
                      <a:srgbClr val="000000"/>
                    </a:solidFill>
                    <a:effectLst/>
                    <a:uLnTx/>
                    <a:uFillTx/>
                    <a:latin typeface="微软雅黑" panose="020B0503020204020204" pitchFamily="34" charset="-122"/>
                  </a:rPr>
                  <a:t> </a:t>
                </a:r>
              </a:p>
            </p:txBody>
          </p:sp>
          <p:grpSp>
            <p:nvGrpSpPr>
              <p:cNvPr id="58" name="Group 14">
                <a:extLst>
                  <a:ext uri="{FF2B5EF4-FFF2-40B4-BE49-F238E27FC236}">
                    <a16:creationId xmlns:a16="http://schemas.microsoft.com/office/drawing/2014/main" id="{66599DB7-266A-3F5F-CE29-7A410255EB57}"/>
                  </a:ext>
                </a:extLst>
              </p:cNvPr>
              <p:cNvGrpSpPr>
                <a:grpSpLocks/>
              </p:cNvGrpSpPr>
              <p:nvPr/>
            </p:nvGrpSpPr>
            <p:grpSpPr bwMode="auto">
              <a:xfrm>
                <a:off x="136518" y="4233433"/>
                <a:ext cx="869322" cy="497838"/>
                <a:chOff x="2400" y="1968"/>
                <a:chExt cx="1152" cy="576"/>
              </a:xfrm>
            </p:grpSpPr>
            <p:sp>
              <p:nvSpPr>
                <p:cNvPr id="60" name="Freeform 15">
                  <a:extLst>
                    <a:ext uri="{FF2B5EF4-FFF2-40B4-BE49-F238E27FC236}">
                      <a16:creationId xmlns:a16="http://schemas.microsoft.com/office/drawing/2014/main" id="{D206C316-5FD3-852F-61F4-EEDC940AA7AE}"/>
                    </a:ext>
                  </a:extLst>
                </p:cNvPr>
                <p:cNvSpPr>
                  <a:spLocks/>
                </p:cNvSpPr>
                <p:nvPr>
                  <p:custDataLst>
                    <p:tags r:id="rId3"/>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61" name="Rectangle 16">
                  <a:extLst>
                    <a:ext uri="{FF2B5EF4-FFF2-40B4-BE49-F238E27FC236}">
                      <a16:creationId xmlns:a16="http://schemas.microsoft.com/office/drawing/2014/main" id="{A0F2A2B9-8557-D5A9-5291-0F39743147AE}"/>
                    </a:ext>
                  </a:extLst>
                </p:cNvPr>
                <p:cNvSpPr>
                  <a:spLocks noChangeArrowheads="1"/>
                </p:cNvSpPr>
                <p:nvPr>
                  <p:custDataLst>
                    <p:tags r:id="rId4"/>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b="1" kern="0" dirty="0">
                      <a:solidFill>
                        <a:srgbClr val="000000"/>
                      </a:solidFill>
                      <a:latin typeface="微软雅黑" panose="020B0503020204020204" pitchFamily="34" charset="-122"/>
                      <a:ea typeface="微软雅黑" panose="020B0503020204020204" pitchFamily="34" charset="-122"/>
                    </a:rPr>
                    <a:t>物料分类</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sp>
          <p:nvSpPr>
            <p:cNvPr id="71" name="Rectangle 1382">
              <a:extLst>
                <a:ext uri="{FF2B5EF4-FFF2-40B4-BE49-F238E27FC236}">
                  <a16:creationId xmlns:a16="http://schemas.microsoft.com/office/drawing/2014/main" id="{8016CB77-0982-2407-3023-1856B3DCC69B}"/>
                </a:ext>
              </a:extLst>
            </p:cNvPr>
            <p:cNvSpPr>
              <a:spLocks noChangeArrowheads="1"/>
            </p:cNvSpPr>
            <p:nvPr/>
          </p:nvSpPr>
          <p:spPr bwMode="auto">
            <a:xfrm>
              <a:off x="5134473" y="3153157"/>
              <a:ext cx="4538792" cy="24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rPr>
                <a:t> </a:t>
              </a:r>
              <a:r>
                <a:rPr lang="zh-CN" altLang="en-US" sz="1200" kern="0" dirty="0">
                  <a:solidFill>
                    <a:srgbClr val="000000"/>
                  </a:solidFill>
                  <a:latin typeface="微软雅黑" panose="020B0503020204020204" pitchFamily="34" charset="-122"/>
                  <a:ea typeface="微软雅黑" panose="020B0503020204020204" pitchFamily="34" charset="-122"/>
                </a:rPr>
                <a:t>分类体系示例：</a:t>
              </a:r>
              <a:r>
                <a:rPr lang="en-US" altLang="zh-CN" sz="1200" kern="0" dirty="0">
                  <a:solidFill>
                    <a:srgbClr val="000000"/>
                  </a:solidFill>
                  <a:latin typeface="微软雅黑" panose="020B0503020204020204" pitchFamily="34" charset="-122"/>
                  <a:ea typeface="微软雅黑" panose="020B0503020204020204" pitchFamily="34" charset="-122"/>
                </a:rPr>
                <a:t>Levle1~Level3;</a:t>
              </a:r>
              <a:endPar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nvGrpSpPr>
          <p:cNvPr id="74" name="组合 73">
            <a:extLst>
              <a:ext uri="{FF2B5EF4-FFF2-40B4-BE49-F238E27FC236}">
                <a16:creationId xmlns:a16="http://schemas.microsoft.com/office/drawing/2014/main" id="{78DA2831-7C9C-B4F7-71BD-7CFA916EFC69}"/>
              </a:ext>
            </a:extLst>
          </p:cNvPr>
          <p:cNvGrpSpPr/>
          <p:nvPr/>
        </p:nvGrpSpPr>
        <p:grpSpPr>
          <a:xfrm>
            <a:off x="5971583" y="388693"/>
            <a:ext cx="219075" cy="304800"/>
            <a:chOff x="4029075" y="4013200"/>
            <a:chExt cx="219075" cy="304800"/>
          </a:xfrm>
        </p:grpSpPr>
        <p:grpSp>
          <p:nvGrpSpPr>
            <p:cNvPr id="75" name="Group 679">
              <a:extLst>
                <a:ext uri="{FF2B5EF4-FFF2-40B4-BE49-F238E27FC236}">
                  <a16:creationId xmlns:a16="http://schemas.microsoft.com/office/drawing/2014/main" id="{7C0DDEC7-D91D-52FF-8CFF-6CD80C0751C9}"/>
                </a:ext>
              </a:extLst>
            </p:cNvPr>
            <p:cNvGrpSpPr>
              <a:grpSpLocks/>
            </p:cNvGrpSpPr>
            <p:nvPr/>
          </p:nvGrpSpPr>
          <p:grpSpPr bwMode="auto">
            <a:xfrm>
              <a:off x="4087813" y="4013200"/>
              <a:ext cx="160337" cy="304800"/>
              <a:chOff x="1509" y="506"/>
              <a:chExt cx="131" cy="200"/>
            </a:xfrm>
          </p:grpSpPr>
          <p:sp>
            <p:nvSpPr>
              <p:cNvPr id="77" name="Arc 680">
                <a:extLst>
                  <a:ext uri="{FF2B5EF4-FFF2-40B4-BE49-F238E27FC236}">
                    <a16:creationId xmlns:a16="http://schemas.microsoft.com/office/drawing/2014/main" id="{5230A836-426E-654F-F9DF-13D4E4856CEA}"/>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78" name="Arc 681">
                <a:extLst>
                  <a:ext uri="{FF2B5EF4-FFF2-40B4-BE49-F238E27FC236}">
                    <a16:creationId xmlns:a16="http://schemas.microsoft.com/office/drawing/2014/main" id="{B3A5E65A-7EFF-DAA3-EF83-E5C75D024941}"/>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76" name="Rectangle 682">
              <a:extLst>
                <a:ext uri="{FF2B5EF4-FFF2-40B4-BE49-F238E27FC236}">
                  <a16:creationId xmlns:a16="http://schemas.microsoft.com/office/drawing/2014/main" id="{2E4E3F2A-F7C6-23D8-1459-2BDEC6590685}"/>
                </a:ext>
              </a:extLst>
            </p:cNvPr>
            <p:cNvSpPr>
              <a:spLocks noChangeArrowheads="1"/>
            </p:cNvSpPr>
            <p:nvPr/>
          </p:nvSpPr>
          <p:spPr bwMode="invGray">
            <a:xfrm>
              <a:off x="4029075" y="4079875"/>
              <a:ext cx="18256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2</a:t>
              </a:r>
              <a:endParaRPr lang="ko-KR" altLang="ko-KR" sz="1400" i="1" dirty="0">
                <a:latin typeface="Arial Black" panose="020B0A04020102020204" pitchFamily="34" charset="0"/>
              </a:endParaRPr>
            </a:p>
          </p:txBody>
        </p:sp>
      </p:grpSp>
      <p:cxnSp>
        <p:nvCxnSpPr>
          <p:cNvPr id="79" name="直接连接符 18">
            <a:extLst>
              <a:ext uri="{FF2B5EF4-FFF2-40B4-BE49-F238E27FC236}">
                <a16:creationId xmlns:a16="http://schemas.microsoft.com/office/drawing/2014/main" id="{8B4EB267-8B0A-90F0-ADCB-E42CE92C1D4F}"/>
              </a:ext>
            </a:extLst>
          </p:cNvPr>
          <p:cNvCxnSpPr>
            <a:cxnSpLocks noChangeShapeType="1"/>
          </p:cNvCxnSpPr>
          <p:nvPr>
            <p:custDataLst>
              <p:tags r:id="rId1"/>
            </p:custDataLst>
          </p:nvPr>
        </p:nvCxnSpPr>
        <p:spPr bwMode="auto">
          <a:xfrm>
            <a:off x="214417" y="3056466"/>
            <a:ext cx="4636963" cy="0"/>
          </a:xfrm>
          <a:prstGeom prst="line">
            <a:avLst/>
          </a:prstGeom>
          <a:noFill/>
          <a:ln w="9525" algn="ctr">
            <a:solidFill>
              <a:schemeClr val="tx1"/>
            </a:solidFill>
            <a:prstDash val="dash"/>
            <a:round/>
            <a:headEnd/>
            <a:tailEnd/>
          </a:ln>
        </p:spPr>
      </p:cxnSp>
      <p:cxnSp>
        <p:nvCxnSpPr>
          <p:cNvPr id="80" name="直接连接符 18">
            <a:extLst>
              <a:ext uri="{FF2B5EF4-FFF2-40B4-BE49-F238E27FC236}">
                <a16:creationId xmlns:a16="http://schemas.microsoft.com/office/drawing/2014/main" id="{067B60BA-99E8-9928-78C8-8CEB73CFA9B1}"/>
              </a:ext>
            </a:extLst>
          </p:cNvPr>
          <p:cNvCxnSpPr>
            <a:cxnSpLocks noChangeShapeType="1"/>
          </p:cNvCxnSpPr>
          <p:nvPr>
            <p:custDataLst>
              <p:tags r:id="rId2"/>
            </p:custDataLst>
          </p:nvPr>
        </p:nvCxnSpPr>
        <p:spPr bwMode="auto">
          <a:xfrm>
            <a:off x="5144345" y="3056466"/>
            <a:ext cx="4557310" cy="0"/>
          </a:xfrm>
          <a:prstGeom prst="line">
            <a:avLst/>
          </a:prstGeom>
          <a:noFill/>
          <a:ln w="9525" algn="ctr">
            <a:solidFill>
              <a:schemeClr val="tx1"/>
            </a:solidFill>
            <a:prstDash val="dash"/>
            <a:round/>
            <a:headEnd/>
            <a:tailEnd/>
          </a:ln>
        </p:spPr>
      </p:cxnSp>
    </p:spTree>
    <p:extLst>
      <p:ext uri="{BB962C8B-B14F-4D97-AF65-F5344CB8AC3E}">
        <p14:creationId xmlns:p14="http://schemas.microsoft.com/office/powerpoint/2010/main" val="1371741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8</a:t>
            </a:fld>
            <a:endParaRPr lang="ko-KR" altLang="en-US">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a:xfrm>
            <a:off x="416496" y="395982"/>
            <a:ext cx="9207572" cy="297511"/>
          </a:xfrm>
        </p:spPr>
        <p:txBody>
          <a:bodyPr>
            <a:noAutofit/>
          </a:bodyPr>
          <a:lstStyle/>
          <a:p>
            <a:r>
              <a:rPr lang="zh-CN" altLang="en-US" sz="1800" b="1" dirty="0">
                <a:latin typeface="微软雅黑" panose="020B0503020204020204" pitchFamily="34" charset="-122"/>
                <a:ea typeface="微软雅黑" panose="020B0503020204020204" pitchFamily="34" charset="-122"/>
              </a:rPr>
              <a:t>功能需求：基准信息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存放位置       故障</a:t>
            </a:r>
            <a:r>
              <a:rPr lang="en-US" altLang="zh-CN" sz="1800" b="1" dirty="0">
                <a:latin typeface="微软雅黑" panose="020B0503020204020204" pitchFamily="34" charset="-122"/>
                <a:ea typeface="微软雅黑" panose="020B0503020204020204" pitchFamily="34" charset="-122"/>
              </a:rPr>
              <a:t>&amp;</a:t>
            </a:r>
            <a:r>
              <a:rPr lang="zh-CN" altLang="en-US" sz="1800" b="1" dirty="0">
                <a:latin typeface="微软雅黑" panose="020B0503020204020204" pitchFamily="34" charset="-122"/>
                <a:ea typeface="微软雅黑" panose="020B0503020204020204" pitchFamily="34" charset="-122"/>
              </a:rPr>
              <a:t>维修类型        其他基准信息</a:t>
            </a:r>
          </a:p>
        </p:txBody>
      </p:sp>
      <p:sp>
        <p:nvSpPr>
          <p:cNvPr id="15" name="Rectangle 1379">
            <a:extLst>
              <a:ext uri="{FF2B5EF4-FFF2-40B4-BE49-F238E27FC236}">
                <a16:creationId xmlns:a16="http://schemas.microsoft.com/office/drawing/2014/main" id="{EB07AF95-7FEC-43FC-9DB1-D06E8CFB91BA}"/>
              </a:ext>
            </a:extLst>
          </p:cNvPr>
          <p:cNvSpPr>
            <a:spLocks noChangeArrowheads="1"/>
          </p:cNvSpPr>
          <p:nvPr/>
        </p:nvSpPr>
        <p:spPr bwMode="auto">
          <a:xfrm>
            <a:off x="1379625" y="940974"/>
            <a:ext cx="3522254" cy="236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4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1380">
            <a:extLst>
              <a:ext uri="{FF2B5EF4-FFF2-40B4-BE49-F238E27FC236}">
                <a16:creationId xmlns:a16="http://schemas.microsoft.com/office/drawing/2014/main" id="{AFA700C6-00A1-408A-BA6F-AF9395450554}"/>
              </a:ext>
            </a:extLst>
          </p:cNvPr>
          <p:cNvSpPr>
            <a:spLocks noChangeShapeType="1"/>
          </p:cNvSpPr>
          <p:nvPr/>
        </p:nvSpPr>
        <p:spPr bwMode="auto">
          <a:xfrm>
            <a:off x="1359769" y="1241012"/>
            <a:ext cx="364265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Rectangle 1383">
            <a:extLst>
              <a:ext uri="{FF2B5EF4-FFF2-40B4-BE49-F238E27FC236}">
                <a16:creationId xmlns:a16="http://schemas.microsoft.com/office/drawing/2014/main" id="{324C9F06-D3EE-4B3B-A90E-E6C19C98CBE9}"/>
              </a:ext>
            </a:extLst>
          </p:cNvPr>
          <p:cNvSpPr>
            <a:spLocks noChangeArrowheads="1"/>
          </p:cNvSpPr>
          <p:nvPr/>
        </p:nvSpPr>
        <p:spPr bwMode="auto">
          <a:xfrm>
            <a:off x="5333947" y="940974"/>
            <a:ext cx="4244384" cy="236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其他</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Line 1384">
            <a:extLst>
              <a:ext uri="{FF2B5EF4-FFF2-40B4-BE49-F238E27FC236}">
                <a16:creationId xmlns:a16="http://schemas.microsoft.com/office/drawing/2014/main" id="{6DE06FD9-0ACD-4E39-BCDB-17C61399B303}"/>
              </a:ext>
            </a:extLst>
          </p:cNvPr>
          <p:cNvSpPr>
            <a:spLocks noChangeShapeType="1"/>
          </p:cNvSpPr>
          <p:nvPr/>
        </p:nvSpPr>
        <p:spPr bwMode="auto">
          <a:xfrm>
            <a:off x="5333947" y="1241012"/>
            <a:ext cx="4290121"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AutoShape 1385">
            <a:extLst>
              <a:ext uri="{FF2B5EF4-FFF2-40B4-BE49-F238E27FC236}">
                <a16:creationId xmlns:a16="http://schemas.microsoft.com/office/drawing/2014/main" id="{67681FC0-C9F7-4B24-966F-6715E2E2BF3B}"/>
              </a:ext>
            </a:extLst>
          </p:cNvPr>
          <p:cNvSpPr>
            <a:spLocks noChangeArrowheads="1"/>
          </p:cNvSpPr>
          <p:nvPr/>
        </p:nvSpPr>
        <p:spPr bwMode="auto">
          <a:xfrm rot="16200000" flipH="1">
            <a:off x="2628956" y="3689197"/>
            <a:ext cx="5038928" cy="142562"/>
          </a:xfrm>
          <a:prstGeom prst="triangle">
            <a:avLst>
              <a:gd name="adj" fmla="val 50000"/>
            </a:avLst>
          </a:prstGeom>
          <a:solidFill>
            <a:srgbClr val="90909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7" name="组合 6">
            <a:extLst>
              <a:ext uri="{FF2B5EF4-FFF2-40B4-BE49-F238E27FC236}">
                <a16:creationId xmlns:a16="http://schemas.microsoft.com/office/drawing/2014/main" id="{0689A2DF-A235-8829-E408-9E3D2CFE4B63}"/>
              </a:ext>
            </a:extLst>
          </p:cNvPr>
          <p:cNvGrpSpPr/>
          <p:nvPr/>
        </p:nvGrpSpPr>
        <p:grpSpPr>
          <a:xfrm>
            <a:off x="232173" y="1283205"/>
            <a:ext cx="9659084" cy="622101"/>
            <a:chOff x="232173" y="1283205"/>
            <a:chExt cx="9659084" cy="622101"/>
          </a:xfrm>
        </p:grpSpPr>
        <p:sp>
          <p:nvSpPr>
            <p:cNvPr id="14" name="Rectangle 1378">
              <a:extLst>
                <a:ext uri="{FF2B5EF4-FFF2-40B4-BE49-F238E27FC236}">
                  <a16:creationId xmlns:a16="http://schemas.microsoft.com/office/drawing/2014/main" id="{45C680E8-F9D2-45BF-BEDC-7735EDC0E5BB}"/>
                </a:ext>
              </a:extLst>
            </p:cNvPr>
            <p:cNvSpPr>
              <a:spLocks noChangeArrowheads="1"/>
            </p:cNvSpPr>
            <p:nvPr/>
          </p:nvSpPr>
          <p:spPr bwMode="auto">
            <a:xfrm>
              <a:off x="1379625" y="1311814"/>
              <a:ext cx="3522254" cy="521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设定物料存放位置（库位）基准信息画面，以供物料登记等画面调用选择登记用。</a:t>
              </a:r>
              <a:r>
                <a:rPr kumimoji="0" lang="ko-KR" altLang="ko-KR" sz="1200" b="1" i="0" u="none" strike="noStrike" kern="0" cap="none" spc="0" normalizeH="0" baseline="0" noProof="0" dirty="0">
                  <a:ln>
                    <a:noFill/>
                  </a:ln>
                  <a:solidFill>
                    <a:srgbClr val="000000"/>
                  </a:solidFill>
                  <a:effectLst/>
                  <a:uLnTx/>
                  <a:uFillTx/>
                  <a:latin typeface="微软雅黑" panose="020B0503020204020204" pitchFamily="34" charset="-122"/>
                </a:rPr>
                <a:t> </a:t>
              </a:r>
            </a:p>
          </p:txBody>
        </p:sp>
        <p:sp>
          <p:nvSpPr>
            <p:cNvPr id="17" name="Rectangle 1382">
              <a:extLst>
                <a:ext uri="{FF2B5EF4-FFF2-40B4-BE49-F238E27FC236}">
                  <a16:creationId xmlns:a16="http://schemas.microsoft.com/office/drawing/2014/main" id="{26AA02E1-7575-4E7C-A781-DA8908730EEF}"/>
                </a:ext>
              </a:extLst>
            </p:cNvPr>
            <p:cNvSpPr>
              <a:spLocks noChangeArrowheads="1"/>
            </p:cNvSpPr>
            <p:nvPr/>
          </p:nvSpPr>
          <p:spPr bwMode="auto">
            <a:xfrm>
              <a:off x="5333947" y="1311814"/>
              <a:ext cx="4557310" cy="24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rPr>
                <a:t> </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示例：</a:t>
              </a:r>
              <a:endPar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27" name="Freeform 15">
              <a:extLst>
                <a:ext uri="{FF2B5EF4-FFF2-40B4-BE49-F238E27FC236}">
                  <a16:creationId xmlns:a16="http://schemas.microsoft.com/office/drawing/2014/main" id="{099D18EC-F1DF-41C1-A595-F24C6BB9CA70}"/>
                </a:ext>
              </a:extLst>
            </p:cNvPr>
            <p:cNvSpPr>
              <a:spLocks/>
            </p:cNvSpPr>
            <p:nvPr>
              <p:custDataLst>
                <p:tags r:id="rId10"/>
              </p:custDataLst>
            </p:nvPr>
          </p:nvSpPr>
          <p:spPr bwMode="blackWhite">
            <a:xfrm>
              <a:off x="232173" y="1283205"/>
              <a:ext cx="983363" cy="622101"/>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28" name="Rectangle 16">
            <a:extLst>
              <a:ext uri="{FF2B5EF4-FFF2-40B4-BE49-F238E27FC236}">
                <a16:creationId xmlns:a16="http://schemas.microsoft.com/office/drawing/2014/main" id="{D8BCDABA-1FD3-4ED5-AB53-86C617A210F7}"/>
              </a:ext>
            </a:extLst>
          </p:cNvPr>
          <p:cNvSpPr>
            <a:spLocks noChangeArrowheads="1"/>
          </p:cNvSpPr>
          <p:nvPr>
            <p:custDataLst>
              <p:tags r:id="rId1"/>
            </p:custDataLst>
          </p:nvPr>
        </p:nvSpPr>
        <p:spPr bwMode="blackWhite">
          <a:xfrm>
            <a:off x="266318" y="1322846"/>
            <a:ext cx="819469" cy="614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存放位置</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8" name="组合 7">
            <a:extLst>
              <a:ext uri="{FF2B5EF4-FFF2-40B4-BE49-F238E27FC236}">
                <a16:creationId xmlns:a16="http://schemas.microsoft.com/office/drawing/2014/main" id="{6FB9EDDA-04CF-91A9-5ED5-E2D3C38D7AC9}"/>
              </a:ext>
            </a:extLst>
          </p:cNvPr>
          <p:cNvGrpSpPr/>
          <p:nvPr/>
        </p:nvGrpSpPr>
        <p:grpSpPr>
          <a:xfrm>
            <a:off x="232173" y="3603481"/>
            <a:ext cx="9659084" cy="1886029"/>
            <a:chOff x="232173" y="3843219"/>
            <a:chExt cx="9659084" cy="1886029"/>
          </a:xfrm>
        </p:grpSpPr>
        <p:grpSp>
          <p:nvGrpSpPr>
            <p:cNvPr id="29" name="Group 14">
              <a:extLst>
                <a:ext uri="{FF2B5EF4-FFF2-40B4-BE49-F238E27FC236}">
                  <a16:creationId xmlns:a16="http://schemas.microsoft.com/office/drawing/2014/main" id="{917E17DD-C5E2-44C4-A9C0-5C44C96BAA9D}"/>
                </a:ext>
              </a:extLst>
            </p:cNvPr>
            <p:cNvGrpSpPr>
              <a:grpSpLocks/>
            </p:cNvGrpSpPr>
            <p:nvPr/>
          </p:nvGrpSpPr>
          <p:grpSpPr bwMode="auto">
            <a:xfrm>
              <a:off x="232173" y="3843219"/>
              <a:ext cx="983363" cy="622101"/>
              <a:chOff x="2400" y="1968"/>
              <a:chExt cx="1152" cy="576"/>
            </a:xfrm>
          </p:grpSpPr>
          <p:sp>
            <p:nvSpPr>
              <p:cNvPr id="30" name="Freeform 15">
                <a:extLst>
                  <a:ext uri="{FF2B5EF4-FFF2-40B4-BE49-F238E27FC236}">
                    <a16:creationId xmlns:a16="http://schemas.microsoft.com/office/drawing/2014/main" id="{F425A4A9-D207-4433-A39B-42D6AD3F9F6D}"/>
                  </a:ext>
                </a:extLst>
              </p:cNvPr>
              <p:cNvSpPr>
                <a:spLocks/>
              </p:cNvSpPr>
              <p:nvPr>
                <p:custDataLst>
                  <p:tags r:id="rId8"/>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Rectangle 16">
                <a:extLst>
                  <a:ext uri="{FF2B5EF4-FFF2-40B4-BE49-F238E27FC236}">
                    <a16:creationId xmlns:a16="http://schemas.microsoft.com/office/drawing/2014/main" id="{36199550-94ED-4268-87F5-49EEA21F1963}"/>
                  </a:ext>
                </a:extLst>
              </p:cNvPr>
              <p:cNvSpPr>
                <a:spLocks noChangeArrowheads="1"/>
              </p:cNvSpPr>
              <p:nvPr>
                <p:custDataLst>
                  <p:tags r:id="rId9"/>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故障</a:t>
                </a: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维修类型</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5" name="Rectangle 1378">
              <a:extLst>
                <a:ext uri="{FF2B5EF4-FFF2-40B4-BE49-F238E27FC236}">
                  <a16:creationId xmlns:a16="http://schemas.microsoft.com/office/drawing/2014/main" id="{D148F2F3-C15F-4BB7-8E43-B49145FEBFC4}"/>
                </a:ext>
              </a:extLst>
            </p:cNvPr>
            <p:cNvSpPr>
              <a:spLocks noChangeArrowheads="1"/>
            </p:cNvSpPr>
            <p:nvPr/>
          </p:nvSpPr>
          <p:spPr bwMode="auto">
            <a:xfrm>
              <a:off x="1379625" y="3843219"/>
              <a:ext cx="3522254" cy="521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设定资产故障</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维修类型基准信息画面，以供维修管理画面调用选择登记用</a:t>
              </a:r>
              <a:r>
                <a:rPr lang="zh-CN" altLang="en-US" sz="1200" b="1" kern="0" dirty="0">
                  <a:solidFill>
                    <a:srgbClr val="000000"/>
                  </a:solidFill>
                  <a:latin typeface="微软雅黑" panose="020B0503020204020204" pitchFamily="34" charset="-122"/>
                  <a:ea typeface="微软雅黑" panose="020B0503020204020204" pitchFamily="34" charset="-122"/>
                </a:rPr>
                <a:t>。</a:t>
              </a:r>
              <a:endParaRPr kumimoji="0" lang="ko-KR" altLang="ko-KR" sz="1200" b="1"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36" name="Rectangle 1382">
              <a:extLst>
                <a:ext uri="{FF2B5EF4-FFF2-40B4-BE49-F238E27FC236}">
                  <a16:creationId xmlns:a16="http://schemas.microsoft.com/office/drawing/2014/main" id="{8E0C5B36-B9EC-45BA-9B62-22FCF7B57EEF}"/>
                </a:ext>
              </a:extLst>
            </p:cNvPr>
            <p:cNvSpPr>
              <a:spLocks noChangeArrowheads="1"/>
            </p:cNvSpPr>
            <p:nvPr/>
          </p:nvSpPr>
          <p:spPr bwMode="auto">
            <a:xfrm>
              <a:off x="5333947" y="3843219"/>
              <a:ext cx="4557310" cy="1886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kern="0" dirty="0">
                  <a:solidFill>
                    <a:srgbClr val="000000"/>
                  </a:solidFill>
                  <a:latin typeface="微软雅黑" panose="020B0503020204020204" pitchFamily="34" charset="-122"/>
                  <a:ea typeface="微软雅黑" panose="020B0503020204020204" pitchFamily="34" charset="-122"/>
                </a:rPr>
                <a:t>示例：</a:t>
              </a:r>
              <a:endParaRPr lang="en-US" altLang="zh-CN" sz="1200"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endParaRPr kumimoji="0" lang="en-US" altLang="ko-KR"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endParaRPr lang="en-US" altLang="ko-KR" sz="1200"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endParaRPr kumimoji="0" lang="en-US" altLang="ko-KR"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endParaRPr lang="en-US" altLang="ko-KR" sz="1200"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endParaRPr kumimoji="0" lang="en-US" altLang="ko-KR"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部件增设</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内存</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硬盘</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等</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不</a:t>
              </a:r>
              <a:r>
                <a:rPr lang="zh-CN" altLang="en-US" sz="1100" kern="0" dirty="0">
                  <a:solidFill>
                    <a:srgbClr val="000000"/>
                  </a:solidFill>
                  <a:latin typeface="微软雅黑" panose="020B0503020204020204" pitchFamily="34" charset="-122"/>
                  <a:ea typeface="微软雅黑" panose="020B0503020204020204" pitchFamily="34" charset="-122"/>
                </a:rPr>
                <a:t>做</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故障维修处理，做耗材</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or</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资产新登记处理。</a:t>
              </a:r>
              <a:endParaRPr kumimoji="0" lang="ko-KR" altLang="ko-KR" sz="11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aphicFrame>
        <p:nvGraphicFramePr>
          <p:cNvPr id="21" name="表格 4">
            <a:extLst>
              <a:ext uri="{FF2B5EF4-FFF2-40B4-BE49-F238E27FC236}">
                <a16:creationId xmlns:a16="http://schemas.microsoft.com/office/drawing/2014/main" id="{E4A46637-4CB0-4D8D-A2E0-B9F541088224}"/>
              </a:ext>
            </a:extLst>
          </p:cNvPr>
          <p:cNvGraphicFramePr>
            <a:graphicFrameLocks noGrp="1"/>
          </p:cNvGraphicFramePr>
          <p:nvPr>
            <p:extLst>
              <p:ext uri="{D42A27DB-BD31-4B8C-83A1-F6EECF244321}">
                <p14:modId xmlns:p14="http://schemas.microsoft.com/office/powerpoint/2010/main" val="378192175"/>
              </p:ext>
            </p:extLst>
          </p:nvPr>
        </p:nvGraphicFramePr>
        <p:xfrm>
          <a:off x="6129509" y="1311815"/>
          <a:ext cx="3471691" cy="2072640"/>
        </p:xfrm>
        <a:graphic>
          <a:graphicData uri="http://schemas.openxmlformats.org/drawingml/2006/table">
            <a:tbl>
              <a:tblPr firstRow="1" bandRow="1">
                <a:tableStyleId>{5C22544A-7EE6-4342-B048-85BDC9FD1C3A}</a:tableStyleId>
              </a:tblPr>
              <a:tblGrid>
                <a:gridCol w="649979">
                  <a:extLst>
                    <a:ext uri="{9D8B030D-6E8A-4147-A177-3AD203B41FA5}">
                      <a16:colId xmlns:a16="http://schemas.microsoft.com/office/drawing/2014/main" val="2661684006"/>
                    </a:ext>
                  </a:extLst>
                </a:gridCol>
                <a:gridCol w="1266578">
                  <a:extLst>
                    <a:ext uri="{9D8B030D-6E8A-4147-A177-3AD203B41FA5}">
                      <a16:colId xmlns:a16="http://schemas.microsoft.com/office/drawing/2014/main" val="2686577530"/>
                    </a:ext>
                  </a:extLst>
                </a:gridCol>
                <a:gridCol w="1555134">
                  <a:extLst>
                    <a:ext uri="{9D8B030D-6E8A-4147-A177-3AD203B41FA5}">
                      <a16:colId xmlns:a16="http://schemas.microsoft.com/office/drawing/2014/main" val="2126939445"/>
                    </a:ext>
                  </a:extLst>
                </a:gridCol>
              </a:tblGrid>
              <a:tr h="240806">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法人</a:t>
                      </a: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存放位置</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自定义</a:t>
                      </a:r>
                      <a:r>
                        <a:rPr lang="en-US" altLang="zh-CN" sz="1100" b="1" dirty="0">
                          <a:solidFill>
                            <a:schemeClr val="tx1"/>
                          </a:solidFill>
                          <a:latin typeface="微软雅黑" panose="020B0503020204020204" pitchFamily="34" charset="-122"/>
                          <a:ea typeface="微软雅黑" panose="020B0503020204020204" pitchFamily="34" charset="-122"/>
                        </a:rPr>
                        <a:t>)</a:t>
                      </a:r>
                      <a:endParaRPr lang="zh-CN" altLang="en-US"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存放位置</a:t>
                      </a:r>
                      <a:r>
                        <a:rPr lang="en-US" altLang="zh-CN" sz="1100" b="1" dirty="0">
                          <a:solidFill>
                            <a:schemeClr val="tx1"/>
                          </a:solidFill>
                          <a:latin typeface="微软雅黑" panose="020B0503020204020204" pitchFamily="34" charset="-122"/>
                          <a:ea typeface="微软雅黑" panose="020B0503020204020204" pitchFamily="34" charset="-122"/>
                        </a:rPr>
                        <a:t>ID(</a:t>
                      </a:r>
                      <a:r>
                        <a:rPr lang="zh-CN" altLang="en-US" sz="1100" b="1" dirty="0">
                          <a:solidFill>
                            <a:schemeClr val="tx1"/>
                          </a:solidFill>
                          <a:latin typeface="微软雅黑" panose="020B0503020204020204" pitchFamily="34" charset="-122"/>
                          <a:ea typeface="微软雅黑" panose="020B0503020204020204" pitchFamily="34" charset="-122"/>
                        </a:rPr>
                        <a:t>自动生成</a:t>
                      </a:r>
                      <a:r>
                        <a:rPr lang="en-US" altLang="zh-CN" sz="1100" b="1" dirty="0">
                          <a:solidFill>
                            <a:schemeClr val="tx1"/>
                          </a:solidFill>
                          <a:latin typeface="微软雅黑" panose="020B0503020204020204" pitchFamily="34" charset="-122"/>
                          <a:ea typeface="微软雅黑" panose="020B0503020204020204" pitchFamily="34" charset="-122"/>
                        </a:rPr>
                        <a:t>)</a:t>
                      </a:r>
                      <a:endParaRPr lang="zh-CN" altLang="en-US" sz="1100" b="1"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140394635"/>
                  </a:ext>
                </a:extLst>
              </a:tr>
              <a:tr h="240806">
                <a:tc>
                  <a:txBody>
                    <a:bodyPr/>
                    <a:lstStyle/>
                    <a:p>
                      <a:r>
                        <a:rPr lang="en-US" altLang="zh-CN" sz="1100" dirty="0"/>
                        <a:t>HDICC</a:t>
                      </a:r>
                      <a:endParaRPr lang="zh-CN" altLang="en-US" sz="1100" dirty="0"/>
                    </a:p>
                  </a:txBody>
                  <a:tcPr/>
                </a:tc>
                <a:tc>
                  <a:txBody>
                    <a:bodyPr/>
                    <a:lstStyle/>
                    <a:p>
                      <a:r>
                        <a:rPr lang="en-US" altLang="zh-CN" sz="1100" dirty="0">
                          <a:latin typeface="微软雅黑" panose="020B0503020204020204" pitchFamily="34" charset="-122"/>
                          <a:ea typeface="微软雅黑" panose="020B0503020204020204" pitchFamily="34" charset="-122"/>
                        </a:rPr>
                        <a:t>DICC IT</a:t>
                      </a:r>
                      <a:r>
                        <a:rPr lang="zh-CN" altLang="en-US" sz="1100" dirty="0">
                          <a:latin typeface="微软雅黑" panose="020B0503020204020204" pitchFamily="34" charset="-122"/>
                          <a:ea typeface="微软雅黑" panose="020B0503020204020204" pitchFamily="34" charset="-122"/>
                        </a:rPr>
                        <a:t>仓库</a:t>
                      </a:r>
                    </a:p>
                  </a:txBody>
                  <a:tcPr/>
                </a:tc>
                <a:tc>
                  <a:txBody>
                    <a:bodyPr/>
                    <a:lstStyle/>
                    <a:p>
                      <a:r>
                        <a:rPr lang="en-US" altLang="zh-CN" sz="1100" dirty="0">
                          <a:latin typeface="微软雅黑" panose="020B0503020204020204" pitchFamily="34" charset="-122"/>
                          <a:ea typeface="微软雅黑" panose="020B0503020204020204" pitchFamily="34" charset="-122"/>
                        </a:rPr>
                        <a:t>L0001</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485807034"/>
                  </a:ext>
                </a:extLst>
              </a:tr>
              <a:tr h="240806">
                <a:tc>
                  <a:txBody>
                    <a:bodyPr/>
                    <a:lstStyle/>
                    <a:p>
                      <a:r>
                        <a:rPr lang="en-US" altLang="zh-CN" sz="1100" dirty="0"/>
                        <a:t>HDI</a:t>
                      </a:r>
                      <a:endParaRPr lang="zh-CN" altLang="en-US" sz="1100" dirty="0"/>
                    </a:p>
                  </a:txBody>
                  <a:tcPr/>
                </a:tc>
                <a:tc>
                  <a:txBody>
                    <a:bodyPr/>
                    <a:lstStyle/>
                    <a:p>
                      <a:r>
                        <a:rPr lang="en-US" altLang="zh-CN" sz="1100" dirty="0">
                          <a:latin typeface="微软雅黑" panose="020B0503020204020204" pitchFamily="34" charset="-122"/>
                          <a:ea typeface="微软雅黑" panose="020B0503020204020204" pitchFamily="34" charset="-122"/>
                        </a:rPr>
                        <a:t>DISD</a:t>
                      </a:r>
                      <a:r>
                        <a:rPr lang="zh-CN" altLang="en-US" sz="1100" dirty="0">
                          <a:latin typeface="微软雅黑" panose="020B0503020204020204" pitchFamily="34" charset="-122"/>
                          <a:ea typeface="微软雅黑" panose="020B0503020204020204" pitchFamily="34" charset="-122"/>
                        </a:rPr>
                        <a:t> </a:t>
                      </a:r>
                      <a:r>
                        <a:rPr lang="en-US" altLang="zh-CN" sz="1100" dirty="0">
                          <a:latin typeface="微软雅黑" panose="020B0503020204020204" pitchFamily="34" charset="-122"/>
                          <a:ea typeface="微软雅黑" panose="020B0503020204020204" pitchFamily="34" charset="-122"/>
                        </a:rPr>
                        <a:t>IT</a:t>
                      </a:r>
                      <a:r>
                        <a:rPr lang="zh-CN" altLang="en-US" sz="1100" dirty="0">
                          <a:latin typeface="微软雅黑" panose="020B0503020204020204" pitchFamily="34" charset="-122"/>
                          <a:ea typeface="微软雅黑" panose="020B0503020204020204" pitchFamily="34" charset="-122"/>
                        </a:rPr>
                        <a:t>仓库</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67851679"/>
                  </a:ext>
                </a:extLst>
              </a:tr>
              <a:tr h="240806">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zh-CN" altLang="en-US" sz="1100" dirty="0">
                          <a:latin typeface="微软雅黑" panose="020B0503020204020204" pitchFamily="34" charset="-122"/>
                          <a:ea typeface="微软雅黑" panose="020B0503020204020204" pitchFamily="34" charset="-122"/>
                        </a:rPr>
                        <a:t>北京 </a:t>
                      </a:r>
                      <a:r>
                        <a:rPr lang="en-US" altLang="zh-CN" sz="1100" dirty="0">
                          <a:latin typeface="微软雅黑" panose="020B0503020204020204" pitchFamily="34" charset="-122"/>
                          <a:ea typeface="微软雅黑" panose="020B0503020204020204" pitchFamily="34" charset="-122"/>
                        </a:rPr>
                        <a:t>IT</a:t>
                      </a:r>
                      <a:r>
                        <a:rPr lang="zh-CN" altLang="en-US" sz="1100" dirty="0">
                          <a:latin typeface="微软雅黑" panose="020B0503020204020204" pitchFamily="34" charset="-122"/>
                          <a:ea typeface="微软雅黑" panose="020B0503020204020204" pitchFamily="34" charset="-122"/>
                        </a:rPr>
                        <a:t>仓库</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04361711"/>
                  </a:ext>
                </a:extLst>
              </a:tr>
              <a:tr h="240806">
                <a:tc>
                  <a:txBody>
                    <a:bodyPr/>
                    <a:lstStyle/>
                    <a:p>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zh-CN" altLang="en-US" sz="1100" dirty="0">
                          <a:latin typeface="微软雅黑" panose="020B0503020204020204" pitchFamily="34" charset="-122"/>
                          <a:ea typeface="微软雅黑" panose="020B0503020204020204" pitchFamily="34" charset="-122"/>
                        </a:rPr>
                        <a:t>发放部门</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098080931"/>
                  </a:ext>
                </a:extLst>
              </a:tr>
              <a:tr h="240806">
                <a:tc>
                  <a:txBody>
                    <a:bodyPr/>
                    <a:lstStyle/>
                    <a:p>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zh-CN" altLang="en-US" sz="1100" dirty="0">
                          <a:latin typeface="微软雅黑" panose="020B0503020204020204" pitchFamily="34" charset="-122"/>
                          <a:ea typeface="微软雅黑" panose="020B0503020204020204" pitchFamily="34" charset="-122"/>
                        </a:rPr>
                        <a:t>生产</a:t>
                      </a:r>
                      <a:r>
                        <a:rPr lang="en-US" altLang="zh-CN" sz="1100" dirty="0">
                          <a:latin typeface="微软雅黑" panose="020B0503020204020204" pitchFamily="34" charset="-122"/>
                          <a:ea typeface="微软雅黑" panose="020B0503020204020204" pitchFamily="34" charset="-122"/>
                        </a:rPr>
                        <a:t>Y</a:t>
                      </a:r>
                      <a:r>
                        <a:rPr lang="zh-CN" altLang="en-US" sz="1100" dirty="0">
                          <a:latin typeface="微软雅黑" panose="020B0503020204020204" pitchFamily="34" charset="-122"/>
                          <a:ea typeface="微软雅黑" panose="020B0503020204020204" pitchFamily="34" charset="-122"/>
                        </a:rPr>
                        <a:t>线</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114917364"/>
                  </a:ext>
                </a:extLst>
              </a:tr>
              <a:tr h="240806">
                <a:tc>
                  <a:txBody>
                    <a:bodyPr/>
                    <a:lstStyle/>
                    <a:p>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zh-CN" altLang="en-US" sz="1100" dirty="0">
                          <a:latin typeface="微软雅黑" panose="020B0503020204020204" pitchFamily="34" charset="-122"/>
                          <a:ea typeface="微软雅黑" panose="020B0503020204020204" pitchFamily="34" charset="-122"/>
                        </a:rPr>
                        <a:t>生产</a:t>
                      </a:r>
                      <a:r>
                        <a:rPr lang="en-US" altLang="zh-CN" sz="1100" dirty="0">
                          <a:latin typeface="微软雅黑" panose="020B0503020204020204" pitchFamily="34" charset="-122"/>
                          <a:ea typeface="微软雅黑" panose="020B0503020204020204" pitchFamily="34" charset="-122"/>
                        </a:rPr>
                        <a:t>P</a:t>
                      </a:r>
                      <a:r>
                        <a:rPr lang="zh-CN" altLang="en-US" sz="1100" dirty="0">
                          <a:latin typeface="微软雅黑" panose="020B0503020204020204" pitchFamily="34" charset="-122"/>
                          <a:ea typeface="微软雅黑" panose="020B0503020204020204" pitchFamily="34" charset="-122"/>
                        </a:rPr>
                        <a:t>线</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743856437"/>
                  </a:ext>
                </a:extLst>
              </a:tr>
              <a:tr h="240806">
                <a:tc>
                  <a:txBody>
                    <a:bodyPr/>
                    <a:lstStyle/>
                    <a:p>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161122421"/>
                  </a:ext>
                </a:extLst>
              </a:tr>
            </a:tbl>
          </a:graphicData>
        </a:graphic>
      </p:graphicFrame>
      <p:graphicFrame>
        <p:nvGraphicFramePr>
          <p:cNvPr id="22" name="表格 4">
            <a:extLst>
              <a:ext uri="{FF2B5EF4-FFF2-40B4-BE49-F238E27FC236}">
                <a16:creationId xmlns:a16="http://schemas.microsoft.com/office/drawing/2014/main" id="{434EF4BD-C324-437E-AE50-DBB7A432F006}"/>
              </a:ext>
            </a:extLst>
          </p:cNvPr>
          <p:cNvGraphicFramePr>
            <a:graphicFrameLocks noGrp="1"/>
          </p:cNvGraphicFramePr>
          <p:nvPr>
            <p:extLst>
              <p:ext uri="{D42A27DB-BD31-4B8C-83A1-F6EECF244321}">
                <p14:modId xmlns:p14="http://schemas.microsoft.com/office/powerpoint/2010/main" val="383162543"/>
              </p:ext>
            </p:extLst>
          </p:nvPr>
        </p:nvGraphicFramePr>
        <p:xfrm>
          <a:off x="6129508" y="3603481"/>
          <a:ext cx="3547891" cy="1554480"/>
        </p:xfrm>
        <a:graphic>
          <a:graphicData uri="http://schemas.openxmlformats.org/drawingml/2006/table">
            <a:tbl>
              <a:tblPr firstRow="1" bandRow="1">
                <a:tableStyleId>{5C22544A-7EE6-4342-B048-85BDC9FD1C3A}</a:tableStyleId>
              </a:tblPr>
              <a:tblGrid>
                <a:gridCol w="1764384">
                  <a:extLst>
                    <a:ext uri="{9D8B030D-6E8A-4147-A177-3AD203B41FA5}">
                      <a16:colId xmlns:a16="http://schemas.microsoft.com/office/drawing/2014/main" val="2686577530"/>
                    </a:ext>
                  </a:extLst>
                </a:gridCol>
                <a:gridCol w="1783507">
                  <a:extLst>
                    <a:ext uri="{9D8B030D-6E8A-4147-A177-3AD203B41FA5}">
                      <a16:colId xmlns:a16="http://schemas.microsoft.com/office/drawing/2014/main" val="2126939445"/>
                    </a:ext>
                  </a:extLst>
                </a:gridCol>
              </a:tblGrid>
              <a:tr h="232958">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故障</a:t>
                      </a:r>
                      <a:r>
                        <a:rPr lang="en-US" altLang="zh-CN" sz="1100" b="1" dirty="0">
                          <a:solidFill>
                            <a:schemeClr val="tx1"/>
                          </a:solidFill>
                          <a:latin typeface="微软雅黑" panose="020B0503020204020204" pitchFamily="34" charset="-122"/>
                          <a:ea typeface="微软雅黑" panose="020B0503020204020204" pitchFamily="34" charset="-122"/>
                        </a:rPr>
                        <a:t>&amp;</a:t>
                      </a:r>
                      <a:r>
                        <a:rPr lang="zh-CN" altLang="en-US" sz="1100" b="1" dirty="0">
                          <a:solidFill>
                            <a:schemeClr val="tx1"/>
                          </a:solidFill>
                          <a:latin typeface="微软雅黑" panose="020B0503020204020204" pitchFamily="34" charset="-122"/>
                          <a:ea typeface="微软雅黑" panose="020B0503020204020204" pitchFamily="34" charset="-122"/>
                        </a:rPr>
                        <a:t>维修名称 </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自定义</a:t>
                      </a:r>
                      <a:r>
                        <a:rPr lang="en-US" altLang="zh-CN" sz="1100" b="1" dirty="0">
                          <a:solidFill>
                            <a:schemeClr val="tx1"/>
                          </a:solidFill>
                          <a:latin typeface="微软雅黑" panose="020B0503020204020204" pitchFamily="34" charset="-122"/>
                          <a:ea typeface="微软雅黑" panose="020B0503020204020204" pitchFamily="34" charset="-122"/>
                        </a:rPr>
                        <a:t>)</a:t>
                      </a:r>
                      <a:endParaRPr lang="zh-CN" altLang="en-US"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故障</a:t>
                      </a:r>
                      <a:r>
                        <a:rPr lang="en-US" altLang="zh-CN" sz="1100" b="1" dirty="0">
                          <a:solidFill>
                            <a:schemeClr val="tx1"/>
                          </a:solidFill>
                          <a:latin typeface="微软雅黑" panose="020B0503020204020204" pitchFamily="34" charset="-122"/>
                          <a:ea typeface="微软雅黑" panose="020B0503020204020204" pitchFamily="34" charset="-122"/>
                        </a:rPr>
                        <a:t>&amp;</a:t>
                      </a:r>
                      <a:r>
                        <a:rPr lang="zh-CN" altLang="en-US" sz="1100" b="1" dirty="0">
                          <a:solidFill>
                            <a:schemeClr val="tx1"/>
                          </a:solidFill>
                          <a:latin typeface="微软雅黑" panose="020B0503020204020204" pitchFamily="34" charset="-122"/>
                          <a:ea typeface="微软雅黑" panose="020B0503020204020204" pitchFamily="34" charset="-122"/>
                        </a:rPr>
                        <a:t>维修</a:t>
                      </a:r>
                      <a:r>
                        <a:rPr lang="en-US" altLang="zh-CN" sz="1100" b="1" dirty="0">
                          <a:solidFill>
                            <a:schemeClr val="tx1"/>
                          </a:solidFill>
                          <a:latin typeface="微软雅黑" panose="020B0503020204020204" pitchFamily="34" charset="-122"/>
                          <a:ea typeface="微软雅黑" panose="020B0503020204020204" pitchFamily="34" charset="-122"/>
                        </a:rPr>
                        <a:t>ID (</a:t>
                      </a:r>
                      <a:r>
                        <a:rPr lang="zh-CN" altLang="en-US" sz="1100" b="1" dirty="0">
                          <a:solidFill>
                            <a:schemeClr val="tx1"/>
                          </a:solidFill>
                          <a:latin typeface="微软雅黑" panose="020B0503020204020204" pitchFamily="34" charset="-122"/>
                          <a:ea typeface="微软雅黑" panose="020B0503020204020204" pitchFamily="34" charset="-122"/>
                        </a:rPr>
                        <a:t>自动生成</a:t>
                      </a:r>
                      <a:r>
                        <a:rPr lang="en-US" altLang="zh-CN" sz="1100" b="1" dirty="0">
                          <a:solidFill>
                            <a:schemeClr val="tx1"/>
                          </a:solidFill>
                          <a:latin typeface="微软雅黑" panose="020B0503020204020204" pitchFamily="34" charset="-122"/>
                          <a:ea typeface="微软雅黑" panose="020B0503020204020204" pitchFamily="34" charset="-122"/>
                        </a:rPr>
                        <a:t>)</a:t>
                      </a:r>
                      <a:endParaRPr lang="zh-CN" altLang="en-US" sz="1100" b="1"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140394635"/>
                  </a:ext>
                </a:extLst>
              </a:tr>
              <a:tr h="232958">
                <a:tc>
                  <a:txBody>
                    <a:bodyPr/>
                    <a:lstStyle/>
                    <a:p>
                      <a:r>
                        <a:rPr lang="zh-CN" altLang="en-US" sz="1100" dirty="0">
                          <a:latin typeface="微软雅黑" panose="020B0503020204020204" pitchFamily="34" charset="-122"/>
                          <a:ea typeface="微软雅黑" panose="020B0503020204020204" pitchFamily="34" charset="-122"/>
                        </a:rPr>
                        <a:t>单纯维修费</a:t>
                      </a:r>
                    </a:p>
                  </a:txBody>
                  <a:tcPr/>
                </a:tc>
                <a:tc>
                  <a:txBody>
                    <a:bodyPr/>
                    <a:lstStyle/>
                    <a:p>
                      <a:r>
                        <a:rPr lang="en-US" altLang="zh-CN" sz="1100" dirty="0">
                          <a:latin typeface="微软雅黑" panose="020B0503020204020204" pitchFamily="34" charset="-122"/>
                          <a:ea typeface="微软雅黑" panose="020B0503020204020204" pitchFamily="34" charset="-122"/>
                        </a:rPr>
                        <a:t>C001</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485807034"/>
                  </a:ext>
                </a:extLst>
              </a:tr>
              <a:tr h="232958">
                <a:tc>
                  <a:txBody>
                    <a:bodyPr/>
                    <a:lstStyle/>
                    <a:p>
                      <a:r>
                        <a:rPr lang="zh-CN" altLang="en-US" sz="1100" dirty="0">
                          <a:latin typeface="微软雅黑" panose="020B0503020204020204" pitchFamily="34" charset="-122"/>
                          <a:ea typeface="微软雅黑" panose="020B0503020204020204" pitchFamily="34" charset="-122"/>
                        </a:rPr>
                        <a:t>部件更换</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屏幕、网卡等</a:t>
                      </a: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67851679"/>
                  </a:ext>
                </a:extLst>
              </a:tr>
              <a:tr h="232958">
                <a:tc>
                  <a:txBody>
                    <a:bodyPr/>
                    <a:lstStyle/>
                    <a:p>
                      <a:r>
                        <a:rPr lang="zh-CN" altLang="en-US" sz="1100" dirty="0">
                          <a:latin typeface="微软雅黑" panose="020B0503020204020204" pitchFamily="34" charset="-122"/>
                          <a:ea typeface="微软雅黑" panose="020B0503020204020204" pitchFamily="34" charset="-122"/>
                        </a:rPr>
                        <a:t>数据恢复</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904361711"/>
                  </a:ext>
                </a:extLst>
              </a:tr>
              <a:tr h="232958">
                <a:tc>
                  <a:txBody>
                    <a:bodyPr/>
                    <a:lstStyle/>
                    <a:p>
                      <a:r>
                        <a:rPr lang="zh-CN" altLang="en-US" sz="1100" dirty="0">
                          <a:latin typeface="微软雅黑" panose="020B0503020204020204" pitchFamily="34" charset="-122"/>
                          <a:ea typeface="微软雅黑" panose="020B0503020204020204" pitchFamily="34" charset="-122"/>
                        </a:rPr>
                        <a:t>软件升级</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098080931"/>
                  </a:ext>
                </a:extLst>
              </a:tr>
              <a:tr h="232958">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161122421"/>
                  </a:ext>
                </a:extLst>
              </a:tr>
            </a:tbl>
          </a:graphicData>
        </a:graphic>
      </p:graphicFrame>
      <p:grpSp>
        <p:nvGrpSpPr>
          <p:cNvPr id="24" name="组合 23">
            <a:extLst>
              <a:ext uri="{FF2B5EF4-FFF2-40B4-BE49-F238E27FC236}">
                <a16:creationId xmlns:a16="http://schemas.microsoft.com/office/drawing/2014/main" id="{CCE72862-C14F-4D44-8956-30DD2F7CED8B}"/>
              </a:ext>
            </a:extLst>
          </p:cNvPr>
          <p:cNvGrpSpPr/>
          <p:nvPr/>
        </p:nvGrpSpPr>
        <p:grpSpPr>
          <a:xfrm>
            <a:off x="3818519" y="388693"/>
            <a:ext cx="219075" cy="304800"/>
            <a:chOff x="4029075" y="4013200"/>
            <a:chExt cx="219075" cy="304800"/>
          </a:xfrm>
        </p:grpSpPr>
        <p:grpSp>
          <p:nvGrpSpPr>
            <p:cNvPr id="25" name="Group 679">
              <a:extLst>
                <a:ext uri="{FF2B5EF4-FFF2-40B4-BE49-F238E27FC236}">
                  <a16:creationId xmlns:a16="http://schemas.microsoft.com/office/drawing/2014/main" id="{B6A01064-87A1-46A7-958B-969214F4631A}"/>
                </a:ext>
              </a:extLst>
            </p:cNvPr>
            <p:cNvGrpSpPr>
              <a:grpSpLocks/>
            </p:cNvGrpSpPr>
            <p:nvPr/>
          </p:nvGrpSpPr>
          <p:grpSpPr bwMode="auto">
            <a:xfrm>
              <a:off x="4087813" y="4013200"/>
              <a:ext cx="160337" cy="304800"/>
              <a:chOff x="1509" y="506"/>
              <a:chExt cx="131" cy="200"/>
            </a:xfrm>
          </p:grpSpPr>
          <p:sp>
            <p:nvSpPr>
              <p:cNvPr id="33" name="Arc 680">
                <a:extLst>
                  <a:ext uri="{FF2B5EF4-FFF2-40B4-BE49-F238E27FC236}">
                    <a16:creationId xmlns:a16="http://schemas.microsoft.com/office/drawing/2014/main" id="{A6AC274D-C349-4F7D-862A-D532A789D4FC}"/>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34" name="Arc 681">
                <a:extLst>
                  <a:ext uri="{FF2B5EF4-FFF2-40B4-BE49-F238E27FC236}">
                    <a16:creationId xmlns:a16="http://schemas.microsoft.com/office/drawing/2014/main" id="{82B53E3A-0B67-4746-8462-A0BD93253465}"/>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2" name="Rectangle 682">
              <a:extLst>
                <a:ext uri="{FF2B5EF4-FFF2-40B4-BE49-F238E27FC236}">
                  <a16:creationId xmlns:a16="http://schemas.microsoft.com/office/drawing/2014/main" id="{71CF2EE6-7E6B-49CD-B602-960EC3E37C1C}"/>
                </a:ext>
              </a:extLst>
            </p:cNvPr>
            <p:cNvSpPr>
              <a:spLocks noChangeArrowheads="1"/>
            </p:cNvSpPr>
            <p:nvPr/>
          </p:nvSpPr>
          <p:spPr bwMode="invGray">
            <a:xfrm>
              <a:off x="4029075" y="4079875"/>
              <a:ext cx="18256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3</a:t>
              </a:r>
              <a:endParaRPr lang="ko-KR" altLang="ko-KR" sz="1400" i="1" dirty="0">
                <a:latin typeface="Arial Black" panose="020B0A04020102020204" pitchFamily="34" charset="0"/>
              </a:endParaRPr>
            </a:p>
          </p:txBody>
        </p:sp>
      </p:grpSp>
      <p:grpSp>
        <p:nvGrpSpPr>
          <p:cNvPr id="37" name="组合 36">
            <a:extLst>
              <a:ext uri="{FF2B5EF4-FFF2-40B4-BE49-F238E27FC236}">
                <a16:creationId xmlns:a16="http://schemas.microsoft.com/office/drawing/2014/main" id="{960E733B-1250-43C0-9EB9-6AD3785EA410}"/>
              </a:ext>
            </a:extLst>
          </p:cNvPr>
          <p:cNvGrpSpPr/>
          <p:nvPr/>
        </p:nvGrpSpPr>
        <p:grpSpPr>
          <a:xfrm>
            <a:off x="5907381" y="388693"/>
            <a:ext cx="219075" cy="304800"/>
            <a:chOff x="4029075" y="4013200"/>
            <a:chExt cx="219075" cy="304800"/>
          </a:xfrm>
        </p:grpSpPr>
        <p:grpSp>
          <p:nvGrpSpPr>
            <p:cNvPr id="38" name="Group 679">
              <a:extLst>
                <a:ext uri="{FF2B5EF4-FFF2-40B4-BE49-F238E27FC236}">
                  <a16:creationId xmlns:a16="http://schemas.microsoft.com/office/drawing/2014/main" id="{00070554-17B6-4A45-88AC-C0B27B9C4133}"/>
                </a:ext>
              </a:extLst>
            </p:cNvPr>
            <p:cNvGrpSpPr>
              <a:grpSpLocks/>
            </p:cNvGrpSpPr>
            <p:nvPr/>
          </p:nvGrpSpPr>
          <p:grpSpPr bwMode="auto">
            <a:xfrm>
              <a:off x="4087813" y="4013200"/>
              <a:ext cx="160337" cy="304800"/>
              <a:chOff x="1509" y="506"/>
              <a:chExt cx="131" cy="200"/>
            </a:xfrm>
          </p:grpSpPr>
          <p:sp>
            <p:nvSpPr>
              <p:cNvPr id="40" name="Arc 680">
                <a:extLst>
                  <a:ext uri="{FF2B5EF4-FFF2-40B4-BE49-F238E27FC236}">
                    <a16:creationId xmlns:a16="http://schemas.microsoft.com/office/drawing/2014/main" id="{B5BB167C-B8C1-40DF-9304-8E696C2FA776}"/>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41" name="Arc 681">
                <a:extLst>
                  <a:ext uri="{FF2B5EF4-FFF2-40B4-BE49-F238E27FC236}">
                    <a16:creationId xmlns:a16="http://schemas.microsoft.com/office/drawing/2014/main" id="{69487C82-159E-4B39-B29A-D0B59BCD97D7}"/>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9" name="Rectangle 682">
              <a:extLst>
                <a:ext uri="{FF2B5EF4-FFF2-40B4-BE49-F238E27FC236}">
                  <a16:creationId xmlns:a16="http://schemas.microsoft.com/office/drawing/2014/main" id="{33FDE213-992E-4743-A6F8-82AE4D926FDB}"/>
                </a:ext>
              </a:extLst>
            </p:cNvPr>
            <p:cNvSpPr>
              <a:spLocks noChangeArrowheads="1"/>
            </p:cNvSpPr>
            <p:nvPr/>
          </p:nvSpPr>
          <p:spPr bwMode="invGray">
            <a:xfrm>
              <a:off x="4029075" y="4079875"/>
              <a:ext cx="18256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4</a:t>
              </a:r>
              <a:endParaRPr lang="ko-KR" altLang="ko-KR" sz="1400" i="1" dirty="0">
                <a:latin typeface="Arial Black" panose="020B0A04020102020204" pitchFamily="34" charset="0"/>
              </a:endParaRPr>
            </a:p>
          </p:txBody>
        </p:sp>
      </p:grpSp>
      <p:grpSp>
        <p:nvGrpSpPr>
          <p:cNvPr id="13" name="组合 12">
            <a:extLst>
              <a:ext uri="{FF2B5EF4-FFF2-40B4-BE49-F238E27FC236}">
                <a16:creationId xmlns:a16="http://schemas.microsoft.com/office/drawing/2014/main" id="{C60296E4-29C4-47F8-60EB-1AAD23BF289B}"/>
              </a:ext>
            </a:extLst>
          </p:cNvPr>
          <p:cNvGrpSpPr/>
          <p:nvPr/>
        </p:nvGrpSpPr>
        <p:grpSpPr>
          <a:xfrm>
            <a:off x="232173" y="3493968"/>
            <a:ext cx="9468094" cy="0"/>
            <a:chOff x="232173" y="3616864"/>
            <a:chExt cx="9468094" cy="0"/>
          </a:xfrm>
        </p:grpSpPr>
        <p:cxnSp>
          <p:nvCxnSpPr>
            <p:cNvPr id="43" name="直接连接符 18">
              <a:extLst>
                <a:ext uri="{FF2B5EF4-FFF2-40B4-BE49-F238E27FC236}">
                  <a16:creationId xmlns:a16="http://schemas.microsoft.com/office/drawing/2014/main" id="{5EBA5329-04C7-48C0-8F8D-954089276199}"/>
                </a:ext>
              </a:extLst>
            </p:cNvPr>
            <p:cNvCxnSpPr>
              <a:cxnSpLocks noChangeShapeType="1"/>
            </p:cNvCxnSpPr>
            <p:nvPr>
              <p:custDataLst>
                <p:tags r:id="rId6"/>
              </p:custDataLst>
            </p:nvPr>
          </p:nvCxnSpPr>
          <p:spPr bwMode="auto">
            <a:xfrm>
              <a:off x="232173" y="3616864"/>
              <a:ext cx="4770253" cy="0"/>
            </a:xfrm>
            <a:prstGeom prst="line">
              <a:avLst/>
            </a:prstGeom>
            <a:noFill/>
            <a:ln w="9525" algn="ctr">
              <a:solidFill>
                <a:schemeClr val="tx1"/>
              </a:solidFill>
              <a:prstDash val="dash"/>
              <a:round/>
              <a:headEnd/>
              <a:tailEnd/>
            </a:ln>
          </p:spPr>
        </p:cxnSp>
        <p:cxnSp>
          <p:nvCxnSpPr>
            <p:cNvPr id="44" name="直接连接符 18">
              <a:extLst>
                <a:ext uri="{FF2B5EF4-FFF2-40B4-BE49-F238E27FC236}">
                  <a16:creationId xmlns:a16="http://schemas.microsoft.com/office/drawing/2014/main" id="{28F8ECBE-8454-4BFF-8D31-BF6B97920F37}"/>
                </a:ext>
              </a:extLst>
            </p:cNvPr>
            <p:cNvCxnSpPr>
              <a:cxnSpLocks noChangeShapeType="1"/>
            </p:cNvCxnSpPr>
            <p:nvPr>
              <p:custDataLst>
                <p:tags r:id="rId7"/>
              </p:custDataLst>
            </p:nvPr>
          </p:nvCxnSpPr>
          <p:spPr bwMode="auto">
            <a:xfrm>
              <a:off x="5295856" y="3616864"/>
              <a:ext cx="4404411" cy="0"/>
            </a:xfrm>
            <a:prstGeom prst="line">
              <a:avLst/>
            </a:prstGeom>
            <a:noFill/>
            <a:ln w="9525" algn="ctr">
              <a:solidFill>
                <a:schemeClr val="tx1"/>
              </a:solidFill>
              <a:prstDash val="dash"/>
              <a:round/>
              <a:headEnd/>
              <a:tailEnd/>
            </a:ln>
          </p:spPr>
        </p:cxnSp>
      </p:grpSp>
      <p:grpSp>
        <p:nvGrpSpPr>
          <p:cNvPr id="9" name="组合 8">
            <a:extLst>
              <a:ext uri="{FF2B5EF4-FFF2-40B4-BE49-F238E27FC236}">
                <a16:creationId xmlns:a16="http://schemas.microsoft.com/office/drawing/2014/main" id="{EC0A5EC4-8E25-057F-91E5-C5F5E3BCD047}"/>
              </a:ext>
            </a:extLst>
          </p:cNvPr>
          <p:cNvGrpSpPr/>
          <p:nvPr/>
        </p:nvGrpSpPr>
        <p:grpSpPr>
          <a:xfrm>
            <a:off x="232173" y="5708538"/>
            <a:ext cx="9468094" cy="1075359"/>
            <a:chOff x="232173" y="5957115"/>
            <a:chExt cx="9468094" cy="1075359"/>
          </a:xfrm>
        </p:grpSpPr>
        <p:grpSp>
          <p:nvGrpSpPr>
            <p:cNvPr id="45" name="Group 14">
              <a:extLst>
                <a:ext uri="{FF2B5EF4-FFF2-40B4-BE49-F238E27FC236}">
                  <a16:creationId xmlns:a16="http://schemas.microsoft.com/office/drawing/2014/main" id="{9B25970E-8E54-2DC8-F1BB-D1DFE7992A23}"/>
                </a:ext>
              </a:extLst>
            </p:cNvPr>
            <p:cNvGrpSpPr>
              <a:grpSpLocks/>
            </p:cNvGrpSpPr>
            <p:nvPr/>
          </p:nvGrpSpPr>
          <p:grpSpPr bwMode="auto">
            <a:xfrm>
              <a:off x="232173" y="5957115"/>
              <a:ext cx="1017507" cy="622101"/>
              <a:chOff x="2400" y="1968"/>
              <a:chExt cx="1152" cy="576"/>
            </a:xfrm>
          </p:grpSpPr>
          <p:sp>
            <p:nvSpPr>
              <p:cNvPr id="48" name="Freeform 15">
                <a:extLst>
                  <a:ext uri="{FF2B5EF4-FFF2-40B4-BE49-F238E27FC236}">
                    <a16:creationId xmlns:a16="http://schemas.microsoft.com/office/drawing/2014/main" id="{A30B74D0-93E7-39D0-2E17-E8C7E540A313}"/>
                  </a:ext>
                </a:extLst>
              </p:cNvPr>
              <p:cNvSpPr>
                <a:spLocks/>
              </p:cNvSpPr>
              <p:nvPr>
                <p:custDataLst>
                  <p:tags r:id="rId4"/>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Rectangle 16">
                <a:extLst>
                  <a:ext uri="{FF2B5EF4-FFF2-40B4-BE49-F238E27FC236}">
                    <a16:creationId xmlns:a16="http://schemas.microsoft.com/office/drawing/2014/main" id="{09905DFD-58F1-4253-DC42-36E287F38C4E}"/>
                  </a:ext>
                </a:extLst>
              </p:cNvPr>
              <p:cNvSpPr>
                <a:spLocks noChangeArrowheads="1"/>
              </p:cNvSpPr>
              <p:nvPr>
                <p:custDataLst>
                  <p:tags r:id="rId5"/>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b="1" kern="0" dirty="0">
                    <a:solidFill>
                      <a:srgbClr val="000000"/>
                    </a:solidFill>
                    <a:latin typeface="微软雅黑" panose="020B0503020204020204" pitchFamily="34" charset="-122"/>
                    <a:ea typeface="微软雅黑" panose="020B0503020204020204" pitchFamily="34" charset="-122"/>
                  </a:rPr>
                  <a:t>其他</a:t>
                </a:r>
                <a:endParaRPr lang="en-US" altLang="zh-CN" b="1" kern="0" dirty="0">
                  <a:solidFill>
                    <a:srgbClr val="000000"/>
                  </a:solidFill>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基准信息</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46" name="Rectangle 1378">
              <a:extLst>
                <a:ext uri="{FF2B5EF4-FFF2-40B4-BE49-F238E27FC236}">
                  <a16:creationId xmlns:a16="http://schemas.microsoft.com/office/drawing/2014/main" id="{16402E59-5A1A-FA9B-F54A-D339DD7322B9}"/>
                </a:ext>
              </a:extLst>
            </p:cNvPr>
            <p:cNvSpPr>
              <a:spLocks noChangeArrowheads="1"/>
            </p:cNvSpPr>
            <p:nvPr/>
          </p:nvSpPr>
          <p:spPr bwMode="auto">
            <a:xfrm>
              <a:off x="1379625" y="5957115"/>
              <a:ext cx="3522254" cy="107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供应商基准信息：手工登记，供</a:t>
              </a:r>
              <a:r>
                <a:rPr lang="zh-CN" altLang="en-US" sz="1200" b="1" kern="0" dirty="0">
                  <a:solidFill>
                    <a:srgbClr val="000000"/>
                  </a:solidFill>
                  <a:latin typeface="微软雅黑" panose="020B0503020204020204" pitchFamily="34" charset="-122"/>
                  <a:ea typeface="微软雅黑" panose="020B0503020204020204" pitchFamily="34" charset="-122"/>
                </a:rPr>
                <a:t>其他物料登记、维保登记等作业时模糊查询调出后选择录入用。</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返还原因基准信息：手工登记，供返还登记时选择录入用。</a:t>
              </a:r>
              <a:endParaRPr kumimoji="0" lang="ko-KR" altLang="ko-KR" sz="1200" b="1" i="0" u="none" strike="noStrike" kern="0" cap="none" spc="0" normalizeH="0" baseline="0" noProof="0" dirty="0">
                <a:ln>
                  <a:noFill/>
                </a:ln>
                <a:solidFill>
                  <a:srgbClr val="000000"/>
                </a:solidFill>
                <a:effectLst/>
                <a:uLnTx/>
                <a:uFillTx/>
                <a:latin typeface="微软雅黑" panose="020B0503020204020204" pitchFamily="34" charset="-122"/>
              </a:endParaRPr>
            </a:p>
          </p:txBody>
        </p:sp>
        <p:sp>
          <p:nvSpPr>
            <p:cNvPr id="47" name="Rectangle 1382">
              <a:extLst>
                <a:ext uri="{FF2B5EF4-FFF2-40B4-BE49-F238E27FC236}">
                  <a16:creationId xmlns:a16="http://schemas.microsoft.com/office/drawing/2014/main" id="{C888826F-26C9-D8B1-4482-273051BE4674}"/>
                </a:ext>
              </a:extLst>
            </p:cNvPr>
            <p:cNvSpPr>
              <a:spLocks noChangeArrowheads="1"/>
            </p:cNvSpPr>
            <p:nvPr/>
          </p:nvSpPr>
          <p:spPr bwMode="auto">
            <a:xfrm>
              <a:off x="5333947" y="5957115"/>
              <a:ext cx="4366320" cy="79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供应商名称，</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ID</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，联系人，联系电话；</a:t>
              </a:r>
              <a:endPar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kern="0" dirty="0">
                  <a:solidFill>
                    <a:srgbClr val="000000"/>
                  </a:solidFill>
                  <a:latin typeface="微软雅黑" panose="020B0503020204020204" pitchFamily="34" charset="-122"/>
                  <a:ea typeface="微软雅黑" panose="020B0503020204020204" pitchFamily="34" charset="-122"/>
                </a:rPr>
                <a:t>返还原因类型自定义：离职、故障、老旧、借用返还</a:t>
              </a:r>
              <a:r>
                <a:rPr lang="en-US" altLang="zh-CN" sz="1200" kern="0" dirty="0">
                  <a:solidFill>
                    <a:srgbClr val="000000"/>
                  </a:solidFill>
                  <a:latin typeface="微软雅黑" panose="020B0503020204020204" pitchFamily="34" charset="-122"/>
                  <a:ea typeface="微软雅黑" panose="020B0503020204020204" pitchFamily="34" charset="-122"/>
                </a:rPr>
                <a:t>…</a:t>
              </a:r>
              <a:endPar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kern="0" dirty="0">
                  <a:solidFill>
                    <a:srgbClr val="000000"/>
                  </a:solidFill>
                  <a:latin typeface="微软雅黑" panose="020B0503020204020204" pitchFamily="34" charset="-122"/>
                  <a:ea typeface="微软雅黑" panose="020B0503020204020204" pitchFamily="34" charset="-122"/>
                </a:rPr>
                <a:t>画面：增、删、改，查询；</a:t>
              </a:r>
              <a:endPar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nvGrpSpPr>
          <p:cNvPr id="50" name="组合 49">
            <a:extLst>
              <a:ext uri="{FF2B5EF4-FFF2-40B4-BE49-F238E27FC236}">
                <a16:creationId xmlns:a16="http://schemas.microsoft.com/office/drawing/2014/main" id="{75812669-5456-B485-BEE1-8BFE302FCAB5}"/>
              </a:ext>
            </a:extLst>
          </p:cNvPr>
          <p:cNvGrpSpPr/>
          <p:nvPr/>
        </p:nvGrpSpPr>
        <p:grpSpPr>
          <a:xfrm>
            <a:off x="232173" y="5599023"/>
            <a:ext cx="9468094" cy="0"/>
            <a:chOff x="232173" y="3616864"/>
            <a:chExt cx="9468094" cy="0"/>
          </a:xfrm>
        </p:grpSpPr>
        <p:cxnSp>
          <p:nvCxnSpPr>
            <p:cNvPr id="51" name="直接连接符 18">
              <a:extLst>
                <a:ext uri="{FF2B5EF4-FFF2-40B4-BE49-F238E27FC236}">
                  <a16:creationId xmlns:a16="http://schemas.microsoft.com/office/drawing/2014/main" id="{BE319A2A-C3F3-EBEA-20F8-7CC8AD9995BA}"/>
                </a:ext>
              </a:extLst>
            </p:cNvPr>
            <p:cNvCxnSpPr>
              <a:cxnSpLocks noChangeShapeType="1"/>
            </p:cNvCxnSpPr>
            <p:nvPr>
              <p:custDataLst>
                <p:tags r:id="rId2"/>
              </p:custDataLst>
            </p:nvPr>
          </p:nvCxnSpPr>
          <p:spPr bwMode="auto">
            <a:xfrm>
              <a:off x="232173" y="3616864"/>
              <a:ext cx="4770253" cy="0"/>
            </a:xfrm>
            <a:prstGeom prst="line">
              <a:avLst/>
            </a:prstGeom>
            <a:noFill/>
            <a:ln w="9525" algn="ctr">
              <a:solidFill>
                <a:schemeClr val="tx1"/>
              </a:solidFill>
              <a:prstDash val="dash"/>
              <a:round/>
              <a:headEnd/>
              <a:tailEnd/>
            </a:ln>
          </p:spPr>
        </p:cxnSp>
        <p:cxnSp>
          <p:nvCxnSpPr>
            <p:cNvPr id="52" name="直接连接符 18">
              <a:extLst>
                <a:ext uri="{FF2B5EF4-FFF2-40B4-BE49-F238E27FC236}">
                  <a16:creationId xmlns:a16="http://schemas.microsoft.com/office/drawing/2014/main" id="{53FC8E41-E96C-B1F4-7AA2-1BB966A68F0C}"/>
                </a:ext>
              </a:extLst>
            </p:cNvPr>
            <p:cNvCxnSpPr>
              <a:cxnSpLocks noChangeShapeType="1"/>
            </p:cNvCxnSpPr>
            <p:nvPr>
              <p:custDataLst>
                <p:tags r:id="rId3"/>
              </p:custDataLst>
            </p:nvPr>
          </p:nvCxnSpPr>
          <p:spPr bwMode="auto">
            <a:xfrm>
              <a:off x="5295856" y="3616864"/>
              <a:ext cx="4404411" cy="0"/>
            </a:xfrm>
            <a:prstGeom prst="line">
              <a:avLst/>
            </a:prstGeom>
            <a:noFill/>
            <a:ln w="9525" algn="ctr">
              <a:solidFill>
                <a:schemeClr val="tx1"/>
              </a:solidFill>
              <a:prstDash val="dash"/>
              <a:round/>
              <a:headEnd/>
              <a:tailEnd/>
            </a:ln>
          </p:spPr>
        </p:cxnSp>
      </p:grpSp>
      <p:grpSp>
        <p:nvGrpSpPr>
          <p:cNvPr id="53" name="组合 52">
            <a:extLst>
              <a:ext uri="{FF2B5EF4-FFF2-40B4-BE49-F238E27FC236}">
                <a16:creationId xmlns:a16="http://schemas.microsoft.com/office/drawing/2014/main" id="{0AFD315B-51BC-E5C9-7DAA-A3267C87A56B}"/>
              </a:ext>
            </a:extLst>
          </p:cNvPr>
          <p:cNvGrpSpPr/>
          <p:nvPr/>
        </p:nvGrpSpPr>
        <p:grpSpPr>
          <a:xfrm>
            <a:off x="7802668" y="388693"/>
            <a:ext cx="219075" cy="304800"/>
            <a:chOff x="4029075" y="4013200"/>
            <a:chExt cx="219075" cy="304800"/>
          </a:xfrm>
        </p:grpSpPr>
        <p:grpSp>
          <p:nvGrpSpPr>
            <p:cNvPr id="54" name="Group 679">
              <a:extLst>
                <a:ext uri="{FF2B5EF4-FFF2-40B4-BE49-F238E27FC236}">
                  <a16:creationId xmlns:a16="http://schemas.microsoft.com/office/drawing/2014/main" id="{B09124B6-2DFB-9A9D-2588-12D5C697F101}"/>
                </a:ext>
              </a:extLst>
            </p:cNvPr>
            <p:cNvGrpSpPr>
              <a:grpSpLocks/>
            </p:cNvGrpSpPr>
            <p:nvPr/>
          </p:nvGrpSpPr>
          <p:grpSpPr bwMode="auto">
            <a:xfrm>
              <a:off x="4087813" y="4013200"/>
              <a:ext cx="160337" cy="304800"/>
              <a:chOff x="1509" y="506"/>
              <a:chExt cx="131" cy="200"/>
            </a:xfrm>
          </p:grpSpPr>
          <p:sp>
            <p:nvSpPr>
              <p:cNvPr id="56" name="Arc 680">
                <a:extLst>
                  <a:ext uri="{FF2B5EF4-FFF2-40B4-BE49-F238E27FC236}">
                    <a16:creationId xmlns:a16="http://schemas.microsoft.com/office/drawing/2014/main" id="{F1BD53B9-1BD5-602D-0BF4-20DD6E48BF9C}"/>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57" name="Arc 681">
                <a:extLst>
                  <a:ext uri="{FF2B5EF4-FFF2-40B4-BE49-F238E27FC236}">
                    <a16:creationId xmlns:a16="http://schemas.microsoft.com/office/drawing/2014/main" id="{58953FCE-8398-5B05-81D2-3D8020130A4E}"/>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55" name="Rectangle 682">
              <a:extLst>
                <a:ext uri="{FF2B5EF4-FFF2-40B4-BE49-F238E27FC236}">
                  <a16:creationId xmlns:a16="http://schemas.microsoft.com/office/drawing/2014/main" id="{2CC63441-D083-3DC8-F80F-C653B4449EEF}"/>
                </a:ext>
              </a:extLst>
            </p:cNvPr>
            <p:cNvSpPr>
              <a:spLocks noChangeArrowheads="1"/>
            </p:cNvSpPr>
            <p:nvPr/>
          </p:nvSpPr>
          <p:spPr bwMode="invGray">
            <a:xfrm>
              <a:off x="4029075" y="4079875"/>
              <a:ext cx="18256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5</a:t>
              </a:r>
              <a:endParaRPr lang="ko-KR" altLang="ko-KR" sz="1400" i="1" dirty="0">
                <a:latin typeface="Arial Black" panose="020B0A04020102020204" pitchFamily="34" charset="0"/>
              </a:endParaRPr>
            </a:p>
          </p:txBody>
        </p:sp>
      </p:grpSp>
    </p:spTree>
    <p:extLst>
      <p:ext uri="{BB962C8B-B14F-4D97-AF65-F5344CB8AC3E}">
        <p14:creationId xmlns:p14="http://schemas.microsoft.com/office/powerpoint/2010/main" val="343847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9</a:t>
            </a:fld>
            <a:endParaRPr lang="ko-KR" altLang="en-US">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p:txBody>
          <a:bodyPr>
            <a:noAutofit/>
          </a:bodyPr>
          <a:lstStyle/>
          <a:p>
            <a:r>
              <a:rPr lang="zh-CN" altLang="en-US" sz="1800" b="1" dirty="0">
                <a:latin typeface="微软雅黑" panose="020B0503020204020204" pitchFamily="34" charset="-122"/>
                <a:ea typeface="微软雅黑" panose="020B0503020204020204" pitchFamily="34" charset="-122"/>
              </a:rPr>
              <a:t>功能需求：审批</a:t>
            </a:r>
            <a:r>
              <a:rPr lang="en-US" altLang="zh-CN" sz="1800" b="1" dirty="0">
                <a:latin typeface="微软雅黑" panose="020B0503020204020204" pitchFamily="34" charset="-122"/>
                <a:ea typeface="微软雅黑" panose="020B0503020204020204" pitchFamily="34" charset="-122"/>
              </a:rPr>
              <a:t>&amp;</a:t>
            </a:r>
            <a:r>
              <a:rPr lang="zh-CN" altLang="en-US" sz="1800" b="1" dirty="0">
                <a:latin typeface="微软雅黑" panose="020B0503020204020204" pitchFamily="34" charset="-122"/>
                <a:ea typeface="微软雅黑" panose="020B0503020204020204" pitchFamily="34" charset="-122"/>
              </a:rPr>
              <a:t>通知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决裁线设置、</a:t>
            </a:r>
            <a:r>
              <a:rPr lang="en-US" altLang="zh-CN" sz="1800" b="1" dirty="0">
                <a:latin typeface="微软雅黑" panose="020B0503020204020204" pitchFamily="34" charset="-122"/>
                <a:ea typeface="微软雅黑" panose="020B0503020204020204" pitchFamily="34" charset="-122"/>
              </a:rPr>
              <a:t>My to-do</a:t>
            </a:r>
            <a:r>
              <a:rPr lang="zh-CN" altLang="en-US" sz="1800" b="1" dirty="0">
                <a:latin typeface="微软雅黑" panose="020B0503020204020204" pitchFamily="34" charset="-122"/>
                <a:ea typeface="微软雅黑" panose="020B0503020204020204" pitchFamily="34" charset="-122"/>
              </a:rPr>
              <a:t>、通知</a:t>
            </a:r>
          </a:p>
        </p:txBody>
      </p:sp>
      <p:sp>
        <p:nvSpPr>
          <p:cNvPr id="15" name="Rectangle 1379">
            <a:extLst>
              <a:ext uri="{FF2B5EF4-FFF2-40B4-BE49-F238E27FC236}">
                <a16:creationId xmlns:a16="http://schemas.microsoft.com/office/drawing/2014/main" id="{EB07AF95-7FEC-43FC-9DB1-D06E8CFB91BA}"/>
              </a:ext>
            </a:extLst>
          </p:cNvPr>
          <p:cNvSpPr>
            <a:spLocks noChangeArrowheads="1"/>
          </p:cNvSpPr>
          <p:nvPr/>
        </p:nvSpPr>
        <p:spPr bwMode="auto">
          <a:xfrm>
            <a:off x="1370557" y="887311"/>
            <a:ext cx="2180227" cy="236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4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1380">
            <a:extLst>
              <a:ext uri="{FF2B5EF4-FFF2-40B4-BE49-F238E27FC236}">
                <a16:creationId xmlns:a16="http://schemas.microsoft.com/office/drawing/2014/main" id="{AFA700C6-00A1-408A-BA6F-AF9395450554}"/>
              </a:ext>
            </a:extLst>
          </p:cNvPr>
          <p:cNvSpPr>
            <a:spLocks noChangeShapeType="1"/>
          </p:cNvSpPr>
          <p:nvPr/>
        </p:nvSpPr>
        <p:spPr bwMode="auto">
          <a:xfrm>
            <a:off x="1370556" y="1187349"/>
            <a:ext cx="225475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Rectangle 1383">
            <a:extLst>
              <a:ext uri="{FF2B5EF4-FFF2-40B4-BE49-F238E27FC236}">
                <a16:creationId xmlns:a16="http://schemas.microsoft.com/office/drawing/2014/main" id="{324C9F06-D3EE-4B3B-A90E-E6C19C98CBE9}"/>
              </a:ext>
            </a:extLst>
          </p:cNvPr>
          <p:cNvSpPr>
            <a:spLocks noChangeArrowheads="1"/>
          </p:cNvSpPr>
          <p:nvPr/>
        </p:nvSpPr>
        <p:spPr bwMode="auto">
          <a:xfrm>
            <a:off x="4011821" y="887312"/>
            <a:ext cx="5622469" cy="236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r>
              <a:rPr kumimoji="0" lang="en-US" altLang="zh-CN"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其他</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Line 1384">
            <a:extLst>
              <a:ext uri="{FF2B5EF4-FFF2-40B4-BE49-F238E27FC236}">
                <a16:creationId xmlns:a16="http://schemas.microsoft.com/office/drawing/2014/main" id="{6DE06FD9-0ACD-4E39-BCDB-17C61399B303}"/>
              </a:ext>
            </a:extLst>
          </p:cNvPr>
          <p:cNvSpPr>
            <a:spLocks noChangeShapeType="1"/>
          </p:cNvSpPr>
          <p:nvPr/>
        </p:nvSpPr>
        <p:spPr bwMode="auto">
          <a:xfrm flipV="1">
            <a:off x="4011822" y="1157591"/>
            <a:ext cx="5622469" cy="2975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AutoShape 1385">
            <a:extLst>
              <a:ext uri="{FF2B5EF4-FFF2-40B4-BE49-F238E27FC236}">
                <a16:creationId xmlns:a16="http://schemas.microsoft.com/office/drawing/2014/main" id="{67681FC0-C9F7-4B24-966F-6715E2E2BF3B}"/>
              </a:ext>
            </a:extLst>
          </p:cNvPr>
          <p:cNvSpPr>
            <a:spLocks noChangeArrowheads="1"/>
          </p:cNvSpPr>
          <p:nvPr/>
        </p:nvSpPr>
        <p:spPr bwMode="auto">
          <a:xfrm rot="16200000" flipH="1">
            <a:off x="1261839" y="3593113"/>
            <a:ext cx="5038928" cy="167886"/>
          </a:xfrm>
          <a:prstGeom prst="triangle">
            <a:avLst>
              <a:gd name="adj" fmla="val 50000"/>
            </a:avLst>
          </a:prstGeom>
          <a:solidFill>
            <a:srgbClr val="90909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aphicFrame>
        <p:nvGraphicFramePr>
          <p:cNvPr id="21" name="表格 4">
            <a:extLst>
              <a:ext uri="{FF2B5EF4-FFF2-40B4-BE49-F238E27FC236}">
                <a16:creationId xmlns:a16="http://schemas.microsoft.com/office/drawing/2014/main" id="{E4A46637-4CB0-4D8D-A2E0-B9F541088224}"/>
              </a:ext>
            </a:extLst>
          </p:cNvPr>
          <p:cNvGraphicFramePr>
            <a:graphicFrameLocks noGrp="1"/>
          </p:cNvGraphicFramePr>
          <p:nvPr>
            <p:extLst>
              <p:ext uri="{D42A27DB-BD31-4B8C-83A1-F6EECF244321}">
                <p14:modId xmlns:p14="http://schemas.microsoft.com/office/powerpoint/2010/main" val="2635046953"/>
              </p:ext>
            </p:extLst>
          </p:nvPr>
        </p:nvGraphicFramePr>
        <p:xfrm>
          <a:off x="4040995" y="1548917"/>
          <a:ext cx="5374734" cy="1554480"/>
        </p:xfrm>
        <a:graphic>
          <a:graphicData uri="http://schemas.openxmlformats.org/drawingml/2006/table">
            <a:tbl>
              <a:tblPr firstRow="1" bandRow="1">
                <a:tableStyleId>{5C22544A-7EE6-4342-B048-85BDC9FD1C3A}</a:tableStyleId>
              </a:tblPr>
              <a:tblGrid>
                <a:gridCol w="727717">
                  <a:extLst>
                    <a:ext uri="{9D8B030D-6E8A-4147-A177-3AD203B41FA5}">
                      <a16:colId xmlns:a16="http://schemas.microsoft.com/office/drawing/2014/main" val="2686577530"/>
                    </a:ext>
                  </a:extLst>
                </a:gridCol>
                <a:gridCol w="1511617">
                  <a:extLst>
                    <a:ext uri="{9D8B030D-6E8A-4147-A177-3AD203B41FA5}">
                      <a16:colId xmlns:a16="http://schemas.microsoft.com/office/drawing/2014/main" val="945003959"/>
                    </a:ext>
                  </a:extLst>
                </a:gridCol>
                <a:gridCol w="990918">
                  <a:extLst>
                    <a:ext uri="{9D8B030D-6E8A-4147-A177-3AD203B41FA5}">
                      <a16:colId xmlns:a16="http://schemas.microsoft.com/office/drawing/2014/main" val="2126939445"/>
                    </a:ext>
                  </a:extLst>
                </a:gridCol>
                <a:gridCol w="955992">
                  <a:extLst>
                    <a:ext uri="{9D8B030D-6E8A-4147-A177-3AD203B41FA5}">
                      <a16:colId xmlns:a16="http://schemas.microsoft.com/office/drawing/2014/main" val="1186423671"/>
                    </a:ext>
                  </a:extLst>
                </a:gridCol>
                <a:gridCol w="1188490">
                  <a:extLst>
                    <a:ext uri="{9D8B030D-6E8A-4147-A177-3AD203B41FA5}">
                      <a16:colId xmlns:a16="http://schemas.microsoft.com/office/drawing/2014/main" val="2727400204"/>
                    </a:ext>
                  </a:extLst>
                </a:gridCol>
              </a:tblGrid>
              <a:tr h="297743">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法人</a:t>
                      </a:r>
                    </a:p>
                  </a:txBody>
                  <a:tcP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审批线名称</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ctr"/>
                      <a:r>
                        <a:rPr lang="en-US" altLang="zh-CN" sz="1200" b="1" dirty="0">
                          <a:solidFill>
                            <a:schemeClr val="tx1"/>
                          </a:solidFill>
                          <a:latin typeface="微软雅黑" panose="020B0503020204020204" pitchFamily="34" charset="-122"/>
                          <a:ea typeface="微软雅黑" panose="020B0503020204020204" pitchFamily="34" charset="-122"/>
                        </a:rPr>
                        <a:t>(</a:t>
                      </a:r>
                      <a:r>
                        <a:rPr lang="zh-CN" altLang="en-US" sz="1200" b="1" dirty="0">
                          <a:solidFill>
                            <a:schemeClr val="tx1"/>
                          </a:solidFill>
                          <a:latin typeface="微软雅黑" panose="020B0503020204020204" pitchFamily="34" charset="-122"/>
                          <a:ea typeface="微软雅黑" panose="020B0503020204020204" pitchFamily="34" charset="-122"/>
                        </a:rPr>
                        <a:t>自定义</a:t>
                      </a:r>
                      <a:r>
                        <a:rPr lang="en-US" altLang="zh-CN"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决裁人角色</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ctr"/>
                      <a:r>
                        <a:rPr lang="en-US" altLang="zh-CN" sz="1200" b="1" dirty="0">
                          <a:solidFill>
                            <a:schemeClr val="tx1"/>
                          </a:solidFill>
                          <a:latin typeface="微软雅黑" panose="020B0503020204020204" pitchFamily="34" charset="-122"/>
                          <a:ea typeface="微软雅黑" panose="020B0503020204020204" pitchFamily="34" charset="-122"/>
                        </a:rPr>
                        <a:t>(</a:t>
                      </a:r>
                      <a:r>
                        <a:rPr lang="zh-CN" altLang="en-US" sz="1200" b="1" dirty="0">
                          <a:solidFill>
                            <a:schemeClr val="tx1"/>
                          </a:solidFill>
                          <a:latin typeface="微软雅黑" panose="020B0503020204020204" pitchFamily="34" charset="-122"/>
                          <a:ea typeface="微软雅黑" panose="020B0503020204020204" pitchFamily="34" charset="-122"/>
                        </a:rPr>
                        <a:t>选择定义</a:t>
                      </a:r>
                      <a:r>
                        <a:rPr lang="en-US" altLang="zh-CN"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决裁人</a:t>
                      </a:r>
                      <a:r>
                        <a:rPr lang="en-US" altLang="zh-CN" sz="1200" b="1" dirty="0">
                          <a:solidFill>
                            <a:schemeClr val="tx1"/>
                          </a:solidFill>
                          <a:latin typeface="微软雅黑" panose="020B0503020204020204" pitchFamily="34" charset="-122"/>
                          <a:ea typeface="微软雅黑" panose="020B0503020204020204" pitchFamily="34" charset="-122"/>
                        </a:rPr>
                        <a:t>ID</a:t>
                      </a:r>
                    </a:p>
                    <a:p>
                      <a:pPr algn="ctr"/>
                      <a:r>
                        <a:rPr lang="en-US" altLang="zh-CN" sz="1200" b="1" dirty="0">
                          <a:solidFill>
                            <a:schemeClr val="tx1"/>
                          </a:solidFill>
                          <a:latin typeface="微软雅黑" panose="020B0503020204020204" pitchFamily="34" charset="-122"/>
                          <a:ea typeface="微软雅黑" panose="020B0503020204020204" pitchFamily="34" charset="-122"/>
                        </a:rPr>
                        <a:t>(</a:t>
                      </a:r>
                      <a:r>
                        <a:rPr lang="zh-CN" altLang="en-US" sz="1200" b="1" dirty="0">
                          <a:solidFill>
                            <a:schemeClr val="tx1"/>
                          </a:solidFill>
                          <a:latin typeface="微软雅黑" panose="020B0503020204020204" pitchFamily="34" charset="-122"/>
                          <a:ea typeface="微软雅黑" panose="020B0503020204020204" pitchFamily="34" charset="-122"/>
                        </a:rPr>
                        <a:t>搜索选择</a:t>
                      </a:r>
                      <a:r>
                        <a:rPr lang="en-US" altLang="zh-CN"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决裁人姓名</a:t>
                      </a:r>
                      <a:endParaRPr lang="en-US" altLang="zh-CN" sz="1200" b="1" dirty="0">
                        <a:solidFill>
                          <a:schemeClr val="tx1"/>
                        </a:solidFill>
                        <a:latin typeface="微软雅黑" panose="020B0503020204020204" pitchFamily="34" charset="-122"/>
                        <a:ea typeface="微软雅黑" panose="020B0503020204020204" pitchFamily="34" charset="-122"/>
                      </a:endParaRPr>
                    </a:p>
                    <a:p>
                      <a:pPr algn="ctr"/>
                      <a:r>
                        <a:rPr lang="en-US" altLang="zh-CN" sz="1200" b="1" dirty="0">
                          <a:solidFill>
                            <a:schemeClr val="tx1"/>
                          </a:solidFill>
                          <a:latin typeface="微软雅黑" panose="020B0503020204020204" pitchFamily="34" charset="-122"/>
                          <a:ea typeface="微软雅黑" panose="020B0503020204020204" pitchFamily="34" charset="-122"/>
                        </a:rPr>
                        <a:t>(</a:t>
                      </a:r>
                      <a:r>
                        <a:rPr lang="zh-CN" altLang="en-US" sz="1200" b="1" dirty="0">
                          <a:solidFill>
                            <a:schemeClr val="tx1"/>
                          </a:solidFill>
                          <a:latin typeface="微软雅黑" panose="020B0503020204020204" pitchFamily="34" charset="-122"/>
                          <a:ea typeface="微软雅黑" panose="020B0503020204020204" pitchFamily="34" charset="-122"/>
                        </a:rPr>
                        <a:t>搜索选择</a:t>
                      </a:r>
                      <a:r>
                        <a:rPr lang="en-US" altLang="zh-CN" sz="1200" b="1" dirty="0">
                          <a:solidFill>
                            <a:schemeClr val="tx1"/>
                          </a:solidFill>
                          <a:latin typeface="微软雅黑" panose="020B0503020204020204" pitchFamily="34" charset="-122"/>
                          <a:ea typeface="微软雅黑" panose="020B0503020204020204" pitchFamily="34" charset="-122"/>
                        </a:rPr>
                        <a:t>)</a:t>
                      </a:r>
                      <a:endParaRPr lang="zh-CN" altLang="en-US" sz="1200" b="1"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140394635"/>
                  </a:ext>
                </a:extLst>
              </a:tr>
              <a:tr h="253921">
                <a:tc rowSpan="2">
                  <a:txBody>
                    <a:bodyPr/>
                    <a:lstStyle/>
                    <a:p>
                      <a:r>
                        <a:rPr lang="en-US" altLang="zh-CN" sz="1200" dirty="0">
                          <a:latin typeface="微软雅黑" panose="020B0503020204020204" pitchFamily="34" charset="-122"/>
                          <a:ea typeface="微软雅黑" panose="020B0503020204020204" pitchFamily="34" charset="-122"/>
                        </a:rPr>
                        <a:t>HDIC</a:t>
                      </a:r>
                      <a:endParaRPr lang="zh-CN" altLang="en-US" sz="1200" dirty="0">
                        <a:latin typeface="微软雅黑" panose="020B0503020204020204" pitchFamily="34" charset="-122"/>
                        <a:ea typeface="微软雅黑" panose="020B0503020204020204" pitchFamily="34" charset="-122"/>
                      </a:endParaRPr>
                    </a:p>
                  </a:txBody>
                  <a:tcPr/>
                </a:tc>
                <a:tc rowSpan="4">
                  <a:txBody>
                    <a:bodyPr/>
                    <a:lstStyle/>
                    <a:p>
                      <a:pPr algn="ctr"/>
                      <a:r>
                        <a:rPr lang="zh-CN" altLang="en-US" sz="1200" dirty="0">
                          <a:latin typeface="微软雅黑" panose="020B0503020204020204" pitchFamily="34" charset="-122"/>
                          <a:ea typeface="微软雅黑" panose="020B0503020204020204" pitchFamily="34" charset="-122"/>
                        </a:rPr>
                        <a:t>入库登记 </a:t>
                      </a:r>
                      <a:r>
                        <a:rPr lang="en-US" altLang="zh-CN" sz="1200" dirty="0">
                          <a:solidFill>
                            <a:srgbClr val="0054A6"/>
                          </a:solidFill>
                          <a:latin typeface="微软雅黑" panose="020B0503020204020204" pitchFamily="34" charset="-122"/>
                          <a:ea typeface="微软雅黑" panose="020B0503020204020204" pitchFamily="34" charset="-122"/>
                        </a:rPr>
                        <a:t>or</a:t>
                      </a:r>
                      <a:r>
                        <a:rPr lang="en-US" altLang="zh-CN" sz="1200" dirty="0">
                          <a:latin typeface="微软雅黑" panose="020B0503020204020204" pitchFamily="34" charset="-122"/>
                          <a:ea typeface="微软雅黑" panose="020B0503020204020204" pitchFamily="34" charset="-122"/>
                        </a:rPr>
                        <a:t> </a:t>
                      </a:r>
                    </a:p>
                    <a:p>
                      <a:pPr algn="ctr"/>
                      <a:r>
                        <a:rPr lang="zh-CN" altLang="en-US" sz="1200" dirty="0">
                          <a:solidFill>
                            <a:srgbClr val="0054A6"/>
                          </a:solidFill>
                          <a:latin typeface="微软雅黑" panose="020B0503020204020204" pitchFamily="34" charset="-122"/>
                          <a:ea typeface="微软雅黑" panose="020B0503020204020204" pitchFamily="34" charset="-122"/>
                        </a:rPr>
                        <a:t>资产领用发放 </a:t>
                      </a:r>
                      <a:r>
                        <a:rPr lang="en-US" altLang="zh-CN" sz="1200" dirty="0">
                          <a:solidFill>
                            <a:srgbClr val="0054A6"/>
                          </a:solidFill>
                          <a:latin typeface="微软雅黑" panose="020B0503020204020204" pitchFamily="34" charset="-122"/>
                          <a:ea typeface="微软雅黑" panose="020B0503020204020204" pitchFamily="34" charset="-122"/>
                        </a:rPr>
                        <a:t>or </a:t>
                      </a:r>
                    </a:p>
                    <a:p>
                      <a:pPr algn="ctr"/>
                      <a:r>
                        <a:rPr lang="zh-CN" altLang="en-US" sz="1200" dirty="0">
                          <a:solidFill>
                            <a:srgbClr val="0054A6"/>
                          </a:solidFill>
                          <a:latin typeface="微软雅黑" panose="020B0503020204020204" pitchFamily="34" charset="-122"/>
                          <a:ea typeface="微软雅黑" panose="020B0503020204020204" pitchFamily="34" charset="-122"/>
                        </a:rPr>
                        <a:t>耗材领用</a:t>
                      </a:r>
                      <a:r>
                        <a:rPr lang="en-US" altLang="zh-CN" sz="1200" dirty="0">
                          <a:solidFill>
                            <a:srgbClr val="0054A6"/>
                          </a:solidFill>
                          <a:latin typeface="微软雅黑" panose="020B0503020204020204" pitchFamily="34" charset="-122"/>
                          <a:ea typeface="微软雅黑" panose="020B0503020204020204" pitchFamily="34" charset="-122"/>
                        </a:rPr>
                        <a:t>/</a:t>
                      </a:r>
                      <a:r>
                        <a:rPr lang="zh-CN" altLang="en-US" sz="1200" dirty="0">
                          <a:solidFill>
                            <a:srgbClr val="0054A6"/>
                          </a:solidFill>
                          <a:latin typeface="微软雅黑" panose="020B0503020204020204" pitchFamily="34" charset="-122"/>
                          <a:ea typeface="微软雅黑" panose="020B0503020204020204" pitchFamily="34" charset="-122"/>
                        </a:rPr>
                        <a:t>借用发放</a:t>
                      </a:r>
                      <a:endParaRPr lang="en-US" altLang="zh-CN" sz="1200" dirty="0">
                        <a:solidFill>
                          <a:srgbClr val="0054A6"/>
                        </a:solidFill>
                        <a:latin typeface="微软雅黑" panose="020B0503020204020204" pitchFamily="34" charset="-122"/>
                        <a:ea typeface="微软雅黑" panose="020B0503020204020204" pitchFamily="34" charset="-122"/>
                      </a:endParaRPr>
                    </a:p>
                    <a:p>
                      <a:pPr algn="ctr"/>
                      <a:r>
                        <a:rPr lang="zh-CN" altLang="en-US" sz="1200" dirty="0">
                          <a:latin typeface="微软雅黑" panose="020B0503020204020204" pitchFamily="34" charset="-122"/>
                          <a:ea typeface="微软雅黑" panose="020B0503020204020204" pitchFamily="34" charset="-122"/>
                        </a:rPr>
                        <a:t>决裁线</a:t>
                      </a:r>
                    </a:p>
                  </a:txBody>
                  <a:tcPr/>
                </a:tc>
                <a:tc>
                  <a:txBody>
                    <a:bodyPr/>
                    <a:lstStyle/>
                    <a:p>
                      <a:r>
                        <a:rPr lang="en-US" altLang="zh-CN" sz="1200" dirty="0">
                          <a:latin typeface="微软雅黑" panose="020B0503020204020204" pitchFamily="34" charset="-122"/>
                          <a:ea typeface="微软雅黑" panose="020B0503020204020204" pitchFamily="34" charset="-122"/>
                        </a:rPr>
                        <a:t>Requester</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err="1">
                          <a:latin typeface="微软雅黑" panose="020B0503020204020204" pitchFamily="34" charset="-122"/>
                          <a:ea typeface="微软雅黑" panose="020B0503020204020204" pitchFamily="34" charset="-122"/>
                        </a:rPr>
                        <a:t>Ic</a:t>
                      </a:r>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zh-CN" altLang="en-US" sz="1200" dirty="0">
                          <a:latin typeface="微软雅黑" panose="020B0503020204020204" pitchFamily="34" charset="-122"/>
                          <a:ea typeface="微软雅黑" panose="020B0503020204020204" pitchFamily="34" charset="-122"/>
                        </a:rPr>
                        <a:t>张三</a:t>
                      </a:r>
                    </a:p>
                  </a:txBody>
                  <a:tcPr/>
                </a:tc>
                <a:extLst>
                  <a:ext uri="{0D108BD9-81ED-4DB2-BD59-A6C34878D82A}">
                    <a16:rowId xmlns:a16="http://schemas.microsoft.com/office/drawing/2014/main" val="3485807034"/>
                  </a:ext>
                </a:extLst>
              </a:tr>
              <a:tr h="253921">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Previewer</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67851679"/>
                  </a:ext>
                </a:extLst>
              </a:tr>
              <a:tr h="253921">
                <a:tc rowSpan="2">
                  <a:txBody>
                    <a:bodyPr/>
                    <a:lstStyle/>
                    <a:p>
                      <a:r>
                        <a:rPr lang="en-US" altLang="zh-CN" sz="1200" dirty="0">
                          <a:latin typeface="微软雅黑" panose="020B0503020204020204" pitchFamily="34" charset="-122"/>
                          <a:ea typeface="微软雅黑" panose="020B0503020204020204" pitchFamily="34" charset="-122"/>
                        </a:rPr>
                        <a:t>HDI</a:t>
                      </a:r>
                    </a:p>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zh-CN" sz="1200" strike="noStrike" baseline="0" dirty="0">
                        <a:solidFill>
                          <a:srgbClr val="0054A6"/>
                        </a:solidFill>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Approver</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161122421"/>
                  </a:ext>
                </a:extLst>
              </a:tr>
              <a:tr h="253921">
                <a:tc vMerge="1">
                  <a:txBody>
                    <a:bodyPr/>
                    <a:lstStyle/>
                    <a:p>
                      <a:r>
                        <a:rPr lang="en-US" altLang="zh-CN" sz="1200" dirty="0">
                          <a:latin typeface="微软雅黑" panose="020B0503020204020204" pitchFamily="34" charset="-122"/>
                          <a:ea typeface="微软雅黑" panose="020B0503020204020204" pitchFamily="34" charset="-122"/>
                        </a:rPr>
                        <a:t>HDIC</a:t>
                      </a:r>
                      <a:endParaRPr lang="zh-CN" altLang="en-US" sz="1200" dirty="0">
                        <a:latin typeface="微软雅黑" panose="020B0503020204020204" pitchFamily="34" charset="-122"/>
                        <a:ea typeface="微软雅黑" panose="020B0503020204020204" pitchFamily="34" charset="-122"/>
                      </a:endParaRPr>
                    </a:p>
                  </a:txBody>
                  <a:tcPr/>
                </a:tc>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Receipt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047349946"/>
                  </a:ext>
                </a:extLst>
              </a:tr>
            </a:tbl>
          </a:graphicData>
        </a:graphic>
      </p:graphicFrame>
      <p:graphicFrame>
        <p:nvGraphicFramePr>
          <p:cNvPr id="22" name="表格 4">
            <a:extLst>
              <a:ext uri="{FF2B5EF4-FFF2-40B4-BE49-F238E27FC236}">
                <a16:creationId xmlns:a16="http://schemas.microsoft.com/office/drawing/2014/main" id="{434EF4BD-C324-437E-AE50-DBB7A432F006}"/>
              </a:ext>
            </a:extLst>
          </p:cNvPr>
          <p:cNvGraphicFramePr>
            <a:graphicFrameLocks noGrp="1"/>
          </p:cNvGraphicFramePr>
          <p:nvPr>
            <p:extLst>
              <p:ext uri="{D42A27DB-BD31-4B8C-83A1-F6EECF244321}">
                <p14:modId xmlns:p14="http://schemas.microsoft.com/office/powerpoint/2010/main" val="3077293032"/>
              </p:ext>
            </p:extLst>
          </p:nvPr>
        </p:nvGraphicFramePr>
        <p:xfrm>
          <a:off x="4067497" y="3851589"/>
          <a:ext cx="5566794" cy="846383"/>
        </p:xfrm>
        <a:graphic>
          <a:graphicData uri="http://schemas.openxmlformats.org/drawingml/2006/table">
            <a:tbl>
              <a:tblPr firstRow="1" bandRow="1">
                <a:tableStyleId>{5C22544A-7EE6-4342-B048-85BDC9FD1C3A}</a:tableStyleId>
              </a:tblPr>
              <a:tblGrid>
                <a:gridCol w="606743">
                  <a:extLst>
                    <a:ext uri="{9D8B030D-6E8A-4147-A177-3AD203B41FA5}">
                      <a16:colId xmlns:a16="http://schemas.microsoft.com/office/drawing/2014/main" val="2686577530"/>
                    </a:ext>
                  </a:extLst>
                </a:gridCol>
                <a:gridCol w="838518">
                  <a:extLst>
                    <a:ext uri="{9D8B030D-6E8A-4147-A177-3AD203B41FA5}">
                      <a16:colId xmlns:a16="http://schemas.microsoft.com/office/drawing/2014/main" val="3768964268"/>
                    </a:ext>
                  </a:extLst>
                </a:gridCol>
                <a:gridCol w="846519">
                  <a:extLst>
                    <a:ext uri="{9D8B030D-6E8A-4147-A177-3AD203B41FA5}">
                      <a16:colId xmlns:a16="http://schemas.microsoft.com/office/drawing/2014/main" val="2126939445"/>
                    </a:ext>
                  </a:extLst>
                </a:gridCol>
                <a:gridCol w="686118">
                  <a:extLst>
                    <a:ext uri="{9D8B030D-6E8A-4147-A177-3AD203B41FA5}">
                      <a16:colId xmlns:a16="http://schemas.microsoft.com/office/drawing/2014/main" val="4169634679"/>
                    </a:ext>
                  </a:extLst>
                </a:gridCol>
                <a:gridCol w="686118">
                  <a:extLst>
                    <a:ext uri="{9D8B030D-6E8A-4147-A177-3AD203B41FA5}">
                      <a16:colId xmlns:a16="http://schemas.microsoft.com/office/drawing/2014/main" val="1211306950"/>
                    </a:ext>
                  </a:extLst>
                </a:gridCol>
                <a:gridCol w="836930">
                  <a:extLst>
                    <a:ext uri="{9D8B030D-6E8A-4147-A177-3AD203B41FA5}">
                      <a16:colId xmlns:a16="http://schemas.microsoft.com/office/drawing/2014/main" val="422081149"/>
                    </a:ext>
                  </a:extLst>
                </a:gridCol>
                <a:gridCol w="532130">
                  <a:extLst>
                    <a:ext uri="{9D8B030D-6E8A-4147-A177-3AD203B41FA5}">
                      <a16:colId xmlns:a16="http://schemas.microsoft.com/office/drawing/2014/main" val="3812520797"/>
                    </a:ext>
                  </a:extLst>
                </a:gridCol>
                <a:gridCol w="533718">
                  <a:extLst>
                    <a:ext uri="{9D8B030D-6E8A-4147-A177-3AD203B41FA5}">
                      <a16:colId xmlns:a16="http://schemas.microsoft.com/office/drawing/2014/main" val="3684614939"/>
                    </a:ext>
                  </a:extLst>
                </a:gridCol>
              </a:tblGrid>
              <a:tr h="297743">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法人</a:t>
                      </a:r>
                    </a:p>
                  </a:txBody>
                  <a:tcP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申请类型</a:t>
                      </a:r>
                    </a:p>
                  </a:txBody>
                  <a:tcPr anchor="ct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处理</a:t>
                      </a:r>
                    </a:p>
                  </a:txBody>
                  <a:tcPr anchor="ct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提交人</a:t>
                      </a:r>
                    </a:p>
                  </a:txBody>
                  <a:tcPr anchor="ct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资产号</a:t>
                      </a:r>
                      <a:endParaRPr lang="en-US" altLang="zh-CN" sz="1200" b="1" dirty="0">
                        <a:solidFill>
                          <a:schemeClr val="tx1"/>
                        </a:solidFill>
                        <a:latin typeface="微软雅黑" panose="020B0503020204020204" pitchFamily="34" charset="-122"/>
                        <a:ea typeface="微软雅黑" panose="020B0503020204020204" pitchFamily="34" charset="-122"/>
                      </a:endParaRPr>
                    </a:p>
                  </a:txBody>
                  <a:tcPr anchor="ctr"/>
                </a:tc>
                <a:tc gridSpan="2">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资产类型</a:t>
                      </a:r>
                    </a:p>
                  </a:txBody>
                  <a:tcPr anchor="ctr"/>
                </a:tc>
                <a:tc hMerge="1">
                  <a:txBody>
                    <a:bodyPr/>
                    <a:lstStyle/>
                    <a:p>
                      <a:endParaRPr lang="zh-CN" altLang="en-US" sz="12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数量</a:t>
                      </a:r>
                    </a:p>
                  </a:txBody>
                  <a:tcPr anchor="ctr"/>
                </a:tc>
                <a:extLst>
                  <a:ext uri="{0D108BD9-81ED-4DB2-BD59-A6C34878D82A}">
                    <a16:rowId xmlns:a16="http://schemas.microsoft.com/office/drawing/2014/main" val="3140394635"/>
                  </a:ext>
                </a:extLst>
              </a:tr>
              <a:tr h="253921">
                <a:tc>
                  <a:txBody>
                    <a:bodyPr/>
                    <a:lstStyle/>
                    <a:p>
                      <a:r>
                        <a:rPr lang="en-US" altLang="zh-CN" sz="1200" dirty="0">
                          <a:latin typeface="微软雅黑" panose="020B0503020204020204" pitchFamily="34" charset="-122"/>
                          <a:ea typeface="微软雅黑" panose="020B0503020204020204" pitchFamily="34" charset="-122"/>
                        </a:rPr>
                        <a:t>HDIC</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zh-CN" altLang="en-US" sz="1200" dirty="0">
                          <a:latin typeface="微软雅黑" panose="020B0503020204020204" pitchFamily="34" charset="-122"/>
                          <a:ea typeface="微软雅黑" panose="020B0503020204020204" pitchFamily="34" charset="-122"/>
                        </a:rPr>
                        <a:t>入库登记</a:t>
                      </a:r>
                    </a:p>
                  </a:txBody>
                  <a:tcPr/>
                </a:tc>
                <a:tc>
                  <a:txBody>
                    <a:bodyPr/>
                    <a:lstStyle/>
                    <a:p>
                      <a:r>
                        <a:rPr lang="en-US" altLang="zh-CN" sz="1200" dirty="0">
                          <a:latin typeface="微软雅黑" panose="020B0503020204020204" pitchFamily="34" charset="-122"/>
                          <a:ea typeface="微软雅黑" panose="020B0503020204020204" pitchFamily="34" charset="-122"/>
                        </a:rPr>
                        <a:t>Approve</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zh-CN" altLang="en-US" sz="1200" dirty="0">
                          <a:latin typeface="微软雅黑" panose="020B0503020204020204" pitchFamily="34" charset="-122"/>
                          <a:ea typeface="微软雅黑" panose="020B0503020204020204" pitchFamily="34" charset="-122"/>
                        </a:rPr>
                        <a:t>张三</a:t>
                      </a:r>
                    </a:p>
                  </a:txBody>
                  <a:tcPr/>
                </a:tc>
                <a:tc>
                  <a:txBody>
                    <a:bodyPr/>
                    <a:lstStyle/>
                    <a:p>
                      <a:r>
                        <a:rPr lang="en-US" altLang="zh-CN" sz="1200" dirty="0" err="1">
                          <a:latin typeface="微软雅黑" panose="020B0503020204020204" pitchFamily="34" charset="-122"/>
                          <a:ea typeface="微软雅黑" panose="020B0503020204020204" pitchFamily="34" charset="-122"/>
                        </a:rPr>
                        <a:t>xxxx</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zh-CN" altLang="en-US" sz="1200" dirty="0">
                          <a:latin typeface="微软雅黑" panose="020B0503020204020204" pitchFamily="34" charset="-122"/>
                          <a:ea typeface="微软雅黑" panose="020B0503020204020204" pitchFamily="34" charset="-122"/>
                        </a:rPr>
                        <a:t>办公资产</a:t>
                      </a:r>
                    </a:p>
                  </a:txBody>
                  <a:tcPr/>
                </a:tc>
                <a:tc>
                  <a:txBody>
                    <a:bodyPr/>
                    <a:lstStyle/>
                    <a:p>
                      <a:r>
                        <a:rPr lang="zh-CN" altLang="en-US" sz="1200" dirty="0">
                          <a:latin typeface="微软雅黑" panose="020B0503020204020204" pitchFamily="34" charset="-122"/>
                          <a:ea typeface="微软雅黑" panose="020B0503020204020204" pitchFamily="34" charset="-122"/>
                        </a:rPr>
                        <a:t>电脑</a:t>
                      </a:r>
                    </a:p>
                  </a:txBody>
                  <a:tcPr/>
                </a:tc>
                <a:tc>
                  <a:txBody>
                    <a:bodyPr/>
                    <a:lstStyle/>
                    <a:p>
                      <a:r>
                        <a:rPr lang="en-US" altLang="zh-CN" sz="1200" dirty="0">
                          <a:latin typeface="微软雅黑" panose="020B0503020204020204" pitchFamily="34" charset="-122"/>
                          <a:ea typeface="微软雅黑" panose="020B0503020204020204" pitchFamily="34" charset="-122"/>
                        </a:rPr>
                        <a:t>1</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485807034"/>
                  </a:ext>
                </a:extLst>
              </a:tr>
              <a:tr h="253921">
                <a:tc>
                  <a:txBody>
                    <a:bodyPr/>
                    <a:lstStyle/>
                    <a:p>
                      <a:r>
                        <a:rPr lang="en-US" altLang="zh-CN" sz="1200" dirty="0">
                          <a:latin typeface="微软雅黑" panose="020B0503020204020204" pitchFamily="34" charset="-122"/>
                          <a:ea typeface="微软雅黑" panose="020B0503020204020204" pitchFamily="34" charset="-122"/>
                        </a:rPr>
                        <a:t>HDI</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strike="noStrike" normalizeH="0" baseline="0" dirty="0">
                          <a:latin typeface="微软雅黑" panose="020B0503020204020204" pitchFamily="34" charset="-122"/>
                          <a:ea typeface="微软雅黑" panose="020B0503020204020204" pitchFamily="34" charset="-122"/>
                        </a:rPr>
                        <a:t>….</a:t>
                      </a:r>
                      <a:endParaRPr lang="zh-CN" altLang="en-US" sz="1200" strike="noStrike" normalizeH="0" baseline="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Receipt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67851679"/>
                  </a:ext>
                </a:extLst>
              </a:tr>
            </a:tbl>
          </a:graphicData>
        </a:graphic>
      </p:graphicFrame>
      <p:grpSp>
        <p:nvGrpSpPr>
          <p:cNvPr id="24" name="组合 23">
            <a:extLst>
              <a:ext uri="{FF2B5EF4-FFF2-40B4-BE49-F238E27FC236}">
                <a16:creationId xmlns:a16="http://schemas.microsoft.com/office/drawing/2014/main" id="{CCE72862-C14F-4D44-8956-30DD2F7CED8B}"/>
              </a:ext>
            </a:extLst>
          </p:cNvPr>
          <p:cNvGrpSpPr/>
          <p:nvPr/>
        </p:nvGrpSpPr>
        <p:grpSpPr>
          <a:xfrm>
            <a:off x="6252845" y="409258"/>
            <a:ext cx="219075" cy="304800"/>
            <a:chOff x="4029075" y="4013200"/>
            <a:chExt cx="219075" cy="304800"/>
          </a:xfrm>
        </p:grpSpPr>
        <p:grpSp>
          <p:nvGrpSpPr>
            <p:cNvPr id="25" name="Group 679">
              <a:extLst>
                <a:ext uri="{FF2B5EF4-FFF2-40B4-BE49-F238E27FC236}">
                  <a16:creationId xmlns:a16="http://schemas.microsoft.com/office/drawing/2014/main" id="{B6A01064-87A1-46A7-958B-969214F4631A}"/>
                </a:ext>
              </a:extLst>
            </p:cNvPr>
            <p:cNvGrpSpPr>
              <a:grpSpLocks/>
            </p:cNvGrpSpPr>
            <p:nvPr/>
          </p:nvGrpSpPr>
          <p:grpSpPr bwMode="auto">
            <a:xfrm>
              <a:off x="4087813" y="4013200"/>
              <a:ext cx="160337" cy="304800"/>
              <a:chOff x="1509" y="506"/>
              <a:chExt cx="131" cy="200"/>
            </a:xfrm>
          </p:grpSpPr>
          <p:sp>
            <p:nvSpPr>
              <p:cNvPr id="33" name="Arc 680">
                <a:extLst>
                  <a:ext uri="{FF2B5EF4-FFF2-40B4-BE49-F238E27FC236}">
                    <a16:creationId xmlns:a16="http://schemas.microsoft.com/office/drawing/2014/main" id="{A6AC274D-C349-4F7D-862A-D532A789D4FC}"/>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34" name="Arc 681">
                <a:extLst>
                  <a:ext uri="{FF2B5EF4-FFF2-40B4-BE49-F238E27FC236}">
                    <a16:creationId xmlns:a16="http://schemas.microsoft.com/office/drawing/2014/main" id="{82B53E3A-0B67-4746-8462-A0BD93253465}"/>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2" name="Rectangle 682">
              <a:extLst>
                <a:ext uri="{FF2B5EF4-FFF2-40B4-BE49-F238E27FC236}">
                  <a16:creationId xmlns:a16="http://schemas.microsoft.com/office/drawing/2014/main" id="{71CF2EE6-7E6B-49CD-B602-960EC3E37C1C}"/>
                </a:ext>
              </a:extLst>
            </p:cNvPr>
            <p:cNvSpPr>
              <a:spLocks noChangeArrowheads="1"/>
            </p:cNvSpPr>
            <p:nvPr/>
          </p:nvSpPr>
          <p:spPr bwMode="invGray">
            <a:xfrm>
              <a:off x="4029075" y="4079875"/>
              <a:ext cx="18256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6</a:t>
              </a:r>
              <a:endParaRPr lang="ko-KR" altLang="ko-KR" sz="1400" i="1" dirty="0">
                <a:latin typeface="Arial Black" panose="020B0A04020102020204" pitchFamily="34" charset="0"/>
              </a:endParaRPr>
            </a:p>
          </p:txBody>
        </p:sp>
      </p:grpSp>
      <p:graphicFrame>
        <p:nvGraphicFramePr>
          <p:cNvPr id="41" name="表格 4">
            <a:extLst>
              <a:ext uri="{FF2B5EF4-FFF2-40B4-BE49-F238E27FC236}">
                <a16:creationId xmlns:a16="http://schemas.microsoft.com/office/drawing/2014/main" id="{9F504203-B8EB-4BD0-9FCB-8FA7AA6FB92E}"/>
              </a:ext>
            </a:extLst>
          </p:cNvPr>
          <p:cNvGraphicFramePr>
            <a:graphicFrameLocks noGrp="1"/>
          </p:cNvGraphicFramePr>
          <p:nvPr>
            <p:extLst>
              <p:ext uri="{D42A27DB-BD31-4B8C-83A1-F6EECF244321}">
                <p14:modId xmlns:p14="http://schemas.microsoft.com/office/powerpoint/2010/main" val="1366388979"/>
              </p:ext>
            </p:extLst>
          </p:nvPr>
        </p:nvGraphicFramePr>
        <p:xfrm>
          <a:off x="4067497" y="5273580"/>
          <a:ext cx="4855752" cy="1128512"/>
        </p:xfrm>
        <a:graphic>
          <a:graphicData uri="http://schemas.openxmlformats.org/drawingml/2006/table">
            <a:tbl>
              <a:tblPr firstRow="1" bandRow="1">
                <a:tableStyleId>{5C22544A-7EE6-4342-B048-85BDC9FD1C3A}</a:tableStyleId>
              </a:tblPr>
              <a:tblGrid>
                <a:gridCol w="789212">
                  <a:extLst>
                    <a:ext uri="{9D8B030D-6E8A-4147-A177-3AD203B41FA5}">
                      <a16:colId xmlns:a16="http://schemas.microsoft.com/office/drawing/2014/main" val="1263978237"/>
                    </a:ext>
                  </a:extLst>
                </a:gridCol>
                <a:gridCol w="1598930">
                  <a:extLst>
                    <a:ext uri="{9D8B030D-6E8A-4147-A177-3AD203B41FA5}">
                      <a16:colId xmlns:a16="http://schemas.microsoft.com/office/drawing/2014/main" val="2686577530"/>
                    </a:ext>
                  </a:extLst>
                </a:gridCol>
                <a:gridCol w="1233805">
                  <a:extLst>
                    <a:ext uri="{9D8B030D-6E8A-4147-A177-3AD203B41FA5}">
                      <a16:colId xmlns:a16="http://schemas.microsoft.com/office/drawing/2014/main" val="2126939445"/>
                    </a:ext>
                  </a:extLst>
                </a:gridCol>
                <a:gridCol w="1233805">
                  <a:extLst>
                    <a:ext uri="{9D8B030D-6E8A-4147-A177-3AD203B41FA5}">
                      <a16:colId xmlns:a16="http://schemas.microsoft.com/office/drawing/2014/main" val="4169634679"/>
                    </a:ext>
                  </a:extLst>
                </a:gridCol>
              </a:tblGrid>
              <a:tr h="282128">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法人</a:t>
                      </a:r>
                    </a:p>
                  </a:txBody>
                  <a:tcP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通知类型</a:t>
                      </a:r>
                    </a:p>
                  </a:txBody>
                  <a:tcPr anchor="ct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收件人</a:t>
                      </a:r>
                      <a:r>
                        <a:rPr lang="en-US" altLang="zh-CN" sz="1200" b="1" dirty="0">
                          <a:solidFill>
                            <a:schemeClr val="tx1"/>
                          </a:solidFill>
                          <a:latin typeface="微软雅黑" panose="020B0503020204020204" pitchFamily="34" charset="-122"/>
                          <a:ea typeface="微软雅黑" panose="020B0503020204020204" pitchFamily="34" charset="-122"/>
                        </a:rPr>
                        <a:t>ID/</a:t>
                      </a:r>
                      <a:r>
                        <a:rPr lang="zh-CN" altLang="en-US" sz="1200" b="1" dirty="0">
                          <a:solidFill>
                            <a:schemeClr val="tx1"/>
                          </a:solidFill>
                          <a:latin typeface="微软雅黑" panose="020B0503020204020204" pitchFamily="34" charset="-122"/>
                          <a:ea typeface="微软雅黑" panose="020B0503020204020204" pitchFamily="34" charset="-122"/>
                        </a:rPr>
                        <a:t>姓名</a:t>
                      </a:r>
                    </a:p>
                  </a:txBody>
                  <a:tcPr anchor="ctr"/>
                </a:tc>
                <a:tc>
                  <a:txBody>
                    <a:bodyPr/>
                    <a:lstStyle/>
                    <a:p>
                      <a:pPr algn="ctr"/>
                      <a:r>
                        <a:rPr lang="zh-CN" altLang="en-US" sz="1200" b="1" dirty="0">
                          <a:solidFill>
                            <a:schemeClr val="tx1"/>
                          </a:solidFill>
                          <a:latin typeface="微软雅黑" panose="020B0503020204020204" pitchFamily="34" charset="-122"/>
                          <a:ea typeface="微软雅黑" panose="020B0503020204020204" pitchFamily="34" charset="-122"/>
                        </a:rPr>
                        <a:t>参照人</a:t>
                      </a:r>
                      <a:r>
                        <a:rPr lang="en-US" altLang="zh-CN" sz="1200" b="1" dirty="0">
                          <a:solidFill>
                            <a:schemeClr val="tx1"/>
                          </a:solidFill>
                          <a:latin typeface="微软雅黑" panose="020B0503020204020204" pitchFamily="34" charset="-122"/>
                          <a:ea typeface="微软雅黑" panose="020B0503020204020204" pitchFamily="34" charset="-122"/>
                        </a:rPr>
                        <a:t>ID/</a:t>
                      </a:r>
                      <a:r>
                        <a:rPr lang="zh-CN" altLang="en-US" sz="1200" b="1" dirty="0">
                          <a:solidFill>
                            <a:schemeClr val="tx1"/>
                          </a:solidFill>
                          <a:latin typeface="微软雅黑" panose="020B0503020204020204" pitchFamily="34" charset="-122"/>
                          <a:ea typeface="微软雅黑" panose="020B0503020204020204" pitchFamily="34" charset="-122"/>
                        </a:rPr>
                        <a:t>姓名</a:t>
                      </a:r>
                    </a:p>
                  </a:txBody>
                  <a:tcPr anchor="ctr"/>
                </a:tc>
                <a:extLst>
                  <a:ext uri="{0D108BD9-81ED-4DB2-BD59-A6C34878D82A}">
                    <a16:rowId xmlns:a16="http://schemas.microsoft.com/office/drawing/2014/main" val="3140394635"/>
                  </a:ext>
                </a:extLst>
              </a:tr>
              <a:tr h="282128">
                <a:tc>
                  <a:txBody>
                    <a:bodyPr/>
                    <a:lstStyle/>
                    <a:p>
                      <a:r>
                        <a:rPr lang="en-US" altLang="zh-CN" sz="1200" dirty="0">
                          <a:latin typeface="微软雅黑" panose="020B0503020204020204" pitchFamily="34" charset="-122"/>
                          <a:ea typeface="微软雅黑" panose="020B0503020204020204" pitchFamily="34" charset="-122"/>
                        </a:rPr>
                        <a:t>HDIC</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zh-CN" altLang="en-US" sz="1200" dirty="0">
                          <a:latin typeface="微软雅黑" panose="020B0503020204020204" pitchFamily="34" charset="-122"/>
                          <a:ea typeface="微软雅黑" panose="020B0503020204020204" pitchFamily="34" charset="-122"/>
                        </a:rPr>
                        <a:t>维保到期提醒</a:t>
                      </a:r>
                    </a:p>
                  </a:txBody>
                  <a:tcPr/>
                </a:tc>
                <a:tc>
                  <a:txBody>
                    <a:bodyPr/>
                    <a:lstStyle/>
                    <a:p>
                      <a:r>
                        <a:rPr lang="zh-CN" altLang="en-US" sz="1200" dirty="0">
                          <a:latin typeface="微软雅黑" panose="020B0503020204020204" pitchFamily="34" charset="-122"/>
                          <a:ea typeface="微软雅黑" panose="020B0503020204020204" pitchFamily="34" charset="-122"/>
                        </a:rPr>
                        <a:t>张三</a:t>
                      </a:r>
                    </a:p>
                  </a:txBody>
                  <a:tcPr/>
                </a:tc>
                <a:tc>
                  <a:txBody>
                    <a:bodyPr/>
                    <a:lstStyle/>
                    <a:p>
                      <a:r>
                        <a:rPr lang="zh-CN" altLang="en-US" sz="1200" dirty="0">
                          <a:latin typeface="微软雅黑" panose="020B0503020204020204" pitchFamily="34" charset="-122"/>
                          <a:ea typeface="微软雅黑" panose="020B0503020204020204" pitchFamily="34" charset="-122"/>
                        </a:rPr>
                        <a:t>李四</a:t>
                      </a:r>
                    </a:p>
                  </a:txBody>
                  <a:tcPr/>
                </a:tc>
                <a:extLst>
                  <a:ext uri="{0D108BD9-81ED-4DB2-BD59-A6C34878D82A}">
                    <a16:rowId xmlns:a16="http://schemas.microsoft.com/office/drawing/2014/main" val="3485807034"/>
                  </a:ext>
                </a:extLst>
              </a:tr>
              <a:tr h="282128">
                <a:tc>
                  <a:txBody>
                    <a:bodyPr/>
                    <a:lstStyle/>
                    <a:p>
                      <a:r>
                        <a:rPr lang="en-US" altLang="zh-CN" sz="1200" dirty="0">
                          <a:latin typeface="微软雅黑" panose="020B0503020204020204" pitchFamily="34" charset="-122"/>
                          <a:ea typeface="微软雅黑" panose="020B0503020204020204" pitchFamily="34" charset="-122"/>
                        </a:rPr>
                        <a:t>HDI</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zh-CN" altLang="en-US" sz="1200" dirty="0">
                          <a:solidFill>
                            <a:srgbClr val="0054A6"/>
                          </a:solidFill>
                          <a:latin typeface="微软雅黑" panose="020B0503020204020204" pitchFamily="34" charset="-122"/>
                          <a:ea typeface="微软雅黑" panose="020B0503020204020204" pitchFamily="34" charset="-122"/>
                        </a:rPr>
                        <a:t>借用到期提醒</a:t>
                      </a: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67851679"/>
                  </a:ext>
                </a:extLst>
              </a:tr>
              <a:tr h="282128">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zh-CN" altLang="en-US" sz="1200" dirty="0">
                          <a:solidFill>
                            <a:srgbClr val="0054A6"/>
                          </a:solidFill>
                          <a:latin typeface="微软雅黑" panose="020B0503020204020204" pitchFamily="34" charset="-122"/>
                          <a:ea typeface="微软雅黑" panose="020B0503020204020204" pitchFamily="34" charset="-122"/>
                        </a:rPr>
                        <a:t>预计维修搬入日提醒</a:t>
                      </a: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tc>
                  <a:txBody>
                    <a:bodyPr/>
                    <a:lstStyle/>
                    <a:p>
                      <a:r>
                        <a:rPr lang="en-US" altLang="zh-CN" sz="1200" dirty="0">
                          <a:latin typeface="微软雅黑" panose="020B0503020204020204" pitchFamily="34" charset="-122"/>
                          <a:ea typeface="微软雅黑" panose="020B0503020204020204" pitchFamily="34" charset="-122"/>
                        </a:rPr>
                        <a:t>…</a:t>
                      </a:r>
                      <a:endParaRPr lang="zh-CN" altLang="en-US" sz="12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458902803"/>
                  </a:ext>
                </a:extLst>
              </a:tr>
            </a:tbl>
          </a:graphicData>
        </a:graphic>
      </p:graphicFrame>
      <p:grpSp>
        <p:nvGrpSpPr>
          <p:cNvPr id="12" name="组合 11">
            <a:extLst>
              <a:ext uri="{FF2B5EF4-FFF2-40B4-BE49-F238E27FC236}">
                <a16:creationId xmlns:a16="http://schemas.microsoft.com/office/drawing/2014/main" id="{87463C91-8F35-131E-25D8-B1A413935F69}"/>
              </a:ext>
            </a:extLst>
          </p:cNvPr>
          <p:cNvGrpSpPr/>
          <p:nvPr/>
        </p:nvGrpSpPr>
        <p:grpSpPr>
          <a:xfrm>
            <a:off x="116763" y="1290502"/>
            <a:ext cx="8481542" cy="1352358"/>
            <a:chOff x="116763" y="1290502"/>
            <a:chExt cx="8481542" cy="1352358"/>
          </a:xfrm>
        </p:grpSpPr>
        <p:sp>
          <p:nvSpPr>
            <p:cNvPr id="14" name="Rectangle 1378">
              <a:extLst>
                <a:ext uri="{FF2B5EF4-FFF2-40B4-BE49-F238E27FC236}">
                  <a16:creationId xmlns:a16="http://schemas.microsoft.com/office/drawing/2014/main" id="{45C680E8-F9D2-45BF-BEDC-7735EDC0E5BB}"/>
                </a:ext>
              </a:extLst>
            </p:cNvPr>
            <p:cNvSpPr>
              <a:spLocks noChangeArrowheads="1"/>
            </p:cNvSpPr>
            <p:nvPr/>
          </p:nvSpPr>
          <p:spPr bwMode="auto">
            <a:xfrm>
              <a:off x="1370557" y="1290502"/>
              <a:ext cx="2180227" cy="1352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入库登记和发放等决裁线模板设置功能。</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提交决裁</a:t>
              </a:r>
              <a:r>
                <a:rPr lang="zh-CN" altLang="en-US" sz="1200" b="1" kern="0" dirty="0">
                  <a:solidFill>
                    <a:srgbClr val="000000"/>
                  </a:solidFill>
                  <a:latin typeface="微软雅黑" panose="020B0503020204020204" pitchFamily="34" charset="-122"/>
                  <a:ea typeface="微软雅黑" panose="020B0503020204020204" pitchFamily="34" charset="-122"/>
                </a:rPr>
                <a:t>时</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自动或手动选择已设置的决裁线</a:t>
              </a:r>
              <a:r>
                <a:rPr lang="zh-CN" altLang="en-US" sz="1200" b="1" kern="0" dirty="0">
                  <a:solidFill>
                    <a:srgbClr val="000000"/>
                  </a:solidFill>
                  <a:latin typeface="微软雅黑" panose="020B0503020204020204" pitchFamily="34" charset="-122"/>
                  <a:ea typeface="微软雅黑" panose="020B0503020204020204" pitchFamily="34" charset="-122"/>
                </a:rPr>
                <a:t>模板</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ko-KR" altLang="ko-KR" sz="1200" b="1" i="0" u="none" strike="noStrike" kern="0" cap="none" spc="0" normalizeH="0" baseline="0" noProof="0" dirty="0">
                  <a:ln>
                    <a:noFill/>
                  </a:ln>
                  <a:solidFill>
                    <a:srgbClr val="000000"/>
                  </a:solidFill>
                  <a:effectLst/>
                  <a:uLnTx/>
                  <a:uFillTx/>
                  <a:latin typeface="微软雅黑" panose="020B0503020204020204" pitchFamily="34" charset="-122"/>
                </a:rPr>
                <a:t> </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邮件通知决裁人和收件人</a:t>
              </a:r>
              <a:endParaRPr lang="ko-KR" altLang="ko-KR" sz="1200" b="1" kern="0" dirty="0">
                <a:solidFill>
                  <a:srgbClr val="000000"/>
                </a:solidFill>
                <a:latin typeface="微软雅黑" panose="020B0503020204020204" pitchFamily="34" charset="-122"/>
              </a:endParaRPr>
            </a:p>
          </p:txBody>
        </p:sp>
        <p:grpSp>
          <p:nvGrpSpPr>
            <p:cNvPr id="26" name="Group 14">
              <a:extLst>
                <a:ext uri="{FF2B5EF4-FFF2-40B4-BE49-F238E27FC236}">
                  <a16:creationId xmlns:a16="http://schemas.microsoft.com/office/drawing/2014/main" id="{FEBEB67E-6BD2-4F1D-A6F7-E474AA9D2D0F}"/>
                </a:ext>
              </a:extLst>
            </p:cNvPr>
            <p:cNvGrpSpPr>
              <a:grpSpLocks/>
            </p:cNvGrpSpPr>
            <p:nvPr/>
          </p:nvGrpSpPr>
          <p:grpSpPr bwMode="auto">
            <a:xfrm>
              <a:off x="116763" y="1290502"/>
              <a:ext cx="1188064" cy="788988"/>
              <a:chOff x="2400" y="1968"/>
              <a:chExt cx="1152" cy="576"/>
            </a:xfrm>
          </p:grpSpPr>
          <p:sp>
            <p:nvSpPr>
              <p:cNvPr id="27" name="Freeform 15">
                <a:extLst>
                  <a:ext uri="{FF2B5EF4-FFF2-40B4-BE49-F238E27FC236}">
                    <a16:creationId xmlns:a16="http://schemas.microsoft.com/office/drawing/2014/main" id="{099D18EC-F1DF-41C1-A595-F24C6BB9CA70}"/>
                  </a:ext>
                </a:extLst>
              </p:cNvPr>
              <p:cNvSpPr>
                <a:spLocks/>
              </p:cNvSpPr>
              <p:nvPr>
                <p:custDataLst>
                  <p:tags r:id="rId5"/>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Rectangle 16">
                <a:extLst>
                  <a:ext uri="{FF2B5EF4-FFF2-40B4-BE49-F238E27FC236}">
                    <a16:creationId xmlns:a16="http://schemas.microsoft.com/office/drawing/2014/main" id="{D8BCDABA-1FD3-4ED5-AB53-86C617A210F7}"/>
                  </a:ext>
                </a:extLst>
              </p:cNvPr>
              <p:cNvSpPr>
                <a:spLocks noChangeArrowheads="1"/>
              </p:cNvSpPr>
              <p:nvPr>
                <p:custDataLst>
                  <p:tags r:id="rId6"/>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b="1" kern="0" dirty="0">
                    <a:solidFill>
                      <a:srgbClr val="000000"/>
                    </a:solidFill>
                    <a:latin typeface="微软雅黑" panose="020B0503020204020204" pitchFamily="34" charset="-122"/>
                    <a:ea typeface="微软雅黑" panose="020B0503020204020204" pitchFamily="34" charset="-122"/>
                  </a:rPr>
                  <a:t>决裁线设置</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46" name="Rectangle 1382">
              <a:extLst>
                <a:ext uri="{FF2B5EF4-FFF2-40B4-BE49-F238E27FC236}">
                  <a16:creationId xmlns:a16="http://schemas.microsoft.com/office/drawing/2014/main" id="{33D8273A-8C55-35C3-6FC8-6F1B9100B320}"/>
                </a:ext>
              </a:extLst>
            </p:cNvPr>
            <p:cNvSpPr>
              <a:spLocks noChangeArrowheads="1"/>
            </p:cNvSpPr>
            <p:nvPr/>
          </p:nvSpPr>
          <p:spPr bwMode="auto">
            <a:xfrm>
              <a:off x="4040995" y="1290502"/>
              <a:ext cx="4557310" cy="24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rPr>
                <a:t> </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示例：</a:t>
              </a:r>
              <a:endPar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nvGrpSpPr>
          <p:cNvPr id="11" name="组合 10">
            <a:extLst>
              <a:ext uri="{FF2B5EF4-FFF2-40B4-BE49-F238E27FC236}">
                <a16:creationId xmlns:a16="http://schemas.microsoft.com/office/drawing/2014/main" id="{E08309D5-2B85-A455-DEFF-79672D978062}"/>
              </a:ext>
            </a:extLst>
          </p:cNvPr>
          <p:cNvGrpSpPr/>
          <p:nvPr/>
        </p:nvGrpSpPr>
        <p:grpSpPr>
          <a:xfrm>
            <a:off x="116763" y="3302267"/>
            <a:ext cx="9637047" cy="1073371"/>
            <a:chOff x="116763" y="3302266"/>
            <a:chExt cx="9637047" cy="1073371"/>
          </a:xfrm>
        </p:grpSpPr>
        <p:grpSp>
          <p:nvGrpSpPr>
            <p:cNvPr id="29" name="Group 14">
              <a:extLst>
                <a:ext uri="{FF2B5EF4-FFF2-40B4-BE49-F238E27FC236}">
                  <a16:creationId xmlns:a16="http://schemas.microsoft.com/office/drawing/2014/main" id="{917E17DD-C5E2-44C4-A9C0-5C44C96BAA9D}"/>
                </a:ext>
              </a:extLst>
            </p:cNvPr>
            <p:cNvGrpSpPr>
              <a:grpSpLocks/>
            </p:cNvGrpSpPr>
            <p:nvPr/>
          </p:nvGrpSpPr>
          <p:grpSpPr bwMode="auto">
            <a:xfrm>
              <a:off x="116763" y="3302266"/>
              <a:ext cx="1188064" cy="788988"/>
              <a:chOff x="2400" y="1968"/>
              <a:chExt cx="1152" cy="576"/>
            </a:xfrm>
          </p:grpSpPr>
          <p:sp>
            <p:nvSpPr>
              <p:cNvPr id="30" name="Freeform 15">
                <a:extLst>
                  <a:ext uri="{FF2B5EF4-FFF2-40B4-BE49-F238E27FC236}">
                    <a16:creationId xmlns:a16="http://schemas.microsoft.com/office/drawing/2014/main" id="{F425A4A9-D207-4433-A39B-42D6AD3F9F6D}"/>
                  </a:ext>
                </a:extLst>
              </p:cNvPr>
              <p:cNvSpPr>
                <a:spLocks/>
              </p:cNvSpPr>
              <p:nvPr>
                <p:custDataLst>
                  <p:tags r:id="rId3"/>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Rectangle 16">
                <a:extLst>
                  <a:ext uri="{FF2B5EF4-FFF2-40B4-BE49-F238E27FC236}">
                    <a16:creationId xmlns:a16="http://schemas.microsoft.com/office/drawing/2014/main" id="{36199550-94ED-4268-87F5-49EEA21F1963}"/>
                  </a:ext>
                </a:extLst>
              </p:cNvPr>
              <p:cNvSpPr>
                <a:spLocks noChangeArrowheads="1"/>
              </p:cNvSpPr>
              <p:nvPr>
                <p:custDataLst>
                  <p:tags r:id="rId4"/>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en-US" altLang="ko-KR" b="1" kern="0" dirty="0">
                    <a:solidFill>
                      <a:srgbClr val="000000"/>
                    </a:solidFill>
                    <a:latin typeface="微软雅黑" panose="020B0503020204020204" pitchFamily="34" charset="-122"/>
                    <a:ea typeface="微软雅黑" panose="020B0503020204020204" pitchFamily="34" charset="-122"/>
                  </a:rPr>
                  <a:t>M</a:t>
                </a:r>
                <a:r>
                  <a:rPr lang="en-US" altLang="zh-CN" b="1" kern="0" dirty="0">
                    <a:solidFill>
                      <a:srgbClr val="000000"/>
                    </a:solidFill>
                    <a:latin typeface="微软雅黑" panose="020B0503020204020204" pitchFamily="34" charset="-122"/>
                    <a:ea typeface="微软雅黑" panose="020B0503020204020204" pitchFamily="34" charset="-122"/>
                  </a:rPr>
                  <a:t>y to-do</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5" name="Rectangle 1378">
              <a:extLst>
                <a:ext uri="{FF2B5EF4-FFF2-40B4-BE49-F238E27FC236}">
                  <a16:creationId xmlns:a16="http://schemas.microsoft.com/office/drawing/2014/main" id="{D148F2F3-C15F-4BB7-8E43-B49145FEBFC4}"/>
                </a:ext>
              </a:extLst>
            </p:cNvPr>
            <p:cNvSpPr>
              <a:spLocks noChangeArrowheads="1"/>
            </p:cNvSpPr>
            <p:nvPr/>
          </p:nvSpPr>
          <p:spPr bwMode="auto">
            <a:xfrm>
              <a:off x="1370557" y="3302266"/>
              <a:ext cx="2180227" cy="1073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待决裁项显示在决裁人的</a:t>
              </a:r>
              <a:r>
                <a:rPr lang="en-US" altLang="zh-CN" sz="1200" b="1" kern="0" dirty="0">
                  <a:solidFill>
                    <a:srgbClr val="000000"/>
                  </a:solidFill>
                  <a:latin typeface="微软雅黑" panose="020B0503020204020204" pitchFamily="34" charset="-122"/>
                  <a:ea typeface="微软雅黑" panose="020B0503020204020204" pitchFamily="34" charset="-122"/>
                </a:rPr>
                <a:t>My to-do</a:t>
              </a:r>
              <a:r>
                <a:rPr lang="zh-CN" altLang="en-US" sz="1200" b="1" kern="0" dirty="0">
                  <a:solidFill>
                    <a:srgbClr val="000000"/>
                  </a:solidFill>
                  <a:latin typeface="微软雅黑" panose="020B0503020204020204" pitchFamily="34" charset="-122"/>
                  <a:ea typeface="微软雅黑" panose="020B0503020204020204" pitchFamily="34" charset="-122"/>
                </a:rPr>
                <a:t>中；</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提交人</a:t>
              </a:r>
              <a:r>
                <a:rPr lang="en-US" altLang="zh-CN" sz="1200" b="1" kern="0" dirty="0">
                  <a:solidFill>
                    <a:srgbClr val="000000"/>
                  </a:solidFill>
                  <a:latin typeface="微软雅黑" panose="020B0503020204020204" pitchFamily="34" charset="-122"/>
                  <a:ea typeface="微软雅黑" panose="020B0503020204020204" pitchFamily="34" charset="-122"/>
                </a:rPr>
                <a:t>My to-do</a:t>
              </a:r>
              <a:r>
                <a:rPr lang="zh-CN" altLang="en-US" sz="1200" b="1" kern="0" dirty="0">
                  <a:solidFill>
                    <a:srgbClr val="000000"/>
                  </a:solidFill>
                  <a:latin typeface="微软雅黑" panose="020B0503020204020204" pitchFamily="34" charset="-122"/>
                  <a:ea typeface="微软雅黑" panose="020B0503020204020204" pitchFamily="34" charset="-122"/>
                </a:rPr>
                <a:t>中显示已提交审批和审批中的申请。</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sp>
          <p:nvSpPr>
            <p:cNvPr id="47" name="Rectangle 1382">
              <a:extLst>
                <a:ext uri="{FF2B5EF4-FFF2-40B4-BE49-F238E27FC236}">
                  <a16:creationId xmlns:a16="http://schemas.microsoft.com/office/drawing/2014/main" id="{F3F01768-4FE7-EC44-BB02-6901F21A274B}"/>
                </a:ext>
              </a:extLst>
            </p:cNvPr>
            <p:cNvSpPr>
              <a:spLocks noChangeArrowheads="1"/>
            </p:cNvSpPr>
            <p:nvPr/>
          </p:nvSpPr>
          <p:spPr bwMode="auto">
            <a:xfrm>
              <a:off x="4040995" y="3302266"/>
              <a:ext cx="571281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spcBef>
                  <a:spcPct val="0"/>
                </a:spcBef>
                <a:spcAft>
                  <a:spcPct val="0"/>
                </a:spcAft>
                <a:buClrTx/>
                <a:buSzPct val="120000"/>
                <a:buFontTx/>
                <a:buChar char="•"/>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点击资产号和</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Receipt</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可跳转至资产登记画面；点击</a:t>
              </a:r>
              <a:r>
                <a:rPr kumimoji="0" lang="en-US" altLang="zh-CN"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Approve</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可直接决裁。</a:t>
              </a:r>
            </a:p>
            <a:p>
              <a:pPr marL="144463" marR="0" lvl="1" indent="-142875" defTabSz="895350" eaLnBrk="1" fontAlgn="base" latinLnBrk="0" hangingPunct="1">
                <a:spcBef>
                  <a:spcPct val="0"/>
                </a:spcBef>
                <a:spcAft>
                  <a:spcPct val="0"/>
                </a:spcAft>
                <a:buClrTx/>
                <a:buSzPct val="120000"/>
                <a:buFontTx/>
                <a:buChar char="•"/>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可多选进行批量决裁承认。</a:t>
              </a:r>
            </a:p>
            <a:p>
              <a:pPr marL="144463" marR="0" lvl="1" indent="-142875" defTabSz="895350" eaLnBrk="1" fontAlgn="base" latinLnBrk="0" hangingPunct="1">
                <a:spcBef>
                  <a:spcPct val="0"/>
                </a:spcBef>
                <a:spcAft>
                  <a:spcPct val="0"/>
                </a:spcAft>
                <a:buClrTx/>
                <a:buSzPct val="120000"/>
                <a:buFontTx/>
                <a:buChar char="•"/>
                <a:tabLst/>
                <a:defRPr/>
              </a:pP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示例：</a:t>
              </a:r>
              <a:endPar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grpSp>
        <p:nvGrpSpPr>
          <p:cNvPr id="10" name="组合 9">
            <a:extLst>
              <a:ext uri="{FF2B5EF4-FFF2-40B4-BE49-F238E27FC236}">
                <a16:creationId xmlns:a16="http://schemas.microsoft.com/office/drawing/2014/main" id="{F11B8A21-FA26-5925-62E2-3819FC99D799}"/>
              </a:ext>
            </a:extLst>
          </p:cNvPr>
          <p:cNvGrpSpPr/>
          <p:nvPr/>
        </p:nvGrpSpPr>
        <p:grpSpPr>
          <a:xfrm>
            <a:off x="116763" y="5035044"/>
            <a:ext cx="8481542" cy="1075359"/>
            <a:chOff x="116763" y="5035044"/>
            <a:chExt cx="8481542" cy="1075359"/>
          </a:xfrm>
        </p:grpSpPr>
        <p:grpSp>
          <p:nvGrpSpPr>
            <p:cNvPr id="37" name="Group 14">
              <a:extLst>
                <a:ext uri="{FF2B5EF4-FFF2-40B4-BE49-F238E27FC236}">
                  <a16:creationId xmlns:a16="http://schemas.microsoft.com/office/drawing/2014/main" id="{1DE229A3-7574-45A5-91BE-93D1D39227CE}"/>
                </a:ext>
              </a:extLst>
            </p:cNvPr>
            <p:cNvGrpSpPr>
              <a:grpSpLocks/>
            </p:cNvGrpSpPr>
            <p:nvPr/>
          </p:nvGrpSpPr>
          <p:grpSpPr bwMode="auto">
            <a:xfrm>
              <a:off x="116763" y="5035044"/>
              <a:ext cx="1188064" cy="788988"/>
              <a:chOff x="2400" y="1968"/>
              <a:chExt cx="1152" cy="576"/>
            </a:xfrm>
          </p:grpSpPr>
          <p:sp>
            <p:nvSpPr>
              <p:cNvPr id="38" name="Freeform 15">
                <a:extLst>
                  <a:ext uri="{FF2B5EF4-FFF2-40B4-BE49-F238E27FC236}">
                    <a16:creationId xmlns:a16="http://schemas.microsoft.com/office/drawing/2014/main" id="{004BF1AC-F523-45B7-8C41-941F640AE8C2}"/>
                  </a:ext>
                </a:extLst>
              </p:cNvPr>
              <p:cNvSpPr>
                <a:spLocks/>
              </p:cNvSpPr>
              <p:nvPr>
                <p:custDataLst>
                  <p:tags r:id="rId1"/>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9" name="Rectangle 16">
                <a:extLst>
                  <a:ext uri="{FF2B5EF4-FFF2-40B4-BE49-F238E27FC236}">
                    <a16:creationId xmlns:a16="http://schemas.microsoft.com/office/drawing/2014/main" id="{68D69B01-025E-4CB8-BD1D-6E09D7B925F3}"/>
                  </a:ext>
                </a:extLst>
              </p:cNvPr>
              <p:cNvSpPr>
                <a:spLocks noChangeArrowheads="1"/>
              </p:cNvSpPr>
              <p:nvPr>
                <p:custDataLst>
                  <p:tags r:id="rId2"/>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通知</a:t>
                </a:r>
                <a:endParaRPr kumimoji="0" lang="en-US" altLang="ko-KR" sz="14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40" name="Rectangle 1378">
              <a:extLst>
                <a:ext uri="{FF2B5EF4-FFF2-40B4-BE49-F238E27FC236}">
                  <a16:creationId xmlns:a16="http://schemas.microsoft.com/office/drawing/2014/main" id="{07AC6841-A330-4517-949F-D3DB407BA2BF}"/>
                </a:ext>
              </a:extLst>
            </p:cNvPr>
            <p:cNvSpPr>
              <a:spLocks noChangeArrowheads="1"/>
            </p:cNvSpPr>
            <p:nvPr/>
          </p:nvSpPr>
          <p:spPr bwMode="auto">
            <a:xfrm>
              <a:off x="1370557" y="5035044"/>
              <a:ext cx="2180227" cy="107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类型别邮件通知收件人</a:t>
              </a:r>
              <a:r>
                <a:rPr lang="en-US" altLang="zh-CN" sz="1200" b="1" kern="0" dirty="0">
                  <a:solidFill>
                    <a:srgbClr val="000000"/>
                  </a:solidFill>
                  <a:latin typeface="微软雅黑" panose="020B0503020204020204" pitchFamily="34" charset="-122"/>
                  <a:ea typeface="微软雅黑" panose="020B0503020204020204" pitchFamily="34" charset="-122"/>
                </a:rPr>
                <a:t>&amp;</a:t>
              </a:r>
              <a:r>
                <a:rPr lang="zh-CN" altLang="en-US" sz="1200" b="1" kern="0" dirty="0">
                  <a:solidFill>
                    <a:srgbClr val="000000"/>
                  </a:solidFill>
                  <a:latin typeface="微软雅黑" panose="020B0503020204020204" pitchFamily="34" charset="-122"/>
                  <a:ea typeface="微软雅黑" panose="020B0503020204020204" pitchFamily="34" charset="-122"/>
                </a:rPr>
                <a:t>参照人设置；</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后类型别功能通知时以此处定义进行。</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sp>
          <p:nvSpPr>
            <p:cNvPr id="48" name="Rectangle 1382">
              <a:extLst>
                <a:ext uri="{FF2B5EF4-FFF2-40B4-BE49-F238E27FC236}">
                  <a16:creationId xmlns:a16="http://schemas.microsoft.com/office/drawing/2014/main" id="{0BDABD5A-F8FE-0F03-E754-251D3EA27DC5}"/>
                </a:ext>
              </a:extLst>
            </p:cNvPr>
            <p:cNvSpPr>
              <a:spLocks noChangeArrowheads="1"/>
            </p:cNvSpPr>
            <p:nvPr/>
          </p:nvSpPr>
          <p:spPr bwMode="auto">
            <a:xfrm>
              <a:off x="4040995" y="5035044"/>
              <a:ext cx="4557310" cy="24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rPr>
                <a:t> </a:t>
              </a:r>
              <a:r>
                <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示例：</a:t>
              </a:r>
              <a:endParaRPr kumimoji="0" lang="ko-KR" altLang="ko-KR" sz="1200" b="0"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spTree>
    <p:extLst>
      <p:ext uri="{BB962C8B-B14F-4D97-AF65-F5344CB8AC3E}">
        <p14:creationId xmlns:p14="http://schemas.microsoft.com/office/powerpoint/2010/main" val="1967801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表格 4">
            <a:extLst>
              <a:ext uri="{FF2B5EF4-FFF2-40B4-BE49-F238E27FC236}">
                <a16:creationId xmlns:a16="http://schemas.microsoft.com/office/drawing/2014/main" id="{52DD2C0B-39EC-4B61-947B-4D2F01B83B94}"/>
              </a:ext>
            </a:extLst>
          </p:cNvPr>
          <p:cNvGraphicFramePr>
            <a:graphicFrameLocks noGrp="1"/>
          </p:cNvGraphicFramePr>
          <p:nvPr>
            <p:extLst>
              <p:ext uri="{D42A27DB-BD31-4B8C-83A1-F6EECF244321}">
                <p14:modId xmlns:p14="http://schemas.microsoft.com/office/powerpoint/2010/main" val="1342963563"/>
              </p:ext>
            </p:extLst>
          </p:nvPr>
        </p:nvGraphicFramePr>
        <p:xfrm>
          <a:off x="3205410" y="1579418"/>
          <a:ext cx="6049722" cy="1100229"/>
        </p:xfrm>
        <a:graphic>
          <a:graphicData uri="http://schemas.openxmlformats.org/drawingml/2006/table">
            <a:tbl>
              <a:tblPr firstRow="1" bandRow="1">
                <a:tableStyleId>{BC89EF96-8CEA-46FF-86C4-4CE0E7609802}</a:tableStyleId>
              </a:tblPr>
              <a:tblGrid>
                <a:gridCol w="474563">
                  <a:extLst>
                    <a:ext uri="{9D8B030D-6E8A-4147-A177-3AD203B41FA5}">
                      <a16:colId xmlns:a16="http://schemas.microsoft.com/office/drawing/2014/main" val="2686577530"/>
                    </a:ext>
                  </a:extLst>
                </a:gridCol>
                <a:gridCol w="677364">
                  <a:extLst>
                    <a:ext uri="{9D8B030D-6E8A-4147-A177-3AD203B41FA5}">
                      <a16:colId xmlns:a16="http://schemas.microsoft.com/office/drawing/2014/main" val="2126939445"/>
                    </a:ext>
                  </a:extLst>
                </a:gridCol>
                <a:gridCol w="547161">
                  <a:extLst>
                    <a:ext uri="{9D8B030D-6E8A-4147-A177-3AD203B41FA5}">
                      <a16:colId xmlns:a16="http://schemas.microsoft.com/office/drawing/2014/main" val="1538874115"/>
                    </a:ext>
                  </a:extLst>
                </a:gridCol>
                <a:gridCol w="620688">
                  <a:extLst>
                    <a:ext uri="{9D8B030D-6E8A-4147-A177-3AD203B41FA5}">
                      <a16:colId xmlns:a16="http://schemas.microsoft.com/office/drawing/2014/main" val="2525561982"/>
                    </a:ext>
                  </a:extLst>
                </a:gridCol>
                <a:gridCol w="493548">
                  <a:extLst>
                    <a:ext uri="{9D8B030D-6E8A-4147-A177-3AD203B41FA5}">
                      <a16:colId xmlns:a16="http://schemas.microsoft.com/office/drawing/2014/main" val="1186423671"/>
                    </a:ext>
                  </a:extLst>
                </a:gridCol>
                <a:gridCol w="485889">
                  <a:extLst>
                    <a:ext uri="{9D8B030D-6E8A-4147-A177-3AD203B41FA5}">
                      <a16:colId xmlns:a16="http://schemas.microsoft.com/office/drawing/2014/main" val="4118860908"/>
                    </a:ext>
                  </a:extLst>
                </a:gridCol>
                <a:gridCol w="1092483">
                  <a:extLst>
                    <a:ext uri="{9D8B030D-6E8A-4147-A177-3AD203B41FA5}">
                      <a16:colId xmlns:a16="http://schemas.microsoft.com/office/drawing/2014/main" val="1632333202"/>
                    </a:ext>
                  </a:extLst>
                </a:gridCol>
                <a:gridCol w="902540">
                  <a:extLst>
                    <a:ext uri="{9D8B030D-6E8A-4147-A177-3AD203B41FA5}">
                      <a16:colId xmlns:a16="http://schemas.microsoft.com/office/drawing/2014/main" val="532237668"/>
                    </a:ext>
                  </a:extLst>
                </a:gridCol>
                <a:gridCol w="755486">
                  <a:extLst>
                    <a:ext uri="{9D8B030D-6E8A-4147-A177-3AD203B41FA5}">
                      <a16:colId xmlns:a16="http://schemas.microsoft.com/office/drawing/2014/main" val="365219311"/>
                    </a:ext>
                  </a:extLst>
                </a:gridCol>
              </a:tblGrid>
              <a:tr h="322989">
                <a:tc rowSpan="2">
                  <a:txBody>
                    <a:bodyPr/>
                    <a:lstStyle/>
                    <a:p>
                      <a:pPr algn="ctr"/>
                      <a:r>
                        <a:rPr lang="zh-CN" altLang="en-US" sz="1100" b="1" dirty="0"/>
                        <a:t>申请</a:t>
                      </a:r>
                      <a:endParaRPr lang="en-US" altLang="zh-CN" sz="1100" b="1" dirty="0"/>
                    </a:p>
                    <a:p>
                      <a:pPr algn="ctr"/>
                      <a:r>
                        <a:rPr lang="zh-CN" altLang="en-US" sz="1100" b="1" dirty="0"/>
                        <a:t>登记</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t>申请</a:t>
                      </a:r>
                      <a:r>
                        <a:rPr lang="en-US" altLang="zh-CN" sz="1100" b="1" dirty="0"/>
                        <a:t>No</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en-US" altLang="zh-CN" sz="1100" b="1" dirty="0"/>
                        <a:t>Draft</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t>接收日</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t>法人</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t>部门</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t>申请人</a:t>
                      </a:r>
                      <a:r>
                        <a:rPr lang="en-US" altLang="zh-CN" sz="1100" b="1" dirty="0"/>
                        <a:t>ID/</a:t>
                      </a:r>
                      <a:r>
                        <a:rPr lang="zh-CN" altLang="en-US" sz="1100" b="1" dirty="0"/>
                        <a:t>姓名</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t>申请概要</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t>申请数量</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extLst>
                  <a:ext uri="{0D108BD9-81ED-4DB2-BD59-A6C34878D82A}">
                    <a16:rowId xmlns:a16="http://schemas.microsoft.com/office/drawing/2014/main" val="3485807034"/>
                  </a:ext>
                </a:extLst>
              </a:tr>
              <a:tr h="256999">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algn="ctr"/>
                      <a:r>
                        <a:rPr lang="zh-CN" altLang="en-US" sz="1100" dirty="0"/>
                        <a:t>自动</a:t>
                      </a:r>
                      <a:endParaRPr lang="zh-CN" altLang="en-US" sz="1100" dirty="0">
                        <a:latin typeface="微软雅黑" panose="020B0503020204020204" pitchFamily="34" charset="-122"/>
                        <a:ea typeface="微软雅黑" panose="020B0503020204020204" pitchFamily="34" charset="-122"/>
                      </a:endParaRPr>
                    </a:p>
                  </a:txBody>
                  <a:tcPr>
                    <a:noFill/>
                  </a:tcPr>
                </a:tc>
                <a:tc gridSpan="2">
                  <a:txBody>
                    <a:bodyPr/>
                    <a:lstStyle/>
                    <a:p>
                      <a:pPr algn="ctr"/>
                      <a:r>
                        <a:rPr lang="zh-CN" altLang="en-US" sz="1100" dirty="0"/>
                        <a:t>手动</a:t>
                      </a:r>
                      <a:endParaRPr lang="zh-CN" altLang="en-US" sz="1100" dirty="0">
                        <a:latin typeface="微软雅黑" panose="020B0503020204020204" pitchFamily="34" charset="-122"/>
                        <a:ea typeface="微软雅黑" panose="020B0503020204020204" pitchFamily="34" charset="-122"/>
                      </a:endParaRPr>
                    </a:p>
                  </a:txBody>
                  <a:tcPr>
                    <a:noFill/>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gridSpan="3">
                  <a:txBody>
                    <a:bodyPr/>
                    <a:lstStyle/>
                    <a:p>
                      <a:pPr algn="ctr"/>
                      <a:r>
                        <a:rPr lang="zh-CN" altLang="en-US" sz="1100" dirty="0"/>
                        <a:t>选择后登录</a:t>
                      </a:r>
                      <a:endParaRPr lang="zh-CN" altLang="en-US" sz="1100" dirty="0">
                        <a:latin typeface="微软雅黑" panose="020B0503020204020204" pitchFamily="34" charset="-122"/>
                        <a:ea typeface="微软雅黑" panose="020B0503020204020204" pitchFamily="34" charset="-122"/>
                      </a:endParaRPr>
                    </a:p>
                  </a:txBody>
                  <a:tcPr>
                    <a:noFill/>
                  </a:tcPr>
                </a:tc>
                <a:tc hMerge="1">
                  <a:txBody>
                    <a:bodyPr/>
                    <a:lstStyle/>
                    <a:p>
                      <a:endParaRPr lang="zh-CN" altLang="en-US"/>
                    </a:p>
                  </a:txBody>
                  <a:tcPr/>
                </a:tc>
                <a:tc hMerge="1">
                  <a:txBody>
                    <a:bodyPr/>
                    <a:lstStyle/>
                    <a:p>
                      <a:endParaRPr lang="zh-CN" altLang="en-US"/>
                    </a:p>
                  </a:txBody>
                  <a:tcPr/>
                </a:tc>
                <a:tc gridSpan="2">
                  <a:txBody>
                    <a:bodyPr/>
                    <a:lstStyle/>
                    <a:p>
                      <a:pPr algn="ctr"/>
                      <a:r>
                        <a:rPr lang="zh-CN" altLang="en-US" sz="1100" dirty="0"/>
                        <a:t>手动</a:t>
                      </a:r>
                      <a:endParaRPr lang="zh-CN" altLang="en-US" sz="1100" dirty="0">
                        <a:latin typeface="微软雅黑" panose="020B0503020204020204" pitchFamily="34" charset="-122"/>
                        <a:ea typeface="微软雅黑" panose="020B0503020204020204" pitchFamily="34" charset="-122"/>
                      </a:endParaRPr>
                    </a:p>
                  </a:txBody>
                  <a:tcPr>
                    <a:noFill/>
                  </a:tcPr>
                </a:tc>
                <a:tc hMerge="1">
                  <a:txBody>
                    <a:bodyPr/>
                    <a:lstStyle/>
                    <a:p>
                      <a:pPr algn="ctr"/>
                      <a:r>
                        <a:rPr lang="zh-CN" altLang="en-US" sz="1100" dirty="0"/>
                        <a:t>手动</a:t>
                      </a:r>
                      <a:endParaRPr lang="zh-CN" altLang="en-US" sz="1100" dirty="0">
                        <a:latin typeface="微软雅黑" panose="020B0503020204020204" pitchFamily="34" charset="-122"/>
                        <a:ea typeface="微软雅黑" panose="020B0503020204020204" pitchFamily="34" charset="-122"/>
                      </a:endParaRPr>
                    </a:p>
                  </a:txBody>
                  <a:tcPr>
                    <a:noFill/>
                  </a:tcPr>
                </a:tc>
                <a:extLst>
                  <a:ext uri="{0D108BD9-81ED-4DB2-BD59-A6C34878D82A}">
                    <a16:rowId xmlns:a16="http://schemas.microsoft.com/office/drawing/2014/main" val="4167851679"/>
                  </a:ext>
                </a:extLst>
              </a:tr>
              <a:tr h="256999">
                <a:tc rowSpan="2">
                  <a:txBody>
                    <a:bodyPr/>
                    <a:lstStyle/>
                    <a:p>
                      <a:pPr algn="ctr"/>
                      <a:r>
                        <a:rPr lang="zh-CN" altLang="en-US" sz="1100" b="1" kern="1200" dirty="0">
                          <a:solidFill>
                            <a:schemeClr val="tx1"/>
                          </a:solidFill>
                          <a:latin typeface="+mn-lt"/>
                          <a:ea typeface="+mn-ea"/>
                          <a:cs typeface="+mn-cs"/>
                        </a:rPr>
                        <a:t>购买</a:t>
                      </a:r>
                      <a:endParaRPr lang="en-US" altLang="zh-CN" sz="1100" b="1" kern="1200" dirty="0">
                        <a:solidFill>
                          <a:schemeClr val="tx1"/>
                        </a:solidFill>
                        <a:latin typeface="+mn-lt"/>
                        <a:ea typeface="+mn-ea"/>
                        <a:cs typeface="+mn-cs"/>
                      </a:endParaRPr>
                    </a:p>
                    <a:p>
                      <a:pPr algn="ctr"/>
                      <a:r>
                        <a:rPr lang="zh-CN" altLang="en-US" sz="1100" b="1" kern="1200" dirty="0">
                          <a:solidFill>
                            <a:schemeClr val="tx1"/>
                          </a:solidFill>
                          <a:latin typeface="+mn-lt"/>
                          <a:ea typeface="+mn-ea"/>
                          <a:cs typeface="+mn-cs"/>
                        </a:rPr>
                        <a:t>登记</a:t>
                      </a:r>
                    </a:p>
                  </a:txBody>
                  <a:tcPr>
                    <a:solidFill>
                      <a:schemeClr val="accent1">
                        <a:lumMod val="20000"/>
                        <a:lumOff val="80000"/>
                      </a:schemeClr>
                    </a:solidFill>
                  </a:tcPr>
                </a:tc>
                <a:tc>
                  <a:txBody>
                    <a:bodyPr/>
                    <a:lstStyle/>
                    <a:p>
                      <a:pPr algn="ctr"/>
                      <a:r>
                        <a:rPr lang="en-US" altLang="zh-CN" sz="1100" b="1" dirty="0"/>
                        <a:t>Draft</a:t>
                      </a:r>
                      <a:endParaRPr lang="zh-CN" altLang="en-US" sz="1100" b="1"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gridSpan="2">
                  <a:txBody>
                    <a:bodyPr/>
                    <a:lstStyle/>
                    <a:p>
                      <a:pPr algn="ctr"/>
                      <a:r>
                        <a:rPr lang="zh-CN" altLang="en-US" sz="1100" b="1" dirty="0"/>
                        <a:t>订单日期</a:t>
                      </a:r>
                      <a:endParaRPr lang="zh-CN" altLang="en-US" sz="1100" b="1"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dirty="0"/>
                        <a:t>总价</a:t>
                      </a:r>
                    </a:p>
                  </a:txBody>
                  <a:tcPr>
                    <a:solidFill>
                      <a:schemeClr val="accent1">
                        <a:lumMod val="20000"/>
                        <a:lumOff val="80000"/>
                      </a:schemeClr>
                    </a:solidFill>
                  </a:tcPr>
                </a:tc>
                <a:tc gridSpan="2">
                  <a:txBody>
                    <a:bodyPr/>
                    <a:lstStyle/>
                    <a:p>
                      <a:pPr algn="ctr"/>
                      <a:r>
                        <a:rPr lang="zh-CN" altLang="en-US" sz="1100" b="1" dirty="0"/>
                        <a:t>预计到货日</a:t>
                      </a:r>
                    </a:p>
                  </a:txBody>
                  <a:tcPr>
                    <a:solidFill>
                      <a:schemeClr val="accent1">
                        <a:lumMod val="20000"/>
                        <a:lumOff val="80000"/>
                      </a:schemeClr>
                    </a:solidFill>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b="1" dirty="0">
                          <a:latin typeface="微软雅黑" panose="020B0503020204020204" pitchFamily="34" charset="-122"/>
                          <a:ea typeface="微软雅黑" panose="020B0503020204020204" pitchFamily="34" charset="-122"/>
                        </a:rPr>
                        <a:t>-</a:t>
                      </a:r>
                      <a:endParaRPr lang="zh-CN" altLang="en-US" sz="1100" b="1"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a:txBody>
                    <a:bodyPr/>
                    <a:lstStyle/>
                    <a:p>
                      <a:pPr algn="ctr"/>
                      <a:r>
                        <a:rPr lang="en-US" altLang="zh-CN" sz="1100" b="1" dirty="0">
                          <a:latin typeface="微软雅黑" panose="020B0503020204020204" pitchFamily="34" charset="-122"/>
                          <a:ea typeface="微软雅黑" panose="020B0503020204020204" pitchFamily="34" charset="-122"/>
                        </a:rPr>
                        <a:t>-</a:t>
                      </a:r>
                      <a:endParaRPr lang="zh-CN" altLang="en-US" sz="1100" b="1"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extLst>
                  <a:ext uri="{0D108BD9-81ED-4DB2-BD59-A6C34878D82A}">
                    <a16:rowId xmlns:a16="http://schemas.microsoft.com/office/drawing/2014/main" val="2536624127"/>
                  </a:ext>
                </a:extLst>
              </a:tr>
              <a:tr h="256999">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gridSpan="6">
                  <a:txBody>
                    <a:bodyPr/>
                    <a:lstStyle/>
                    <a:p>
                      <a:pPr algn="ctr"/>
                      <a:r>
                        <a:rPr lang="zh-CN" altLang="en-US" sz="1100" dirty="0"/>
                        <a:t>手动登记</a:t>
                      </a:r>
                      <a:endParaRPr lang="zh-CN" altLang="en-US" sz="1100" dirty="0">
                        <a:latin typeface="微软雅黑" panose="020B0503020204020204" pitchFamily="34" charset="-122"/>
                        <a:ea typeface="微软雅黑" panose="020B0503020204020204" pitchFamily="34" charset="-122"/>
                      </a:endParaRPr>
                    </a:p>
                  </a:txBody>
                  <a:tcP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hMerge="1">
                  <a:txBody>
                    <a:bodyPr/>
                    <a:lstStyle/>
                    <a:p>
                      <a:endParaRPr lang="zh-CN" altLang="en-US"/>
                    </a:p>
                  </a:txBody>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noFill/>
                  </a:tcPr>
                </a:tc>
                <a:tc>
                  <a:txBody>
                    <a:bodyPr/>
                    <a:lstStyle/>
                    <a:p>
                      <a:pPr algn="ct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noFill/>
                  </a:tcPr>
                </a:tc>
                <a:extLst>
                  <a:ext uri="{0D108BD9-81ED-4DB2-BD59-A6C34878D82A}">
                    <a16:rowId xmlns:a16="http://schemas.microsoft.com/office/drawing/2014/main" val="3047349946"/>
                  </a:ext>
                </a:extLst>
              </a:tr>
            </a:tbl>
          </a:graphicData>
        </a:graphic>
      </p:graphicFrame>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10</a:t>
            </a:fld>
            <a:endParaRPr lang="ko-KR" altLang="en-US">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p:txBody>
          <a:bodyPr>
            <a:noAutofit/>
          </a:bodyPr>
          <a:lstStyle/>
          <a:p>
            <a:r>
              <a:rPr lang="zh-CN" altLang="en-US" sz="1800" b="1" dirty="0">
                <a:latin typeface="微软雅黑" panose="020B0503020204020204" pitchFamily="34" charset="-122"/>
                <a:ea typeface="微软雅黑" panose="020B0503020204020204" pitchFamily="34" charset="-122"/>
              </a:rPr>
              <a:t>功能需求：管理画面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物料登记</a:t>
            </a:r>
          </a:p>
        </p:txBody>
      </p:sp>
      <p:sp>
        <p:nvSpPr>
          <p:cNvPr id="14" name="Rectangle 1378">
            <a:extLst>
              <a:ext uri="{FF2B5EF4-FFF2-40B4-BE49-F238E27FC236}">
                <a16:creationId xmlns:a16="http://schemas.microsoft.com/office/drawing/2014/main" id="{45C680E8-F9D2-45BF-BEDC-7735EDC0E5BB}"/>
              </a:ext>
            </a:extLst>
          </p:cNvPr>
          <p:cNvSpPr>
            <a:spLocks noChangeArrowheads="1"/>
          </p:cNvSpPr>
          <p:nvPr/>
        </p:nvSpPr>
        <p:spPr bwMode="auto">
          <a:xfrm>
            <a:off x="1349885" y="1579415"/>
            <a:ext cx="1572032" cy="1906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对需求方物料申请信息进行手动登录；</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对</a:t>
            </a:r>
            <a:r>
              <a:rPr lang="en-US" altLang="zh-CN" sz="1200" b="1" kern="0" dirty="0">
                <a:solidFill>
                  <a:srgbClr val="000000"/>
                </a:solidFill>
                <a:latin typeface="微软雅黑" panose="020B0503020204020204" pitchFamily="34" charset="-122"/>
                <a:ea typeface="微软雅黑" panose="020B0503020204020204" pitchFamily="34" charset="-122"/>
              </a:rPr>
              <a:t>IT</a:t>
            </a:r>
            <a:r>
              <a:rPr lang="zh-CN" altLang="en-US" sz="1200" b="1" kern="0" dirty="0">
                <a:solidFill>
                  <a:srgbClr val="000000"/>
                </a:solidFill>
                <a:latin typeface="微软雅黑" panose="020B0503020204020204" pitchFamily="34" charset="-122"/>
                <a:ea typeface="微软雅黑" panose="020B0503020204020204" pitchFamily="34" charset="-122"/>
              </a:rPr>
              <a:t>购买信息进行手动登录；</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申请</a:t>
            </a:r>
            <a:r>
              <a:rPr lang="en-US" altLang="zh-CN" sz="1200" b="1" kern="0" dirty="0">
                <a:solidFill>
                  <a:srgbClr val="000000"/>
                </a:solidFill>
                <a:latin typeface="微软雅黑" panose="020B0503020204020204" pitchFamily="34" charset="-122"/>
                <a:ea typeface="微软雅黑" panose="020B0503020204020204" pitchFamily="34" charset="-122"/>
              </a:rPr>
              <a:t>No</a:t>
            </a:r>
            <a:r>
              <a:rPr lang="zh-CN" altLang="en-US" sz="1200" b="1" kern="0" dirty="0">
                <a:solidFill>
                  <a:srgbClr val="000000"/>
                </a:solidFill>
                <a:latin typeface="微软雅黑" panose="020B0503020204020204" pitchFamily="34" charset="-122"/>
                <a:ea typeface="微软雅黑" panose="020B0503020204020204" pitchFamily="34" charset="-122"/>
              </a:rPr>
              <a:t>自动生成且申请</a:t>
            </a:r>
            <a:r>
              <a:rPr lang="en-US" altLang="zh-CN" sz="1200" b="1" kern="0" dirty="0">
                <a:solidFill>
                  <a:srgbClr val="000000"/>
                </a:solidFill>
                <a:latin typeface="微软雅黑" panose="020B0503020204020204" pitchFamily="34" charset="-122"/>
                <a:ea typeface="微软雅黑" panose="020B0503020204020204" pitchFamily="34" charset="-122"/>
              </a:rPr>
              <a:t>No</a:t>
            </a:r>
            <a:r>
              <a:rPr lang="zh-CN" altLang="en-US" sz="1200" b="1" kern="0" dirty="0">
                <a:solidFill>
                  <a:srgbClr val="000000"/>
                </a:solidFill>
                <a:latin typeface="微软雅黑" panose="020B0503020204020204" pitchFamily="34" charset="-122"/>
                <a:ea typeface="微软雅黑" panose="020B0503020204020204" pitchFamily="34" charset="-122"/>
              </a:rPr>
              <a:t>别登记购买信息；</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sp>
        <p:nvSpPr>
          <p:cNvPr id="15" name="Rectangle 1379">
            <a:extLst>
              <a:ext uri="{FF2B5EF4-FFF2-40B4-BE49-F238E27FC236}">
                <a16:creationId xmlns:a16="http://schemas.microsoft.com/office/drawing/2014/main" id="{EB07AF95-7FEC-43FC-9DB1-D06E8CFB91BA}"/>
              </a:ext>
            </a:extLst>
          </p:cNvPr>
          <p:cNvSpPr>
            <a:spLocks noChangeArrowheads="1"/>
          </p:cNvSpPr>
          <p:nvPr/>
        </p:nvSpPr>
        <p:spPr bwMode="auto">
          <a:xfrm>
            <a:off x="1349884" y="1147615"/>
            <a:ext cx="1520071"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1380">
            <a:extLst>
              <a:ext uri="{FF2B5EF4-FFF2-40B4-BE49-F238E27FC236}">
                <a16:creationId xmlns:a16="http://schemas.microsoft.com/office/drawing/2014/main" id="{AFA700C6-00A1-408A-BA6F-AF9395450554}"/>
              </a:ext>
            </a:extLst>
          </p:cNvPr>
          <p:cNvSpPr>
            <a:spLocks noChangeShapeType="1"/>
          </p:cNvSpPr>
          <p:nvPr/>
        </p:nvSpPr>
        <p:spPr bwMode="auto">
          <a:xfrm>
            <a:off x="1349885" y="1447653"/>
            <a:ext cx="1572032"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Rectangle 1383">
            <a:extLst>
              <a:ext uri="{FF2B5EF4-FFF2-40B4-BE49-F238E27FC236}">
                <a16:creationId xmlns:a16="http://schemas.microsoft.com/office/drawing/2014/main" id="{324C9F06-D3EE-4B3B-A90E-E6C19C98CBE9}"/>
              </a:ext>
            </a:extLst>
          </p:cNvPr>
          <p:cNvSpPr>
            <a:spLocks noChangeArrowheads="1"/>
          </p:cNvSpPr>
          <p:nvPr/>
        </p:nvSpPr>
        <p:spPr bwMode="auto">
          <a:xfrm>
            <a:off x="3205410" y="1147614"/>
            <a:ext cx="5867915"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其他</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Line 1384">
            <a:extLst>
              <a:ext uri="{FF2B5EF4-FFF2-40B4-BE49-F238E27FC236}">
                <a16:creationId xmlns:a16="http://schemas.microsoft.com/office/drawing/2014/main" id="{6DE06FD9-0ACD-4E39-BCDB-17C61399B303}"/>
              </a:ext>
            </a:extLst>
          </p:cNvPr>
          <p:cNvSpPr>
            <a:spLocks noChangeShapeType="1"/>
          </p:cNvSpPr>
          <p:nvPr/>
        </p:nvSpPr>
        <p:spPr bwMode="auto">
          <a:xfrm>
            <a:off x="3205410" y="1447653"/>
            <a:ext cx="591365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AutoShape 1385">
            <a:extLst>
              <a:ext uri="{FF2B5EF4-FFF2-40B4-BE49-F238E27FC236}">
                <a16:creationId xmlns:a16="http://schemas.microsoft.com/office/drawing/2014/main" id="{67681FC0-C9F7-4B24-966F-6715E2E2BF3B}"/>
              </a:ext>
            </a:extLst>
          </p:cNvPr>
          <p:cNvSpPr>
            <a:spLocks noChangeArrowheads="1"/>
          </p:cNvSpPr>
          <p:nvPr/>
        </p:nvSpPr>
        <p:spPr bwMode="auto">
          <a:xfrm rot="16200000" flipH="1">
            <a:off x="527255" y="3856277"/>
            <a:ext cx="5038928" cy="147381"/>
          </a:xfrm>
          <a:prstGeom prst="triangle">
            <a:avLst>
              <a:gd name="adj" fmla="val 50000"/>
            </a:avLst>
          </a:prstGeom>
          <a:solidFill>
            <a:srgbClr val="90909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26" name="Group 14">
            <a:extLst>
              <a:ext uri="{FF2B5EF4-FFF2-40B4-BE49-F238E27FC236}">
                <a16:creationId xmlns:a16="http://schemas.microsoft.com/office/drawing/2014/main" id="{FEBEB67E-6BD2-4F1D-A6F7-E474AA9D2D0F}"/>
              </a:ext>
            </a:extLst>
          </p:cNvPr>
          <p:cNvGrpSpPr>
            <a:grpSpLocks/>
          </p:cNvGrpSpPr>
          <p:nvPr/>
        </p:nvGrpSpPr>
        <p:grpSpPr bwMode="auto">
          <a:xfrm>
            <a:off x="76230" y="1575207"/>
            <a:ext cx="1127694" cy="788988"/>
            <a:chOff x="2400" y="1968"/>
            <a:chExt cx="1152" cy="576"/>
          </a:xfrm>
        </p:grpSpPr>
        <p:sp>
          <p:nvSpPr>
            <p:cNvPr id="27" name="Freeform 15">
              <a:extLst>
                <a:ext uri="{FF2B5EF4-FFF2-40B4-BE49-F238E27FC236}">
                  <a16:creationId xmlns:a16="http://schemas.microsoft.com/office/drawing/2014/main" id="{099D18EC-F1DF-41C1-A595-F24C6BB9CA70}"/>
                </a:ext>
              </a:extLst>
            </p:cNvPr>
            <p:cNvSpPr>
              <a:spLocks/>
            </p:cNvSpPr>
            <p:nvPr>
              <p:custDataLst>
                <p:tags r:id="rId3"/>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Rectangle 16">
              <a:extLst>
                <a:ext uri="{FF2B5EF4-FFF2-40B4-BE49-F238E27FC236}">
                  <a16:creationId xmlns:a16="http://schemas.microsoft.com/office/drawing/2014/main" id="{D8BCDABA-1FD3-4ED5-AB53-86C617A210F7}"/>
                </a:ext>
              </a:extLst>
            </p:cNvPr>
            <p:cNvSpPr>
              <a:spLocks noChangeArrowheads="1"/>
            </p:cNvSpPr>
            <p:nvPr>
              <p:custDataLst>
                <p:tags r:id="rId4"/>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物料申请登记</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2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物料购买登记</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29" name="Group 14">
            <a:extLst>
              <a:ext uri="{FF2B5EF4-FFF2-40B4-BE49-F238E27FC236}">
                <a16:creationId xmlns:a16="http://schemas.microsoft.com/office/drawing/2014/main" id="{917E17DD-C5E2-44C4-A9C0-5C44C96BAA9D}"/>
              </a:ext>
            </a:extLst>
          </p:cNvPr>
          <p:cNvGrpSpPr>
            <a:grpSpLocks/>
          </p:cNvGrpSpPr>
          <p:nvPr/>
        </p:nvGrpSpPr>
        <p:grpSpPr bwMode="auto">
          <a:xfrm>
            <a:off x="76230" y="3759525"/>
            <a:ext cx="1127694" cy="788988"/>
            <a:chOff x="2400" y="1968"/>
            <a:chExt cx="1152" cy="576"/>
          </a:xfrm>
        </p:grpSpPr>
        <p:sp>
          <p:nvSpPr>
            <p:cNvPr id="30" name="Freeform 15">
              <a:extLst>
                <a:ext uri="{FF2B5EF4-FFF2-40B4-BE49-F238E27FC236}">
                  <a16:creationId xmlns:a16="http://schemas.microsoft.com/office/drawing/2014/main" id="{F425A4A9-D207-4433-A39B-42D6AD3F9F6D}"/>
                </a:ext>
              </a:extLst>
            </p:cNvPr>
            <p:cNvSpPr>
              <a:spLocks/>
            </p:cNvSpPr>
            <p:nvPr>
              <p:custDataLst>
                <p:tags r:id="rId1"/>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Rectangle 16">
              <a:extLst>
                <a:ext uri="{FF2B5EF4-FFF2-40B4-BE49-F238E27FC236}">
                  <a16:creationId xmlns:a16="http://schemas.microsoft.com/office/drawing/2014/main" id="{36199550-94ED-4268-87F5-49EEA21F1963}"/>
                </a:ext>
              </a:extLst>
            </p:cNvPr>
            <p:cNvSpPr>
              <a:spLocks noChangeArrowheads="1"/>
            </p:cNvSpPr>
            <p:nvPr>
              <p:custDataLst>
                <p:tags r:id="rId2"/>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入库登记</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5" name="Rectangle 1378">
            <a:extLst>
              <a:ext uri="{FF2B5EF4-FFF2-40B4-BE49-F238E27FC236}">
                <a16:creationId xmlns:a16="http://schemas.microsoft.com/office/drawing/2014/main" id="{D148F2F3-C15F-4BB7-8E43-B49145FEBFC4}"/>
              </a:ext>
            </a:extLst>
          </p:cNvPr>
          <p:cNvSpPr>
            <a:spLocks noChangeArrowheads="1"/>
          </p:cNvSpPr>
          <p:nvPr/>
        </p:nvSpPr>
        <p:spPr bwMode="auto">
          <a:xfrm>
            <a:off x="1349884" y="3735124"/>
            <a:ext cx="1520071" cy="1906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实物到货后入库登记；</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可批量</a:t>
            </a:r>
            <a:r>
              <a:rPr lang="en-US" altLang="zh-CN" sz="1200" b="1" kern="0" dirty="0">
                <a:solidFill>
                  <a:srgbClr val="000000"/>
                </a:solidFill>
                <a:latin typeface="微软雅黑" panose="020B0503020204020204" pitchFamily="34" charset="-122"/>
                <a:ea typeface="微软雅黑" panose="020B0503020204020204" pitchFamily="34" charset="-122"/>
              </a:rPr>
              <a:t>Import</a:t>
            </a:r>
            <a:r>
              <a:rPr lang="zh-CN" altLang="en-US" sz="1200" b="1" kern="0" dirty="0">
                <a:solidFill>
                  <a:srgbClr val="000000"/>
                </a:solidFill>
                <a:latin typeface="微软雅黑" panose="020B0503020204020204" pitchFamily="34" charset="-122"/>
                <a:ea typeface="微软雅黑" panose="020B0503020204020204" pitchFamily="34" charset="-122"/>
              </a:rPr>
              <a:t>登记，</a:t>
            </a:r>
            <a:r>
              <a:rPr lang="en-US" altLang="zh-CN" sz="1200" b="1" kern="0" dirty="0">
                <a:solidFill>
                  <a:srgbClr val="000000"/>
                </a:solidFill>
                <a:latin typeface="微软雅黑" panose="020B0503020204020204" pitchFamily="34" charset="-122"/>
                <a:ea typeface="微软雅黑" panose="020B0503020204020204" pitchFamily="34" charset="-122"/>
              </a:rPr>
              <a:t>Import</a:t>
            </a:r>
            <a:r>
              <a:rPr lang="zh-CN" altLang="en-US" sz="1200" b="1" kern="0" dirty="0">
                <a:solidFill>
                  <a:srgbClr val="000000"/>
                </a:solidFill>
                <a:latin typeface="微软雅黑" panose="020B0503020204020204" pitchFamily="34" charset="-122"/>
                <a:ea typeface="微软雅黑" panose="020B0503020204020204" pitchFamily="34" charset="-122"/>
              </a:rPr>
              <a:t>模板；</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登记决裁：已提交、决裁中、审批完成。</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登记完毕后：物料状态：在库</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sp>
        <p:nvSpPr>
          <p:cNvPr id="36" name="Rectangle 1382">
            <a:extLst>
              <a:ext uri="{FF2B5EF4-FFF2-40B4-BE49-F238E27FC236}">
                <a16:creationId xmlns:a16="http://schemas.microsoft.com/office/drawing/2014/main" id="{8E0C5B36-B9EC-45BA-9B62-22FCF7B57EEF}"/>
              </a:ext>
            </a:extLst>
          </p:cNvPr>
          <p:cNvSpPr>
            <a:spLocks noChangeArrowheads="1"/>
          </p:cNvSpPr>
          <p:nvPr/>
        </p:nvSpPr>
        <p:spPr bwMode="auto">
          <a:xfrm>
            <a:off x="3205410" y="5894797"/>
            <a:ext cx="6403410"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0000"/>
                </a:solidFill>
                <a:latin typeface="微软雅黑" panose="020B0503020204020204" pitchFamily="34" charset="-122"/>
                <a:ea typeface="微软雅黑" panose="020B0503020204020204" pitchFamily="34" charset="-122"/>
              </a:rPr>
              <a:t>入库登记和申请号码联动入库登记，自动带入申请、购买登记相关信息；</a:t>
            </a:r>
            <a:endParaRPr lang="en-US" altLang="zh-CN" sz="1100"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54A6"/>
                </a:solidFill>
                <a:latin typeface="微软雅黑" panose="020B0503020204020204" pitchFamily="34" charset="-122"/>
                <a:ea typeface="微软雅黑" panose="020B0503020204020204" pitchFamily="34" charset="-122"/>
              </a:rPr>
              <a:t>耗材登记使用者根据管理要求自行决定登记按批次或单个登记；</a:t>
            </a:r>
            <a:endParaRPr lang="en-US" altLang="zh-CN" sz="1100" kern="0" dirty="0">
              <a:solidFill>
                <a:srgbClr val="0054A6"/>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54A6"/>
                </a:solidFill>
                <a:latin typeface="微软雅黑" panose="020B0503020204020204" pitchFamily="34" charset="-122"/>
                <a:ea typeface="微软雅黑" panose="020B0503020204020204" pitchFamily="34" charset="-122"/>
              </a:rPr>
              <a:t>“新旧”默认为“新”，可手动修改为“旧”，当有返还或变更履历后，自动更新为“旧”；</a:t>
            </a:r>
            <a:endParaRPr lang="en-US" altLang="zh-CN" sz="1100" kern="0" dirty="0">
              <a:solidFill>
                <a:srgbClr val="0054A6"/>
              </a:solidFill>
              <a:latin typeface="微软雅黑" panose="020B0503020204020204" pitchFamily="34" charset="-122"/>
              <a:ea typeface="微软雅黑" panose="020B0503020204020204" pitchFamily="34" charset="-122"/>
            </a:endParaRPr>
          </a:p>
        </p:txBody>
      </p:sp>
      <p:grpSp>
        <p:nvGrpSpPr>
          <p:cNvPr id="24" name="组合 23">
            <a:extLst>
              <a:ext uri="{FF2B5EF4-FFF2-40B4-BE49-F238E27FC236}">
                <a16:creationId xmlns:a16="http://schemas.microsoft.com/office/drawing/2014/main" id="{CCE72862-C14F-4D44-8956-30DD2F7CED8B}"/>
              </a:ext>
            </a:extLst>
          </p:cNvPr>
          <p:cNvGrpSpPr/>
          <p:nvPr/>
        </p:nvGrpSpPr>
        <p:grpSpPr>
          <a:xfrm>
            <a:off x="3777657" y="365452"/>
            <a:ext cx="219075" cy="304800"/>
            <a:chOff x="4029075" y="4013200"/>
            <a:chExt cx="219075" cy="304800"/>
          </a:xfrm>
        </p:grpSpPr>
        <p:grpSp>
          <p:nvGrpSpPr>
            <p:cNvPr id="25" name="Group 679">
              <a:extLst>
                <a:ext uri="{FF2B5EF4-FFF2-40B4-BE49-F238E27FC236}">
                  <a16:creationId xmlns:a16="http://schemas.microsoft.com/office/drawing/2014/main" id="{B6A01064-87A1-46A7-958B-969214F4631A}"/>
                </a:ext>
              </a:extLst>
            </p:cNvPr>
            <p:cNvGrpSpPr>
              <a:grpSpLocks/>
            </p:cNvGrpSpPr>
            <p:nvPr/>
          </p:nvGrpSpPr>
          <p:grpSpPr bwMode="auto">
            <a:xfrm>
              <a:off x="4087813" y="4013200"/>
              <a:ext cx="160337" cy="304800"/>
              <a:chOff x="1509" y="506"/>
              <a:chExt cx="131" cy="200"/>
            </a:xfrm>
          </p:grpSpPr>
          <p:sp>
            <p:nvSpPr>
              <p:cNvPr id="33" name="Arc 680">
                <a:extLst>
                  <a:ext uri="{FF2B5EF4-FFF2-40B4-BE49-F238E27FC236}">
                    <a16:creationId xmlns:a16="http://schemas.microsoft.com/office/drawing/2014/main" id="{A6AC274D-C349-4F7D-862A-D532A789D4FC}"/>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34" name="Arc 681">
                <a:extLst>
                  <a:ext uri="{FF2B5EF4-FFF2-40B4-BE49-F238E27FC236}">
                    <a16:creationId xmlns:a16="http://schemas.microsoft.com/office/drawing/2014/main" id="{82B53E3A-0B67-4746-8462-A0BD93253465}"/>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2" name="Rectangle 682">
              <a:extLst>
                <a:ext uri="{FF2B5EF4-FFF2-40B4-BE49-F238E27FC236}">
                  <a16:creationId xmlns:a16="http://schemas.microsoft.com/office/drawing/2014/main" id="{71CF2EE6-7E6B-49CD-B602-960EC3E37C1C}"/>
                </a:ext>
              </a:extLst>
            </p:cNvPr>
            <p:cNvSpPr>
              <a:spLocks noChangeArrowheads="1"/>
            </p:cNvSpPr>
            <p:nvPr/>
          </p:nvSpPr>
          <p:spPr bwMode="invGray">
            <a:xfrm>
              <a:off x="4029075" y="4079875"/>
              <a:ext cx="18256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7</a:t>
              </a:r>
              <a:endParaRPr lang="ko-KR" altLang="ko-KR" sz="1400" i="1" dirty="0">
                <a:latin typeface="Arial Black" panose="020B0A04020102020204" pitchFamily="34" charset="0"/>
              </a:endParaRPr>
            </a:p>
          </p:txBody>
        </p:sp>
      </p:grpSp>
      <p:sp>
        <p:nvSpPr>
          <p:cNvPr id="2" name="箭头: 左弧形 1">
            <a:extLst>
              <a:ext uri="{FF2B5EF4-FFF2-40B4-BE49-F238E27FC236}">
                <a16:creationId xmlns:a16="http://schemas.microsoft.com/office/drawing/2014/main" id="{8F9AE59E-B4CB-4F5D-89FF-8EA42D105CCD}"/>
              </a:ext>
            </a:extLst>
          </p:cNvPr>
          <p:cNvSpPr/>
          <p:nvPr/>
        </p:nvSpPr>
        <p:spPr>
          <a:xfrm>
            <a:off x="3205410" y="2740575"/>
            <a:ext cx="418291" cy="889649"/>
          </a:xfrm>
          <a:prstGeom prst="curvedRightArrow">
            <a:avLst>
              <a:gd name="adj1" fmla="val 25000"/>
              <a:gd name="adj2" fmla="val 50000"/>
              <a:gd name="adj3" fmla="val 2500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联动</a:t>
            </a:r>
          </a:p>
        </p:txBody>
      </p:sp>
      <p:graphicFrame>
        <p:nvGraphicFramePr>
          <p:cNvPr id="40" name="表格 4">
            <a:extLst>
              <a:ext uri="{FF2B5EF4-FFF2-40B4-BE49-F238E27FC236}">
                <a16:creationId xmlns:a16="http://schemas.microsoft.com/office/drawing/2014/main" id="{ABA7B05F-C4C4-4B89-93A7-B0A6A0A68E97}"/>
              </a:ext>
            </a:extLst>
          </p:cNvPr>
          <p:cNvGraphicFramePr>
            <a:graphicFrameLocks noGrp="1"/>
          </p:cNvGraphicFramePr>
          <p:nvPr>
            <p:extLst>
              <p:ext uri="{D42A27DB-BD31-4B8C-83A1-F6EECF244321}">
                <p14:modId xmlns:p14="http://schemas.microsoft.com/office/powerpoint/2010/main" val="466536024"/>
              </p:ext>
            </p:extLst>
          </p:nvPr>
        </p:nvGraphicFramePr>
        <p:xfrm>
          <a:off x="3205411" y="3735123"/>
          <a:ext cx="6644133" cy="2054776"/>
        </p:xfrm>
        <a:graphic>
          <a:graphicData uri="http://schemas.openxmlformats.org/drawingml/2006/table">
            <a:tbl>
              <a:tblPr firstRow="1" bandRow="1">
                <a:tableStyleId>{BC89EF96-8CEA-46FF-86C4-4CE0E7609802}</a:tableStyleId>
              </a:tblPr>
              <a:tblGrid>
                <a:gridCol w="481566">
                  <a:extLst>
                    <a:ext uri="{9D8B030D-6E8A-4147-A177-3AD203B41FA5}">
                      <a16:colId xmlns:a16="http://schemas.microsoft.com/office/drawing/2014/main" val="2686577530"/>
                    </a:ext>
                  </a:extLst>
                </a:gridCol>
                <a:gridCol w="603034">
                  <a:extLst>
                    <a:ext uri="{9D8B030D-6E8A-4147-A177-3AD203B41FA5}">
                      <a16:colId xmlns:a16="http://schemas.microsoft.com/office/drawing/2014/main" val="2126939445"/>
                    </a:ext>
                  </a:extLst>
                </a:gridCol>
                <a:gridCol w="681449">
                  <a:extLst>
                    <a:ext uri="{9D8B030D-6E8A-4147-A177-3AD203B41FA5}">
                      <a16:colId xmlns:a16="http://schemas.microsoft.com/office/drawing/2014/main" val="1538874115"/>
                    </a:ext>
                  </a:extLst>
                </a:gridCol>
                <a:gridCol w="732190">
                  <a:extLst>
                    <a:ext uri="{9D8B030D-6E8A-4147-A177-3AD203B41FA5}">
                      <a16:colId xmlns:a16="http://schemas.microsoft.com/office/drawing/2014/main" val="1399092864"/>
                    </a:ext>
                  </a:extLst>
                </a:gridCol>
                <a:gridCol w="610721">
                  <a:extLst>
                    <a:ext uri="{9D8B030D-6E8A-4147-A177-3AD203B41FA5}">
                      <a16:colId xmlns:a16="http://schemas.microsoft.com/office/drawing/2014/main" val="4118860908"/>
                    </a:ext>
                  </a:extLst>
                </a:gridCol>
                <a:gridCol w="481566">
                  <a:extLst>
                    <a:ext uri="{9D8B030D-6E8A-4147-A177-3AD203B41FA5}">
                      <a16:colId xmlns:a16="http://schemas.microsoft.com/office/drawing/2014/main" val="4289211770"/>
                    </a:ext>
                  </a:extLst>
                </a:gridCol>
                <a:gridCol w="481566">
                  <a:extLst>
                    <a:ext uri="{9D8B030D-6E8A-4147-A177-3AD203B41FA5}">
                      <a16:colId xmlns:a16="http://schemas.microsoft.com/office/drawing/2014/main" val="3988362686"/>
                    </a:ext>
                  </a:extLst>
                </a:gridCol>
                <a:gridCol w="739877">
                  <a:extLst>
                    <a:ext uri="{9D8B030D-6E8A-4147-A177-3AD203B41FA5}">
                      <a16:colId xmlns:a16="http://schemas.microsoft.com/office/drawing/2014/main" val="1632333202"/>
                    </a:ext>
                  </a:extLst>
                </a:gridCol>
                <a:gridCol w="739877">
                  <a:extLst>
                    <a:ext uri="{9D8B030D-6E8A-4147-A177-3AD203B41FA5}">
                      <a16:colId xmlns:a16="http://schemas.microsoft.com/office/drawing/2014/main" val="2223181586"/>
                    </a:ext>
                  </a:extLst>
                </a:gridCol>
                <a:gridCol w="610721">
                  <a:extLst>
                    <a:ext uri="{9D8B030D-6E8A-4147-A177-3AD203B41FA5}">
                      <a16:colId xmlns:a16="http://schemas.microsoft.com/office/drawing/2014/main" val="1348796004"/>
                    </a:ext>
                  </a:extLst>
                </a:gridCol>
                <a:gridCol w="481566">
                  <a:extLst>
                    <a:ext uri="{9D8B030D-6E8A-4147-A177-3AD203B41FA5}">
                      <a16:colId xmlns:a16="http://schemas.microsoft.com/office/drawing/2014/main" val="1059048071"/>
                    </a:ext>
                  </a:extLst>
                </a:gridCol>
              </a:tblGrid>
              <a:tr h="256847">
                <a:tc rowSpan="4">
                  <a:txBody>
                    <a:bodyPr/>
                    <a:lstStyle/>
                    <a:p>
                      <a:pPr algn="ctr"/>
                      <a:r>
                        <a:rPr lang="zh-CN" altLang="en-US" sz="1050" b="1" dirty="0"/>
                        <a:t>资产</a:t>
                      </a:r>
                      <a:endParaRPr lang="en-US" altLang="zh-CN" sz="1050" b="1" dirty="0"/>
                    </a:p>
                    <a:p>
                      <a:pPr algn="ctr"/>
                      <a:r>
                        <a:rPr lang="zh-CN" altLang="en-US" sz="1050" b="1" dirty="0"/>
                        <a:t>入库</a:t>
                      </a:r>
                      <a:endParaRPr lang="en-US" altLang="zh-CN" sz="1050" b="1" dirty="0"/>
                    </a:p>
                  </a:txBody>
                  <a:tcPr anchor="ctr">
                    <a:solidFill>
                      <a:schemeClr val="accent1">
                        <a:lumMod val="20000"/>
                        <a:lumOff val="80000"/>
                      </a:schemeClr>
                    </a:solidFill>
                  </a:tcPr>
                </a:tc>
                <a:tc>
                  <a:txBody>
                    <a:bodyPr/>
                    <a:lstStyle/>
                    <a:p>
                      <a:pPr algn="ctr"/>
                      <a:r>
                        <a:rPr lang="zh-CN" altLang="en-US" sz="1050" b="1" dirty="0">
                          <a:latin typeface="微软雅黑" panose="020B0503020204020204" pitchFamily="34" charset="-122"/>
                          <a:ea typeface="微软雅黑" panose="020B0503020204020204" pitchFamily="34" charset="-122"/>
                        </a:rPr>
                        <a:t>资产号</a:t>
                      </a:r>
                    </a:p>
                  </a:txBody>
                  <a:tcPr anchor="ctr">
                    <a:solidFill>
                      <a:schemeClr val="accent1">
                        <a:lumMod val="20000"/>
                        <a:lumOff val="80000"/>
                      </a:schemeClr>
                    </a:solidFill>
                  </a:tcPr>
                </a:tc>
                <a:tc>
                  <a:txBody>
                    <a:bodyPr/>
                    <a:lstStyle/>
                    <a:p>
                      <a:pPr algn="ctr"/>
                      <a:r>
                        <a:rPr lang="en-US" altLang="zh-CN" sz="1050" b="1" dirty="0">
                          <a:latin typeface="微软雅黑" panose="020B0503020204020204" pitchFamily="34" charset="-122"/>
                          <a:ea typeface="微软雅黑" panose="020B0503020204020204" pitchFamily="34" charset="-122"/>
                        </a:rPr>
                        <a:t>SAP no</a:t>
                      </a:r>
                      <a:endParaRPr lang="zh-CN" altLang="en-US" sz="105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050" b="1" dirty="0">
                          <a:latin typeface="微软雅黑" panose="020B0503020204020204" pitchFamily="34" charset="-122"/>
                          <a:ea typeface="微软雅黑" panose="020B0503020204020204" pitchFamily="34" charset="-122"/>
                        </a:rPr>
                        <a:t>物料类型</a:t>
                      </a:r>
                    </a:p>
                  </a:txBody>
                  <a:tcPr anchor="ctr">
                    <a:solidFill>
                      <a:schemeClr val="accent1">
                        <a:lumMod val="20000"/>
                        <a:lumOff val="80000"/>
                      </a:schemeClr>
                    </a:solidFill>
                  </a:tcPr>
                </a:tc>
                <a:tc gridSpan="3">
                  <a:txBody>
                    <a:bodyPr/>
                    <a:lstStyle/>
                    <a:p>
                      <a:pPr algn="ctr"/>
                      <a:r>
                        <a:rPr lang="zh-CN" altLang="en-US" sz="1050" b="1" dirty="0"/>
                        <a:t>管理担当</a:t>
                      </a:r>
                      <a:r>
                        <a:rPr lang="en-US" altLang="zh-CN" sz="1050" b="1" dirty="0"/>
                        <a:t>ID/</a:t>
                      </a:r>
                      <a:r>
                        <a:rPr lang="zh-CN" altLang="en-US" sz="1050" b="1" dirty="0"/>
                        <a:t>姓名</a:t>
                      </a:r>
                      <a:endParaRPr lang="zh-CN" altLang="en-US" sz="105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hMerge="1">
                  <a:txBody>
                    <a:bodyPr/>
                    <a:lstStyle/>
                    <a:p>
                      <a:endParaRPr lang="zh-CN" altLang="en-US"/>
                    </a:p>
                  </a:txBody>
                  <a:tcPr/>
                </a:tc>
                <a:tc hMerge="1">
                  <a:txBody>
                    <a:bodyPr/>
                    <a:lstStyle/>
                    <a:p>
                      <a:endParaRPr lang="zh-CN" altLang="en-US"/>
                    </a:p>
                  </a:txBody>
                  <a:tcPr/>
                </a:tc>
                <a:tc gridSpan="2">
                  <a:txBody>
                    <a:bodyPr/>
                    <a:lstStyle/>
                    <a:p>
                      <a:pPr algn="ctr"/>
                      <a:r>
                        <a:rPr lang="zh-CN" altLang="en-US" sz="1050" b="1" dirty="0">
                          <a:latin typeface="微软雅黑" panose="020B0503020204020204" pitchFamily="34" charset="-122"/>
                          <a:ea typeface="微软雅黑" panose="020B0503020204020204" pitchFamily="34" charset="-122"/>
                        </a:rPr>
                        <a:t>使用担当</a:t>
                      </a:r>
                      <a:r>
                        <a:rPr lang="en-US" altLang="zh-CN" sz="1050" b="1" dirty="0">
                          <a:latin typeface="微软雅黑" panose="020B0503020204020204" pitchFamily="34" charset="-122"/>
                          <a:ea typeface="微软雅黑" panose="020B0503020204020204" pitchFamily="34" charset="-122"/>
                        </a:rPr>
                        <a:t>ID/</a:t>
                      </a:r>
                      <a:r>
                        <a:rPr lang="zh-CN" altLang="en-US" sz="1050" b="1" dirty="0">
                          <a:latin typeface="微软雅黑" panose="020B0503020204020204" pitchFamily="34" charset="-122"/>
                          <a:ea typeface="微软雅黑" panose="020B0503020204020204" pitchFamily="34" charset="-122"/>
                        </a:rPr>
                        <a:t>姓名</a:t>
                      </a:r>
                    </a:p>
                  </a:txBody>
                  <a:tcPr anchor="ctr">
                    <a:solidFill>
                      <a:schemeClr val="accent1">
                        <a:lumMod val="20000"/>
                        <a:lumOff val="80000"/>
                      </a:schemeClr>
                    </a:solidFill>
                  </a:tcPr>
                </a:tc>
                <a:tc hMerge="1">
                  <a:txBody>
                    <a:bodyPr/>
                    <a:lstStyle/>
                    <a:p>
                      <a:endParaRPr lang="zh-CN" altLang="en-US"/>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供应商</a:t>
                      </a:r>
                      <a:endParaRPr lang="en-US" altLang="zh-CN" sz="1050" b="1" kern="1200" dirty="0">
                        <a:solidFill>
                          <a:schemeClr val="tx1"/>
                        </a:solidFill>
                        <a:latin typeface="+mn-lt"/>
                        <a:ea typeface="+mn-ea"/>
                        <a:cs typeface="+mn-cs"/>
                      </a:endParaRPr>
                    </a:p>
                  </a:txBody>
                  <a:tcPr anchor="ctr">
                    <a:solidFill>
                      <a:schemeClr val="accent1">
                        <a:lumMod val="20000"/>
                        <a:lumOff val="80000"/>
                      </a:schemeClr>
                    </a:solidFill>
                  </a:tcPr>
                </a:tc>
                <a:tc>
                  <a:txBody>
                    <a:bodyPr/>
                    <a:lstStyle/>
                    <a:p>
                      <a:pPr algn="ctr"/>
                      <a:r>
                        <a:rPr lang="zh-CN" altLang="en-US" sz="1050" b="1" dirty="0">
                          <a:latin typeface="微软雅黑" panose="020B0503020204020204" pitchFamily="34" charset="-122"/>
                          <a:ea typeface="微软雅黑" panose="020B0503020204020204" pitchFamily="34" charset="-122"/>
                        </a:rPr>
                        <a:t>位置</a:t>
                      </a:r>
                    </a:p>
                  </a:txBody>
                  <a:tcPr anchor="ctr">
                    <a:solidFill>
                      <a:schemeClr val="accent1">
                        <a:lumMod val="20000"/>
                        <a:lumOff val="80000"/>
                      </a:schemeClr>
                    </a:solidFill>
                  </a:tcPr>
                </a:tc>
                <a:extLst>
                  <a:ext uri="{0D108BD9-81ED-4DB2-BD59-A6C34878D82A}">
                    <a16:rowId xmlns:a16="http://schemas.microsoft.com/office/drawing/2014/main" val="3485807034"/>
                  </a:ext>
                </a:extLst>
              </a:tr>
              <a:tr h="256847">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algn="ctr"/>
                      <a:r>
                        <a:rPr lang="zh-CN" altLang="en-US" sz="1050" dirty="0">
                          <a:latin typeface="微软雅黑" panose="020B0503020204020204" pitchFamily="34" charset="-122"/>
                          <a:ea typeface="微软雅黑" panose="020B0503020204020204" pitchFamily="34" charset="-122"/>
                        </a:rPr>
                        <a:t>自动</a:t>
                      </a:r>
                    </a:p>
                  </a:txBody>
                  <a:tcPr>
                    <a:noFill/>
                  </a:tcPr>
                </a:tc>
                <a:tc>
                  <a:txBody>
                    <a:bodyPr/>
                    <a:lstStyle/>
                    <a:p>
                      <a:pPr algn="ctr"/>
                      <a:r>
                        <a:rPr lang="zh-CN" altLang="en-US" sz="1050" dirty="0">
                          <a:latin typeface="微软雅黑" panose="020B0503020204020204" pitchFamily="34" charset="-122"/>
                          <a:ea typeface="微软雅黑" panose="020B0503020204020204" pitchFamily="34" charset="-122"/>
                        </a:rPr>
                        <a:t>手动</a:t>
                      </a:r>
                    </a:p>
                  </a:txBody>
                  <a:tcPr>
                    <a:noFill/>
                  </a:tcPr>
                </a:tc>
                <a:tc gridSpan="8">
                  <a:txBody>
                    <a:bodyPr/>
                    <a:lstStyle/>
                    <a:p>
                      <a:pPr algn="ctr"/>
                      <a:r>
                        <a:rPr lang="zh-CN" altLang="en-US" sz="1050" dirty="0"/>
                        <a:t>选择后登录</a:t>
                      </a:r>
                      <a:endParaRPr lang="zh-CN" altLang="en-US" sz="1050" dirty="0">
                        <a:latin typeface="微软雅黑" panose="020B0503020204020204" pitchFamily="34" charset="-122"/>
                        <a:ea typeface="微软雅黑" panose="020B0503020204020204" pitchFamily="34" charset="-122"/>
                      </a:endParaRPr>
                    </a:p>
                  </a:txBody>
                  <a:tcP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t>选择后登录</a:t>
                      </a:r>
                      <a:endParaRPr lang="zh-CN" altLang="en-US" sz="1050" dirty="0">
                        <a:latin typeface="微软雅黑" panose="020B0503020204020204" pitchFamily="34" charset="-122"/>
                        <a:ea typeface="微软雅黑" panose="020B0503020204020204" pitchFamily="34" charset="-122"/>
                      </a:endParaRP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extLst>
                  <a:ext uri="{0D108BD9-81ED-4DB2-BD59-A6C34878D82A}">
                    <a16:rowId xmlns:a16="http://schemas.microsoft.com/office/drawing/2014/main" val="4167851679"/>
                  </a:ext>
                </a:extLst>
              </a:tr>
              <a:tr h="256847">
                <a:tc vMerge="1">
                  <a:txBody>
                    <a:bodyPr/>
                    <a:lstStyle/>
                    <a:p>
                      <a:pPr algn="ctr"/>
                      <a:endParaRPr lang="en-US" altLang="zh-CN" sz="1050" kern="1200" dirty="0">
                        <a:solidFill>
                          <a:schemeClr val="tx1"/>
                        </a:solidFill>
                        <a:latin typeface="+mn-lt"/>
                        <a:ea typeface="+mn-ea"/>
                        <a:cs typeface="+mn-cs"/>
                      </a:endParaRP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品牌</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型号</a:t>
                      </a:r>
                    </a:p>
                  </a:txBody>
                  <a:tcPr>
                    <a:solidFill>
                      <a:schemeClr val="accent1">
                        <a:lumMod val="20000"/>
                        <a:lumOff val="80000"/>
                      </a:schemeClr>
                    </a:solidFill>
                  </a:tcPr>
                </a:tc>
                <a:tc>
                  <a:txBody>
                    <a:bodyPr/>
                    <a:lstStyle/>
                    <a:p>
                      <a:pPr algn="ctr"/>
                      <a:r>
                        <a:rPr lang="zh-CN" altLang="en-US" sz="1050" b="1" dirty="0"/>
                        <a:t>主要参数</a:t>
                      </a:r>
                      <a:endParaRPr lang="zh-CN" altLang="en-US" sz="1050" b="1"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维保期</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单价</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rgbClr val="0054A6"/>
                          </a:solidFill>
                          <a:latin typeface="+mn-lt"/>
                          <a:ea typeface="+mn-ea"/>
                          <a:cs typeface="+mn-cs"/>
                        </a:rPr>
                        <a:t>新旧</a:t>
                      </a:r>
                      <a:endParaRPr lang="en-US" altLang="zh-CN" sz="1050" b="1" kern="1200" dirty="0">
                        <a:solidFill>
                          <a:srgbClr val="0054A6"/>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入库日期</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入库数量</a:t>
                      </a:r>
                      <a:endParaRPr lang="zh-CN" altLang="en-US" sz="1050" dirty="0"/>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单位</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r>
                        <a:rPr lang="zh-CN" altLang="en-US" sz="1050" b="1" dirty="0">
                          <a:latin typeface="微软雅黑" panose="020B0503020204020204" pitchFamily="34" charset="-122"/>
                          <a:ea typeface="微软雅黑" panose="020B0503020204020204" pitchFamily="34" charset="-122"/>
                        </a:rPr>
                        <a:t>状态</a:t>
                      </a:r>
                    </a:p>
                  </a:txBody>
                  <a:tcPr>
                    <a:solidFill>
                      <a:schemeClr val="accent1">
                        <a:lumMod val="20000"/>
                        <a:lumOff val="80000"/>
                      </a:schemeClr>
                    </a:solidFill>
                  </a:tcPr>
                </a:tc>
                <a:extLst>
                  <a:ext uri="{0D108BD9-81ED-4DB2-BD59-A6C34878D82A}">
                    <a16:rowId xmlns:a16="http://schemas.microsoft.com/office/drawing/2014/main" val="2536624127"/>
                  </a:ext>
                </a:extLst>
              </a:tr>
              <a:tr h="256847">
                <a:tc vMerge="1">
                  <a:txBody>
                    <a:bodyPr/>
                    <a:lstStyle/>
                    <a:p>
                      <a:pPr algn="ctr"/>
                      <a:endParaRPr lang="en-US" altLang="zh-CN" sz="1050" kern="1200" dirty="0">
                        <a:solidFill>
                          <a:schemeClr val="tx1"/>
                        </a:solidFill>
                        <a:latin typeface="+mn-lt"/>
                        <a:ea typeface="+mn-ea"/>
                        <a:cs typeface="+mn-cs"/>
                      </a:endParaRPr>
                    </a:p>
                  </a:txBody>
                  <a:tcPr/>
                </a:tc>
                <a:tc gridSpan="2">
                  <a:txBody>
                    <a:bodyPr/>
                    <a:lstStyle/>
                    <a:p>
                      <a:pPr algn="ctr"/>
                      <a:r>
                        <a:rPr lang="zh-CN" altLang="en-US" sz="1050" dirty="0">
                          <a:latin typeface="微软雅黑" panose="020B0503020204020204" pitchFamily="34" charset="-122"/>
                          <a:ea typeface="微软雅黑" panose="020B0503020204020204" pitchFamily="34" charset="-122"/>
                        </a:rPr>
                        <a:t>选择录入</a:t>
                      </a:r>
                    </a:p>
                  </a:txBody>
                  <a:tcPr>
                    <a:noFill/>
                  </a:tcPr>
                </a:tc>
                <a:tc hMerge="1">
                  <a:txBody>
                    <a:bodyPr/>
                    <a:lstStyle/>
                    <a:p>
                      <a:endParaRPr lang="zh-CN" altLang="en-US"/>
                    </a:p>
                  </a:txBody>
                  <a:tcPr/>
                </a:tc>
                <a:tc gridSpan="7">
                  <a:txBody>
                    <a:bodyPr/>
                    <a:lstStyle/>
                    <a:p>
                      <a:pPr algn="ctr"/>
                      <a:r>
                        <a:rPr lang="zh-CN" altLang="en-US" sz="1050" dirty="0"/>
                        <a:t>手动登记</a:t>
                      </a:r>
                    </a:p>
                  </a:txBody>
                  <a:tcPr>
                    <a:noFill/>
                  </a:tcPr>
                </a:tc>
                <a:tc hMerge="1">
                  <a:txBody>
                    <a:bodyPr/>
                    <a:lstStyle/>
                    <a:p>
                      <a:endParaRPr lang="zh-CN" altLang="en-US"/>
                    </a:p>
                  </a:txBody>
                  <a:tcPr/>
                </a:tc>
                <a:tc hMerge="1">
                  <a:txBody>
                    <a:bodyPr/>
                    <a:lstStyle/>
                    <a:p>
                      <a:pPr algn="ctr"/>
                      <a:endParaRPr lang="zh-CN" altLang="en-US" sz="1100" kern="1200" dirty="0">
                        <a:solidFill>
                          <a:schemeClr val="tx1"/>
                        </a:solidFill>
                        <a:latin typeface="+mn-lt"/>
                        <a:ea typeface="+mn-ea"/>
                        <a:cs typeface="+mn-cs"/>
                      </a:endParaRPr>
                    </a:p>
                  </a:txBody>
                  <a:tcPr>
                    <a:noFill/>
                  </a:tcPr>
                </a:tc>
                <a:tc hMerge="1">
                  <a:txBody>
                    <a:bodyPr/>
                    <a:lstStyle/>
                    <a:p>
                      <a:endParaRPr lang="zh-CN" altLang="en-US"/>
                    </a:p>
                  </a:txBody>
                  <a:tcPr/>
                </a:tc>
                <a:tc hMerge="1">
                  <a:txBody>
                    <a:bodyPr/>
                    <a:lstStyle/>
                    <a:p>
                      <a:pPr algn="ctr"/>
                      <a:endParaRPr lang="zh-CN" altLang="en-US" sz="1100" kern="1200" dirty="0">
                        <a:solidFill>
                          <a:schemeClr val="tx1"/>
                        </a:solidFill>
                        <a:latin typeface="+mn-lt"/>
                        <a:ea typeface="+mn-ea"/>
                        <a:cs typeface="+mn-cs"/>
                      </a:endParaRPr>
                    </a:p>
                  </a:txBody>
                  <a:tcPr>
                    <a:noFill/>
                  </a:tcPr>
                </a:tc>
                <a:tc hMerge="1">
                  <a:txBody>
                    <a:bodyPr/>
                    <a:lstStyle/>
                    <a:p>
                      <a:endParaRPr lang="zh-CN" altLang="en-US"/>
                    </a:p>
                  </a:txBody>
                  <a:tcPr/>
                </a:tc>
                <a:tc hMerge="1">
                  <a:txBody>
                    <a:bodyPr/>
                    <a:lstStyle/>
                    <a:p>
                      <a:endParaRPr lang="zh-CN" altLang="en-US"/>
                    </a:p>
                  </a:txBody>
                  <a:tcPr/>
                </a:tc>
                <a:tc>
                  <a:txBody>
                    <a:bodyPr/>
                    <a:lstStyle/>
                    <a:p>
                      <a:r>
                        <a:rPr lang="zh-CN" altLang="en-US" sz="1050" dirty="0">
                          <a:latin typeface="微软雅黑" panose="020B0503020204020204" pitchFamily="34" charset="-122"/>
                          <a:ea typeface="微软雅黑" panose="020B0503020204020204" pitchFamily="34" charset="-122"/>
                        </a:rPr>
                        <a:t>在库</a:t>
                      </a:r>
                    </a:p>
                  </a:txBody>
                  <a:tcPr>
                    <a:noFill/>
                  </a:tcPr>
                </a:tc>
                <a:extLst>
                  <a:ext uri="{0D108BD9-81ED-4DB2-BD59-A6C34878D82A}">
                    <a16:rowId xmlns:a16="http://schemas.microsoft.com/office/drawing/2014/main" val="3047349946"/>
                  </a:ext>
                </a:extLst>
              </a:tr>
              <a:tr h="256847">
                <a:tc rowSpan="4">
                  <a:txBody>
                    <a:bodyPr/>
                    <a:lstStyle/>
                    <a:p>
                      <a:pPr algn="ctr"/>
                      <a:r>
                        <a:rPr lang="zh-CN" altLang="en-US" sz="1050" b="1" dirty="0">
                          <a:latin typeface="微软雅黑" panose="020B0503020204020204" pitchFamily="34" charset="-122"/>
                          <a:ea typeface="微软雅黑" panose="020B0503020204020204" pitchFamily="34" charset="-122"/>
                        </a:rPr>
                        <a:t>耗材</a:t>
                      </a:r>
                      <a:endParaRPr lang="en-US" altLang="zh-CN" sz="1050" b="1" dirty="0">
                        <a:latin typeface="微软雅黑" panose="020B0503020204020204" pitchFamily="34" charset="-122"/>
                        <a:ea typeface="微软雅黑" panose="020B0503020204020204" pitchFamily="34" charset="-122"/>
                      </a:endParaRPr>
                    </a:p>
                    <a:p>
                      <a:pPr algn="ctr"/>
                      <a:r>
                        <a:rPr lang="zh-CN" altLang="en-US" sz="1050" b="1" dirty="0">
                          <a:latin typeface="微软雅黑" panose="020B0503020204020204" pitchFamily="34" charset="-122"/>
                          <a:ea typeface="微软雅黑" panose="020B0503020204020204" pitchFamily="34" charset="-122"/>
                        </a:rPr>
                        <a:t>入库</a:t>
                      </a:r>
                    </a:p>
                  </a:txBody>
                  <a:tcPr anchor="ctr">
                    <a:solidFill>
                      <a:schemeClr val="accent1">
                        <a:lumMod val="20000"/>
                        <a:lumOff val="80000"/>
                      </a:schemeClr>
                    </a:solidFill>
                  </a:tcPr>
                </a:tc>
                <a:tc gridSpan="2">
                  <a:txBody>
                    <a:bodyPr/>
                    <a:lstStyle/>
                    <a:p>
                      <a:pPr algn="ctr"/>
                      <a:r>
                        <a:rPr lang="zh-CN" altLang="en-US" sz="1050" b="1" dirty="0">
                          <a:latin typeface="微软雅黑" panose="020B0503020204020204" pitchFamily="34" charset="-122"/>
                          <a:ea typeface="微软雅黑" panose="020B0503020204020204" pitchFamily="34" charset="-122"/>
                        </a:rPr>
                        <a:t>耗材号码</a:t>
                      </a:r>
                    </a:p>
                  </a:txBody>
                  <a:tcPr>
                    <a:solidFill>
                      <a:schemeClr val="accent1">
                        <a:lumMod val="20000"/>
                        <a:lumOff val="80000"/>
                      </a:schemeClr>
                    </a:solidFill>
                  </a:tcPr>
                </a:tc>
                <a:tc hMerge="1">
                  <a:txBody>
                    <a:bodyPr/>
                    <a:lstStyle/>
                    <a:p>
                      <a:pPr algn="ct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物料类型</a:t>
                      </a:r>
                      <a:endParaRPr lang="zh-CN" altLang="en-US" sz="1050" b="1" dirty="0">
                        <a:latin typeface="微软雅黑" panose="020B0503020204020204" pitchFamily="34" charset="-122"/>
                        <a:ea typeface="微软雅黑" panose="020B0503020204020204" pitchFamily="34" charset="-122"/>
                      </a:endParaRPr>
                    </a:p>
                  </a:txBody>
                  <a:tcPr>
                    <a:solidFill>
                      <a:schemeClr val="accent1">
                        <a:lumMod val="20000"/>
                        <a:lumOff val="80000"/>
                      </a:schemeClr>
                    </a:solidFill>
                  </a:tcPr>
                </a:tc>
                <a:tc gridSpan="3">
                  <a:txBody>
                    <a:bodyPr/>
                    <a:lstStyle/>
                    <a:p>
                      <a:pPr algn="ct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050" b="1" kern="1200" dirty="0">
                        <a:solidFill>
                          <a:schemeClr val="tx1"/>
                        </a:solidFill>
                        <a:latin typeface="微软雅黑" panose="020B0503020204020204" pitchFamily="34" charset="-122"/>
                        <a:ea typeface="微软雅黑" panose="020B0503020204020204" pitchFamily="34" charset="-122"/>
                        <a:cs typeface="+mn-cs"/>
                      </a:endParaRPr>
                    </a:p>
                  </a:txBody>
                  <a:tcPr>
                    <a:solidFill>
                      <a:schemeClr val="accent1">
                        <a:lumMod val="20000"/>
                        <a:lumOff val="80000"/>
                      </a:schemeClr>
                    </a:solidFill>
                  </a:tcPr>
                </a:tc>
                <a:tc hMerge="1">
                  <a:txBody>
                    <a:bodyPr/>
                    <a:lstStyle/>
                    <a:p>
                      <a:endParaRPr lang="zh-CN" altLang="en-US"/>
                    </a:p>
                  </a:txBody>
                  <a:tcPr/>
                </a:tc>
                <a:tc hMerge="1">
                  <a:txBody>
                    <a:bodyPr/>
                    <a:lstStyle/>
                    <a:p>
                      <a:endParaRPr lang="zh-CN" altLang="en-US"/>
                    </a:p>
                  </a:txBody>
                  <a:tcPr/>
                </a:tc>
                <a:tc gridSpan="2">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使用担当</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ID/</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姓名</a:t>
                      </a:r>
                    </a:p>
                  </a:txBody>
                  <a:tcPr>
                    <a:solidFill>
                      <a:schemeClr val="accent1">
                        <a:lumMod val="20000"/>
                        <a:lumOff val="80000"/>
                      </a:schemeClr>
                    </a:solidFill>
                  </a:tcPr>
                </a:tc>
                <a:tc hMerge="1">
                  <a:txBody>
                    <a:bodyPr/>
                    <a:lstStyle/>
                    <a:p>
                      <a:endParaRPr lang="zh-CN" altLang="en-US"/>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供应商</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algn="ct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050" b="1" kern="1200" dirty="0">
                        <a:solidFill>
                          <a:schemeClr val="tx1"/>
                        </a:solidFill>
                        <a:latin typeface="微软雅黑" panose="020B0503020204020204" pitchFamily="34" charset="-122"/>
                        <a:ea typeface="微软雅黑" panose="020B0503020204020204" pitchFamily="34" charset="-122"/>
                        <a:cs typeface="+mn-cs"/>
                      </a:endParaRPr>
                    </a:p>
                  </a:txBody>
                  <a:tcPr>
                    <a:solidFill>
                      <a:schemeClr val="accent1">
                        <a:lumMod val="20000"/>
                        <a:lumOff val="80000"/>
                      </a:schemeClr>
                    </a:solidFill>
                  </a:tcPr>
                </a:tc>
                <a:extLst>
                  <a:ext uri="{0D108BD9-81ED-4DB2-BD59-A6C34878D82A}">
                    <a16:rowId xmlns:a16="http://schemas.microsoft.com/office/drawing/2014/main" val="35210490"/>
                  </a:ext>
                </a:extLst>
              </a:tr>
              <a:tr h="256847">
                <a:tc vMerge="1">
                  <a:txBody>
                    <a:bodyPr/>
                    <a:lstStyle/>
                    <a:p>
                      <a:pPr algn="ctr"/>
                      <a:endParaRPr lang="zh-CN" altLang="en-US" sz="1050" dirty="0">
                        <a:latin typeface="微软雅黑" panose="020B0503020204020204" pitchFamily="34" charset="-122"/>
                        <a:ea typeface="微软雅黑" panose="020B0503020204020204" pitchFamily="34" charset="-122"/>
                      </a:endParaRPr>
                    </a:p>
                  </a:txBody>
                  <a:tcPr anchor="ctr"/>
                </a:tc>
                <a:tc gridSpan="2">
                  <a:txBody>
                    <a:bodyPr/>
                    <a:lstStyle/>
                    <a:p>
                      <a:pPr algn="ctr"/>
                      <a:r>
                        <a:rPr lang="zh-CN" altLang="en-US" sz="1050" kern="1200" dirty="0">
                          <a:solidFill>
                            <a:schemeClr val="tx1"/>
                          </a:solidFill>
                          <a:latin typeface="微软雅黑" panose="020B0503020204020204" pitchFamily="34" charset="-122"/>
                          <a:ea typeface="微软雅黑" panose="020B0503020204020204" pitchFamily="34" charset="-122"/>
                          <a:cs typeface="+mn-cs"/>
                        </a:rPr>
                        <a:t>自动</a:t>
                      </a:r>
                    </a:p>
                  </a:txBody>
                  <a:tcPr>
                    <a:noFill/>
                  </a:tcPr>
                </a:tc>
                <a:tc hMerge="1">
                  <a:txBody>
                    <a:bodyPr/>
                    <a:lstStyle/>
                    <a:p>
                      <a:pPr algn="ct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tc>
                <a:tc gridSpan="7">
                  <a:txBody>
                    <a:bodyPr/>
                    <a:lstStyle/>
                    <a:p>
                      <a:pPr algn="ctr"/>
                      <a:r>
                        <a:rPr lang="zh-CN" altLang="en-US" sz="1050" kern="1200" dirty="0">
                          <a:solidFill>
                            <a:schemeClr val="tx1"/>
                          </a:solidFill>
                          <a:latin typeface="微软雅黑" panose="020B0503020204020204" pitchFamily="34" charset="-122"/>
                          <a:ea typeface="微软雅黑" panose="020B0503020204020204" pitchFamily="34" charset="-122"/>
                          <a:cs typeface="+mn-cs"/>
                        </a:rPr>
                        <a:t>选择后登录</a:t>
                      </a:r>
                    </a:p>
                  </a:txBody>
                  <a:tcP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pPr algn="ctr"/>
                      <a:r>
                        <a:rPr lang="en-US" altLang="zh-CN" sz="110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100" kern="1200" dirty="0">
                        <a:solidFill>
                          <a:schemeClr val="tx1"/>
                        </a:solidFill>
                        <a:latin typeface="微软雅黑" panose="020B0503020204020204" pitchFamily="34" charset="-122"/>
                        <a:ea typeface="微软雅黑" panose="020B0503020204020204" pitchFamily="34" charset="-122"/>
                        <a:cs typeface="+mn-cs"/>
                      </a:endParaRPr>
                    </a:p>
                  </a:txBody>
                  <a:tcPr/>
                </a:tc>
                <a:tc hMerge="1">
                  <a:txBody>
                    <a:bodyPr/>
                    <a:lstStyle/>
                    <a:p>
                      <a:endParaRPr lang="zh-CN" altLang="en-US"/>
                    </a:p>
                  </a:txBody>
                  <a:tcPr/>
                </a:tc>
                <a:tc hMerge="1">
                  <a:txBody>
                    <a:bodyPr/>
                    <a:lstStyle/>
                    <a:p>
                      <a:endParaRPr lang="zh-CN" altLang="en-US"/>
                    </a:p>
                  </a:txBody>
                  <a:tcPr/>
                </a:tc>
                <a:tc>
                  <a:txBody>
                    <a:bodyPr/>
                    <a:lstStyle/>
                    <a:p>
                      <a:pPr algn="ctr"/>
                      <a:r>
                        <a:rPr lang="en-US" altLang="zh-CN" sz="1050" dirty="0">
                          <a:latin typeface="微软雅黑" panose="020B0503020204020204" pitchFamily="34" charset="-122"/>
                          <a:ea typeface="微软雅黑" panose="020B0503020204020204" pitchFamily="34" charset="-122"/>
                        </a:rPr>
                        <a:t>-</a:t>
                      </a:r>
                      <a:endParaRPr lang="zh-CN" altLang="en-US" sz="1050" dirty="0">
                        <a:latin typeface="微软雅黑" panose="020B0503020204020204" pitchFamily="34" charset="-122"/>
                        <a:ea typeface="微软雅黑" panose="020B0503020204020204" pitchFamily="34" charset="-122"/>
                      </a:endParaRPr>
                    </a:p>
                  </a:txBody>
                  <a:tcPr>
                    <a:noFill/>
                  </a:tcPr>
                </a:tc>
                <a:extLst>
                  <a:ext uri="{0D108BD9-81ED-4DB2-BD59-A6C34878D82A}">
                    <a16:rowId xmlns:a16="http://schemas.microsoft.com/office/drawing/2014/main" val="570537365"/>
                  </a:ext>
                </a:extLst>
              </a:tr>
              <a:tr h="256847">
                <a:tc vMerge="1">
                  <a:txBody>
                    <a:bodyPr/>
                    <a:lstStyle/>
                    <a:p>
                      <a:pPr algn="ctr"/>
                      <a:endParaRPr lang="zh-CN" altLang="en-US" sz="105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品牌</a:t>
                      </a:r>
                    </a:p>
                  </a:txBody>
                  <a:tcPr>
                    <a:solidFill>
                      <a:schemeClr val="accent1">
                        <a:lumMod val="20000"/>
                        <a:lumOff val="80000"/>
                      </a:schemeClr>
                    </a:solidFill>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型号</a:t>
                      </a:r>
                    </a:p>
                  </a:txBody>
                  <a:tcPr>
                    <a:solidFill>
                      <a:schemeClr val="accent1">
                        <a:lumMod val="20000"/>
                        <a:lumOff val="80000"/>
                      </a:schemeClr>
                    </a:solidFill>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主要参数</a:t>
                      </a: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维保期</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单价</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rgbClr val="0054A6"/>
                          </a:solidFill>
                          <a:latin typeface="+mn-lt"/>
                          <a:ea typeface="+mn-ea"/>
                          <a:cs typeface="+mn-cs"/>
                        </a:rPr>
                        <a:t>新旧</a:t>
                      </a:r>
                      <a:endParaRPr lang="en-US" altLang="zh-CN" sz="1050" b="1" kern="1200" dirty="0">
                        <a:solidFill>
                          <a:srgbClr val="0054A6"/>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入库日期</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入库数量</a:t>
                      </a:r>
                      <a:endParaRPr lang="zh-CN" altLang="en-US" sz="1050" dirty="0"/>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单位</a:t>
                      </a:r>
                      <a:endParaRPr lang="en-US" altLang="zh-CN" sz="1050" b="1" kern="1200" dirty="0">
                        <a:solidFill>
                          <a:schemeClr val="tx1"/>
                        </a:solidFill>
                        <a:latin typeface="+mn-lt"/>
                        <a:ea typeface="+mn-ea"/>
                        <a:cs typeface="+mn-cs"/>
                      </a:endParaRPr>
                    </a:p>
                  </a:txBody>
                  <a:tcP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微软雅黑" panose="020B0503020204020204" pitchFamily="34" charset="-122"/>
                          <a:ea typeface="微软雅黑" panose="020B0503020204020204" pitchFamily="34" charset="-122"/>
                          <a:cs typeface="+mn-cs"/>
                        </a:rPr>
                        <a:t>状态</a:t>
                      </a:r>
                    </a:p>
                  </a:txBody>
                  <a:tcPr>
                    <a:solidFill>
                      <a:schemeClr val="accent1">
                        <a:lumMod val="20000"/>
                        <a:lumOff val="80000"/>
                      </a:schemeClr>
                    </a:solidFill>
                  </a:tcPr>
                </a:tc>
                <a:extLst>
                  <a:ext uri="{0D108BD9-81ED-4DB2-BD59-A6C34878D82A}">
                    <a16:rowId xmlns:a16="http://schemas.microsoft.com/office/drawing/2014/main" val="861416911"/>
                  </a:ext>
                </a:extLst>
              </a:tr>
              <a:tr h="256847">
                <a:tc vMerge="1">
                  <a:txBody>
                    <a:bodyPr/>
                    <a:lstStyle/>
                    <a:p>
                      <a:pPr algn="ctr"/>
                      <a:endParaRPr lang="zh-CN" altLang="en-US" sz="1050" dirty="0">
                        <a:latin typeface="微软雅黑" panose="020B0503020204020204" pitchFamily="34" charset="-122"/>
                        <a:ea typeface="微软雅黑" panose="020B0503020204020204" pitchFamily="34" charset="-122"/>
                      </a:endParaRPr>
                    </a:p>
                  </a:txBody>
                  <a:tcPr anchor="ctr"/>
                </a:tc>
                <a:tc gridSpan="2">
                  <a:txBody>
                    <a:bodyPr/>
                    <a:lstStyle/>
                    <a:p>
                      <a:pPr algn="ctr"/>
                      <a:r>
                        <a:rPr lang="zh-CN" altLang="en-US" sz="1050" dirty="0">
                          <a:latin typeface="微软雅黑" panose="020B0503020204020204" pitchFamily="34" charset="-122"/>
                          <a:ea typeface="微软雅黑" panose="020B0503020204020204" pitchFamily="34" charset="-122"/>
                        </a:rPr>
                        <a:t>选择录入</a:t>
                      </a:r>
                    </a:p>
                  </a:txBody>
                  <a:tcPr anchor="ctr">
                    <a:noFill/>
                  </a:tcPr>
                </a:tc>
                <a:tc hMerge="1">
                  <a:txBody>
                    <a:bodyPr/>
                    <a:lstStyle/>
                    <a:p>
                      <a:pPr algn="ct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tc>
                <a:tc gridSpan="7">
                  <a:txBody>
                    <a:bodyPr/>
                    <a:lstStyle/>
                    <a:p>
                      <a:pPr algn="ctr"/>
                      <a:r>
                        <a:rPr lang="zh-CN" altLang="en-US" sz="1050" kern="1200" dirty="0">
                          <a:solidFill>
                            <a:schemeClr val="tx1"/>
                          </a:solidFill>
                          <a:latin typeface="+mn-lt"/>
                          <a:ea typeface="+mn-ea"/>
                          <a:cs typeface="+mn-cs"/>
                        </a:rPr>
                        <a:t>手动登记</a:t>
                      </a:r>
                    </a:p>
                  </a:txBody>
                  <a:tcPr anchor="ctr">
                    <a:noFill/>
                  </a:tcPr>
                </a:tc>
                <a:tc hMerge="1">
                  <a:txBody>
                    <a:bodyPr/>
                    <a:lstStyle/>
                    <a:p>
                      <a:endParaRPr lang="zh-CN" altLang="en-US" dirty="0"/>
                    </a:p>
                  </a:txBody>
                  <a:tcPr/>
                </a:tc>
                <a:tc hMerge="1">
                  <a:txBody>
                    <a:bodyPr/>
                    <a:lstStyle/>
                    <a:p>
                      <a:pPr algn="ctr"/>
                      <a:endParaRPr lang="zh-CN" altLang="en-US" sz="1100" kern="1200" dirty="0">
                        <a:solidFill>
                          <a:schemeClr val="tx1"/>
                        </a:solidFill>
                        <a:latin typeface="+mn-lt"/>
                        <a:ea typeface="+mn-ea"/>
                        <a:cs typeface="+mn-cs"/>
                      </a:endParaRPr>
                    </a:p>
                  </a:txBody>
                  <a:tcPr anchor="ctr">
                    <a:noFill/>
                  </a:tcPr>
                </a:tc>
                <a:tc hMerge="1">
                  <a:txBody>
                    <a:bodyPr/>
                    <a:lstStyle/>
                    <a:p>
                      <a:endParaRPr lang="zh-CN" altLang="en-US"/>
                    </a:p>
                  </a:txBody>
                  <a:tcPr/>
                </a:tc>
                <a:tc hMerge="1">
                  <a:txBody>
                    <a:bodyPr/>
                    <a:lstStyle/>
                    <a:p>
                      <a:pPr algn="ctr"/>
                      <a:endParaRPr lang="zh-CN" altLang="en-US" sz="1100" kern="1200" dirty="0">
                        <a:solidFill>
                          <a:schemeClr val="tx1"/>
                        </a:solidFill>
                        <a:latin typeface="+mn-lt"/>
                        <a:ea typeface="+mn-ea"/>
                        <a:cs typeface="+mn-cs"/>
                      </a:endParaRPr>
                    </a:p>
                  </a:txBody>
                  <a:tcPr anchor="ctr">
                    <a:noFill/>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kern="1200" dirty="0">
                          <a:solidFill>
                            <a:schemeClr val="tx1"/>
                          </a:solidFill>
                          <a:latin typeface="+mn-lt"/>
                          <a:ea typeface="+mn-ea"/>
                          <a:cs typeface="+mn-cs"/>
                        </a:rPr>
                        <a:t>在库</a:t>
                      </a:r>
                    </a:p>
                  </a:txBody>
                  <a:tcPr anchor="ctr">
                    <a:noFill/>
                  </a:tcPr>
                </a:tc>
                <a:extLst>
                  <a:ext uri="{0D108BD9-81ED-4DB2-BD59-A6C34878D82A}">
                    <a16:rowId xmlns:a16="http://schemas.microsoft.com/office/drawing/2014/main" val="1190062059"/>
                  </a:ext>
                </a:extLst>
              </a:tr>
            </a:tbl>
          </a:graphicData>
        </a:graphic>
      </p:graphicFrame>
    </p:spTree>
    <p:extLst>
      <p:ext uri="{BB962C8B-B14F-4D97-AF65-F5344CB8AC3E}">
        <p14:creationId xmlns:p14="http://schemas.microsoft.com/office/powerpoint/2010/main" val="2305851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表格 4">
            <a:extLst>
              <a:ext uri="{FF2B5EF4-FFF2-40B4-BE49-F238E27FC236}">
                <a16:creationId xmlns:a16="http://schemas.microsoft.com/office/drawing/2014/main" id="{E4A46637-4CB0-4D8D-A2E0-B9F541088224}"/>
              </a:ext>
            </a:extLst>
          </p:cNvPr>
          <p:cNvGraphicFramePr>
            <a:graphicFrameLocks noGrp="1"/>
          </p:cNvGraphicFramePr>
          <p:nvPr>
            <p:extLst>
              <p:ext uri="{D42A27DB-BD31-4B8C-83A1-F6EECF244321}">
                <p14:modId xmlns:p14="http://schemas.microsoft.com/office/powerpoint/2010/main" val="3609016802"/>
              </p:ext>
            </p:extLst>
          </p:nvPr>
        </p:nvGraphicFramePr>
        <p:xfrm>
          <a:off x="4192135" y="2998162"/>
          <a:ext cx="5351617" cy="1371600"/>
        </p:xfrm>
        <a:graphic>
          <a:graphicData uri="http://schemas.openxmlformats.org/drawingml/2006/table">
            <a:tbl>
              <a:tblPr firstRow="1" bandRow="1">
                <a:tableStyleId>{BC89EF96-8CEA-46FF-86C4-4CE0E7609802}</a:tableStyleId>
              </a:tblPr>
              <a:tblGrid>
                <a:gridCol w="484977">
                  <a:extLst>
                    <a:ext uri="{9D8B030D-6E8A-4147-A177-3AD203B41FA5}">
                      <a16:colId xmlns:a16="http://schemas.microsoft.com/office/drawing/2014/main" val="2686577530"/>
                    </a:ext>
                  </a:extLst>
                </a:gridCol>
                <a:gridCol w="643255">
                  <a:extLst>
                    <a:ext uri="{9D8B030D-6E8A-4147-A177-3AD203B41FA5}">
                      <a16:colId xmlns:a16="http://schemas.microsoft.com/office/drawing/2014/main" val="2126939445"/>
                    </a:ext>
                  </a:extLst>
                </a:gridCol>
                <a:gridCol w="643255">
                  <a:extLst>
                    <a:ext uri="{9D8B030D-6E8A-4147-A177-3AD203B41FA5}">
                      <a16:colId xmlns:a16="http://schemas.microsoft.com/office/drawing/2014/main" val="2557304174"/>
                    </a:ext>
                  </a:extLst>
                </a:gridCol>
                <a:gridCol w="643255">
                  <a:extLst>
                    <a:ext uri="{9D8B030D-6E8A-4147-A177-3AD203B41FA5}">
                      <a16:colId xmlns:a16="http://schemas.microsoft.com/office/drawing/2014/main" val="1538874115"/>
                    </a:ext>
                  </a:extLst>
                </a:gridCol>
                <a:gridCol w="503555">
                  <a:extLst>
                    <a:ext uri="{9D8B030D-6E8A-4147-A177-3AD203B41FA5}">
                      <a16:colId xmlns:a16="http://schemas.microsoft.com/office/drawing/2014/main" val="1435228741"/>
                    </a:ext>
                  </a:extLst>
                </a:gridCol>
                <a:gridCol w="697230">
                  <a:extLst>
                    <a:ext uri="{9D8B030D-6E8A-4147-A177-3AD203B41FA5}">
                      <a16:colId xmlns:a16="http://schemas.microsoft.com/office/drawing/2014/main" val="1464228305"/>
                    </a:ext>
                  </a:extLst>
                </a:gridCol>
                <a:gridCol w="503555">
                  <a:extLst>
                    <a:ext uri="{9D8B030D-6E8A-4147-A177-3AD203B41FA5}">
                      <a16:colId xmlns:a16="http://schemas.microsoft.com/office/drawing/2014/main" val="3200352685"/>
                    </a:ext>
                  </a:extLst>
                </a:gridCol>
                <a:gridCol w="589280">
                  <a:extLst>
                    <a:ext uri="{9D8B030D-6E8A-4147-A177-3AD203B41FA5}">
                      <a16:colId xmlns:a16="http://schemas.microsoft.com/office/drawing/2014/main" val="3192402350"/>
                    </a:ext>
                  </a:extLst>
                </a:gridCol>
                <a:gridCol w="643255">
                  <a:extLst>
                    <a:ext uri="{9D8B030D-6E8A-4147-A177-3AD203B41FA5}">
                      <a16:colId xmlns:a16="http://schemas.microsoft.com/office/drawing/2014/main" val="3444366210"/>
                    </a:ext>
                  </a:extLst>
                </a:gridCol>
              </a:tblGrid>
              <a:tr h="232885">
                <a:tc rowSpan="2">
                  <a:txBody>
                    <a:bodyPr/>
                    <a:lstStyle/>
                    <a:p>
                      <a:pPr algn="ctr"/>
                      <a:r>
                        <a:rPr lang="zh-CN" altLang="en-US" sz="1100" b="1" dirty="0"/>
                        <a:t>领用</a:t>
                      </a:r>
                      <a:endParaRPr lang="en-US" altLang="zh-CN" sz="1100" b="1" dirty="0"/>
                    </a:p>
                    <a:p>
                      <a:pPr algn="ctr"/>
                      <a:r>
                        <a:rPr lang="zh-CN" altLang="en-US" sz="1100" b="1" dirty="0"/>
                        <a:t>发放</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t>发放人</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solidFill>
                            <a:srgbClr val="0054A6"/>
                          </a:solidFill>
                          <a:latin typeface="微软雅黑" panose="020B0503020204020204" pitchFamily="34" charset="-122"/>
                          <a:ea typeface="微软雅黑" panose="020B0503020204020204" pitchFamily="34" charset="-122"/>
                        </a:rPr>
                        <a:t>使用人</a:t>
                      </a:r>
                    </a:p>
                  </a:txBody>
                  <a:tcPr anchor="ctr">
                    <a:solidFill>
                      <a:schemeClr val="accent1">
                        <a:lumMod val="20000"/>
                        <a:lumOff val="80000"/>
                      </a:schemeClr>
                    </a:solidFill>
                  </a:tcPr>
                </a:tc>
                <a:tc>
                  <a:txBody>
                    <a:bodyPr/>
                    <a:lstStyle/>
                    <a:p>
                      <a:pPr algn="ctr"/>
                      <a:r>
                        <a:rPr lang="zh-CN" altLang="en-US" sz="1100" b="1" dirty="0">
                          <a:latin typeface="微软雅黑" panose="020B0503020204020204" pitchFamily="34" charset="-122"/>
                          <a:ea typeface="微软雅黑" panose="020B0503020204020204" pitchFamily="34" charset="-122"/>
                        </a:rPr>
                        <a:t>领取人</a:t>
                      </a:r>
                    </a:p>
                  </a:txBody>
                  <a:tcPr anchor="ctr">
                    <a:solidFill>
                      <a:schemeClr val="accent1">
                        <a:lumMod val="20000"/>
                        <a:lumOff val="80000"/>
                      </a:schemeClr>
                    </a:solidFill>
                  </a:tcPr>
                </a:tc>
                <a:tc>
                  <a:txBody>
                    <a:bodyPr/>
                    <a:lstStyle/>
                    <a:p>
                      <a:pPr algn="ctr"/>
                      <a:r>
                        <a:rPr lang="zh-CN" altLang="en-US" sz="1100" b="1" dirty="0"/>
                        <a:t>发放</a:t>
                      </a:r>
                      <a:endParaRPr lang="en-US" altLang="zh-CN" sz="1100" b="1" dirty="0"/>
                    </a:p>
                    <a:p>
                      <a:pPr algn="ctr"/>
                      <a:r>
                        <a:rPr lang="zh-CN" altLang="en-US" sz="1100" b="1" dirty="0"/>
                        <a:t>日期</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en-US" altLang="zh-CN" sz="1100" b="1" dirty="0">
                          <a:latin typeface="微软雅黑" panose="020B0503020204020204" pitchFamily="34" charset="-122"/>
                          <a:ea typeface="微软雅黑" panose="020B0503020204020204" pitchFamily="34" charset="-122"/>
                        </a:rPr>
                        <a:t>(</a:t>
                      </a:r>
                      <a:r>
                        <a:rPr lang="zh-CN" altLang="en-US" sz="1100" b="1" dirty="0">
                          <a:latin typeface="微软雅黑" panose="020B0503020204020204" pitchFamily="34" charset="-122"/>
                          <a:ea typeface="微软雅黑" panose="020B0503020204020204" pitchFamily="34" charset="-122"/>
                        </a:rPr>
                        <a:t>联动</a:t>
                      </a:r>
                      <a:endParaRPr lang="en-US" altLang="zh-CN" sz="1100" b="1" dirty="0">
                        <a:latin typeface="微软雅黑" panose="020B0503020204020204" pitchFamily="34" charset="-122"/>
                        <a:ea typeface="微软雅黑" panose="020B0503020204020204" pitchFamily="34" charset="-122"/>
                      </a:endParaRPr>
                    </a:p>
                    <a:p>
                      <a:pPr algn="ctr"/>
                      <a:r>
                        <a:rPr lang="zh-CN" altLang="en-US" sz="1100" b="1" dirty="0">
                          <a:latin typeface="微软雅黑" panose="020B0503020204020204" pitchFamily="34" charset="-122"/>
                          <a:ea typeface="微软雅黑" panose="020B0503020204020204" pitchFamily="34" charset="-122"/>
                        </a:rPr>
                        <a:t>主资产</a:t>
                      </a:r>
                      <a:r>
                        <a:rPr lang="en-US" altLang="zh-CN" sz="1100" b="1" dirty="0">
                          <a:latin typeface="微软雅黑" panose="020B0503020204020204" pitchFamily="34" charset="-122"/>
                          <a:ea typeface="微软雅黑" panose="020B0503020204020204" pitchFamily="34" charset="-122"/>
                        </a:rPr>
                        <a:t>)</a:t>
                      </a:r>
                      <a:endParaRPr lang="zh-CN" altLang="en-US" sz="1100" b="1" dirty="0">
                        <a:latin typeface="微软雅黑" panose="020B0503020204020204" pitchFamily="34" charset="-122"/>
                        <a:ea typeface="微软雅黑" panose="020B0503020204020204" pitchFamily="34" charset="-122"/>
                      </a:endParaRPr>
                    </a:p>
                  </a:txBody>
                  <a:tcPr anchor="ctr">
                    <a:solidFill>
                      <a:schemeClr val="accent1">
                        <a:lumMod val="20000"/>
                        <a:lumOff val="80000"/>
                      </a:schemeClr>
                    </a:solidFill>
                  </a:tcPr>
                </a:tc>
                <a:tc>
                  <a:txBody>
                    <a:bodyPr/>
                    <a:lstStyle/>
                    <a:p>
                      <a:pPr algn="ctr"/>
                      <a:r>
                        <a:rPr lang="zh-CN" altLang="en-US" sz="1100" b="1" dirty="0">
                          <a:latin typeface="微软雅黑" panose="020B0503020204020204" pitchFamily="34" charset="-122"/>
                          <a:ea typeface="微软雅黑" panose="020B0503020204020204" pitchFamily="34" charset="-122"/>
                        </a:rPr>
                        <a:t>发放</a:t>
                      </a:r>
                      <a:endParaRPr lang="en-US" altLang="zh-CN" sz="1100" b="1" dirty="0">
                        <a:latin typeface="微软雅黑" panose="020B0503020204020204" pitchFamily="34" charset="-122"/>
                        <a:ea typeface="微软雅黑" panose="020B0503020204020204" pitchFamily="34" charset="-122"/>
                      </a:endParaRPr>
                    </a:p>
                    <a:p>
                      <a:pPr algn="ctr"/>
                      <a:r>
                        <a:rPr lang="zh-CN" altLang="en-US" sz="1100" b="1" dirty="0">
                          <a:latin typeface="微软雅黑" panose="020B0503020204020204" pitchFamily="34" charset="-122"/>
                          <a:ea typeface="微软雅黑" panose="020B0503020204020204" pitchFamily="34" charset="-122"/>
                        </a:rPr>
                        <a:t>数量</a:t>
                      </a:r>
                    </a:p>
                  </a:txBody>
                  <a:tcPr anchor="ctr">
                    <a:solidFill>
                      <a:schemeClr val="accent1">
                        <a:lumMod val="20000"/>
                        <a:lumOff val="80000"/>
                      </a:schemeClr>
                    </a:solidFill>
                  </a:tcPr>
                </a:tc>
                <a:tc>
                  <a:txBody>
                    <a:bodyPr/>
                    <a:lstStyle/>
                    <a:p>
                      <a:pPr algn="ctr"/>
                      <a:r>
                        <a:rPr lang="en-US" altLang="zh-CN" sz="1100" b="1" kern="1200" dirty="0">
                          <a:solidFill>
                            <a:srgbClr val="0054A6"/>
                          </a:solidFill>
                          <a:latin typeface="微软雅黑" panose="020B0503020204020204" pitchFamily="34" charset="-122"/>
                          <a:ea typeface="微软雅黑" panose="020B0503020204020204" pitchFamily="34" charset="-122"/>
                          <a:cs typeface="+mn-cs"/>
                        </a:rPr>
                        <a:t>Draft</a:t>
                      </a:r>
                      <a:endParaRPr lang="zh-CN" altLang="en-US" sz="1100" b="1" kern="1200" dirty="0">
                        <a:solidFill>
                          <a:srgbClr val="0054A6"/>
                        </a:solidFill>
                        <a:latin typeface="微软雅黑" panose="020B0503020204020204" pitchFamily="34" charset="-122"/>
                        <a:ea typeface="微软雅黑" panose="020B0503020204020204" pitchFamily="34" charset="-122"/>
                        <a:cs typeface="+mn-cs"/>
                      </a:endParaRPr>
                    </a:p>
                  </a:txBody>
                  <a:tcPr anchor="ctr">
                    <a:solidFill>
                      <a:schemeClr val="accent1">
                        <a:lumMod val="20000"/>
                        <a:lumOff val="80000"/>
                      </a:schemeClr>
                    </a:solidFill>
                  </a:tcPr>
                </a:tc>
                <a:tc>
                  <a:txBody>
                    <a:bodyPr/>
                    <a:lstStyle/>
                    <a:p>
                      <a:pPr algn="ctr"/>
                      <a:r>
                        <a:rPr lang="zh-CN" altLang="en-US" sz="1100" b="1" kern="1200" dirty="0">
                          <a:solidFill>
                            <a:schemeClr val="tx1"/>
                          </a:solidFill>
                          <a:latin typeface="微软雅黑" panose="020B0503020204020204" pitchFamily="34" charset="-122"/>
                          <a:ea typeface="微软雅黑" panose="020B0503020204020204" pitchFamily="34" charset="-122"/>
                          <a:cs typeface="+mn-cs"/>
                        </a:rPr>
                        <a:t>状态</a:t>
                      </a:r>
                    </a:p>
                  </a:txBody>
                  <a:tcPr anchor="ctr">
                    <a:solidFill>
                      <a:schemeClr val="accent1">
                        <a:lumMod val="20000"/>
                        <a:lumOff val="80000"/>
                      </a:schemeClr>
                    </a:solidFill>
                  </a:tcPr>
                </a:tc>
                <a:extLst>
                  <a:ext uri="{0D108BD9-81ED-4DB2-BD59-A6C34878D82A}">
                    <a16:rowId xmlns:a16="http://schemas.microsoft.com/office/drawing/2014/main" val="3485807034"/>
                  </a:ext>
                </a:extLst>
              </a:tr>
              <a:tr h="232885">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gridSpan="5">
                  <a:txBody>
                    <a:bodyPr/>
                    <a:lstStyle/>
                    <a:p>
                      <a:pPr algn="ctr"/>
                      <a:r>
                        <a:rPr lang="zh-CN" altLang="en-US" sz="1100" dirty="0">
                          <a:latin typeface="微软雅黑" panose="020B0503020204020204" pitchFamily="34" charset="-122"/>
                          <a:ea typeface="微软雅黑" panose="020B0503020204020204" pitchFamily="34" charset="-122"/>
                        </a:rPr>
                        <a:t>选择后录入</a:t>
                      </a:r>
                    </a:p>
                  </a:txBody>
                  <a:tcPr anchor="ctr">
                    <a:noFill/>
                  </a:tcPr>
                </a:tc>
                <a:tc hMerge="1">
                  <a:txBody>
                    <a:bodyPr/>
                    <a:lstStyle/>
                    <a:p>
                      <a:endParaRPr lang="zh-CN" altLang="en-US"/>
                    </a:p>
                  </a:txBody>
                  <a:tcPr/>
                </a:tc>
                <a:tc hMerge="1">
                  <a:txBody>
                    <a:bodyPr/>
                    <a:lstStyle/>
                    <a:p>
                      <a:pPr algn="ctr"/>
                      <a:endParaRPr lang="zh-CN" altLang="en-US" sz="1050" dirty="0">
                        <a:latin typeface="微软雅黑" panose="020B0503020204020204" pitchFamily="34" charset="-122"/>
                        <a:ea typeface="微软雅黑" panose="020B0503020204020204" pitchFamily="34" charset="-122"/>
                      </a:endParaRPr>
                    </a:p>
                  </a:txBody>
                  <a:tcPr/>
                </a:tc>
                <a:tc hMerge="1">
                  <a:txBody>
                    <a:bodyPr/>
                    <a:lstStyle/>
                    <a:p>
                      <a:endParaRPr lang="zh-CN" altLang="en-US"/>
                    </a:p>
                  </a:txBody>
                  <a:tcPr/>
                </a:tc>
                <a:tc hMerge="1">
                  <a:txBody>
                    <a:bodyPr/>
                    <a:lstStyle/>
                    <a:p>
                      <a:pPr algn="ctr"/>
                      <a:endParaRPr lang="zh-CN" altLang="en-US" sz="1100" dirty="0">
                        <a:latin typeface="微软雅黑" panose="020B0503020204020204" pitchFamily="34" charset="-122"/>
                        <a:ea typeface="微软雅黑" panose="020B0503020204020204" pitchFamily="34" charset="-122"/>
                      </a:endParaRPr>
                    </a:p>
                  </a:txBody>
                  <a:tcPr>
                    <a:noFill/>
                  </a:tcPr>
                </a:tc>
                <a:tc gridSpan="2">
                  <a:txBody>
                    <a:bodyPr/>
                    <a:lstStyle/>
                    <a:p>
                      <a:pPr algn="ctr"/>
                      <a:r>
                        <a:rPr lang="zh-CN" altLang="en-US" sz="1100" kern="1200" dirty="0">
                          <a:solidFill>
                            <a:schemeClr val="tx1"/>
                          </a:solidFill>
                          <a:latin typeface="微软雅黑" panose="020B0503020204020204" pitchFamily="34" charset="-122"/>
                          <a:ea typeface="微软雅黑" panose="020B0503020204020204" pitchFamily="34" charset="-122"/>
                          <a:cs typeface="+mn-cs"/>
                        </a:rPr>
                        <a:t>手动</a:t>
                      </a:r>
                    </a:p>
                  </a:txBody>
                  <a:tcPr anchor="ctr">
                    <a:noFill/>
                  </a:tcPr>
                </a:tc>
                <a:tc hMerge="1">
                  <a:txBody>
                    <a:bodyPr/>
                    <a:lstStyle/>
                    <a:p>
                      <a:pPr algn="ctr"/>
                      <a:endParaRPr lang="zh-CN" altLang="en-US" sz="1100" kern="1200" dirty="0">
                        <a:solidFill>
                          <a:schemeClr val="tx1"/>
                        </a:solidFill>
                        <a:latin typeface="微软雅黑" panose="020B0503020204020204" pitchFamily="34" charset="-122"/>
                        <a:ea typeface="微软雅黑" panose="020B0503020204020204" pitchFamily="34" charset="-122"/>
                        <a:cs typeface="+mn-cs"/>
                      </a:endParaRPr>
                    </a:p>
                  </a:txBody>
                  <a:tcPr>
                    <a:noFill/>
                  </a:tcPr>
                </a:tc>
                <a:tc>
                  <a:txBody>
                    <a:bodyPr/>
                    <a:lstStyle/>
                    <a:p>
                      <a:pPr algn="ctr"/>
                      <a:r>
                        <a:rPr lang="zh-CN" altLang="en-US" sz="1100" dirty="0">
                          <a:latin typeface="微软雅黑" panose="020B0503020204020204" pitchFamily="34" charset="-122"/>
                          <a:ea typeface="微软雅黑" panose="020B0503020204020204" pitchFamily="34" charset="-122"/>
                        </a:rPr>
                        <a:t>已发放</a:t>
                      </a:r>
                    </a:p>
                  </a:txBody>
                  <a:tcPr anchor="ctr">
                    <a:noFill/>
                  </a:tcPr>
                </a:tc>
                <a:extLst>
                  <a:ext uri="{0D108BD9-81ED-4DB2-BD59-A6C34878D82A}">
                    <a16:rowId xmlns:a16="http://schemas.microsoft.com/office/drawing/2014/main" val="4167851679"/>
                  </a:ext>
                </a:extLst>
              </a:tr>
              <a:tr h="232885">
                <a:tc rowSpan="2">
                  <a:txBody>
                    <a:bodyPr/>
                    <a:lstStyle/>
                    <a:p>
                      <a:pPr algn="ctr"/>
                      <a:r>
                        <a:rPr lang="zh-CN" altLang="en-US" sz="1100" b="1" kern="1200" dirty="0">
                          <a:solidFill>
                            <a:schemeClr val="tx1"/>
                          </a:solidFill>
                          <a:latin typeface="+mn-lt"/>
                          <a:ea typeface="+mn-ea"/>
                          <a:cs typeface="+mn-cs"/>
                        </a:rPr>
                        <a:t>借用</a:t>
                      </a:r>
                      <a:endParaRPr lang="en-US" altLang="zh-CN" sz="1100" b="1" kern="1200" dirty="0">
                        <a:solidFill>
                          <a:schemeClr val="tx1"/>
                        </a:solidFill>
                        <a:latin typeface="+mn-lt"/>
                        <a:ea typeface="+mn-ea"/>
                        <a:cs typeface="+mn-cs"/>
                      </a:endParaRPr>
                    </a:p>
                    <a:p>
                      <a:pPr algn="ctr"/>
                      <a:r>
                        <a:rPr lang="zh-CN" altLang="en-US" sz="1100" b="1" kern="1200" dirty="0">
                          <a:solidFill>
                            <a:schemeClr val="tx1"/>
                          </a:solidFill>
                          <a:latin typeface="+mn-lt"/>
                          <a:ea typeface="+mn-ea"/>
                          <a:cs typeface="+mn-cs"/>
                        </a:rPr>
                        <a:t>发放</a:t>
                      </a:r>
                    </a:p>
                  </a:txBody>
                  <a:tcPr anchor="ctr">
                    <a:solidFill>
                      <a:schemeClr val="accent1">
                        <a:lumMod val="20000"/>
                        <a:lumOff val="80000"/>
                      </a:schemeClr>
                    </a:solidFill>
                  </a:tcPr>
                </a:tc>
                <a:tc>
                  <a:txBody>
                    <a:bodyPr/>
                    <a:lstStyle/>
                    <a:p>
                      <a:pPr algn="ctr"/>
                      <a:r>
                        <a:rPr lang="zh-CN" altLang="en-US" sz="1100" b="1" dirty="0">
                          <a:latin typeface="微软雅黑" panose="020B0503020204020204" pitchFamily="34" charset="-122"/>
                          <a:ea typeface="微软雅黑" panose="020B0503020204020204" pitchFamily="34" charset="-122"/>
                        </a:rPr>
                        <a:t>发放人</a:t>
                      </a:r>
                    </a:p>
                  </a:txBody>
                  <a:tcPr anchor="ctr">
                    <a:solidFill>
                      <a:schemeClr val="accent1">
                        <a:lumMod val="20000"/>
                        <a:lumOff val="80000"/>
                      </a:schemeClr>
                    </a:solidFill>
                  </a:tcPr>
                </a:tc>
                <a:tc>
                  <a:txBody>
                    <a:bodyPr/>
                    <a:lstStyle/>
                    <a:p>
                      <a:pPr algn="ctr"/>
                      <a:r>
                        <a:rPr lang="zh-CN" altLang="en-US" sz="1100" b="1" dirty="0">
                          <a:solidFill>
                            <a:srgbClr val="0054A6"/>
                          </a:solidFill>
                          <a:latin typeface="微软雅黑" panose="020B0503020204020204" pitchFamily="34" charset="-122"/>
                          <a:ea typeface="微软雅黑" panose="020B0503020204020204" pitchFamily="34" charset="-122"/>
                        </a:rPr>
                        <a:t>使用人</a:t>
                      </a:r>
                    </a:p>
                  </a:txBody>
                  <a:tcPr anchor="ctr">
                    <a:solidFill>
                      <a:schemeClr val="accent1">
                        <a:lumMod val="20000"/>
                        <a:lumOff val="80000"/>
                      </a:schemeClr>
                    </a:solidFill>
                  </a:tcPr>
                </a:tc>
                <a:tc>
                  <a:txBody>
                    <a:bodyPr/>
                    <a:lstStyle/>
                    <a:p>
                      <a:pPr algn="ctr"/>
                      <a:r>
                        <a:rPr lang="zh-CN" altLang="en-US" sz="1100" b="1" dirty="0">
                          <a:latin typeface="微软雅黑" panose="020B0503020204020204" pitchFamily="34" charset="-122"/>
                          <a:ea typeface="微软雅黑" panose="020B0503020204020204" pitchFamily="34" charset="-122"/>
                        </a:rPr>
                        <a:t>领取人</a:t>
                      </a:r>
                    </a:p>
                  </a:txBody>
                  <a:tcPr anchor="ct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dirty="0"/>
                        <a:t>借用</a:t>
                      </a:r>
                      <a:endParaRPr lang="en-US" altLang="zh-CN" sz="1100" b="1" dirty="0"/>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dirty="0"/>
                        <a:t>日期</a:t>
                      </a:r>
                    </a:p>
                  </a:txBody>
                  <a:tcPr anchor="ct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预计</a:t>
                      </a:r>
                      <a:endParaRPr lang="en-US" altLang="zh-CN" sz="1100" b="1" kern="1200" dirty="0">
                        <a:solidFill>
                          <a:schemeClr val="tx1"/>
                        </a:solidFill>
                        <a:latin typeface="+mn-lt"/>
                        <a:ea typeface="+mn-ea"/>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归还日</a:t>
                      </a:r>
                    </a:p>
                  </a:txBody>
                  <a:tcPr anchor="ctr">
                    <a:solidFill>
                      <a:schemeClr val="accent1">
                        <a:lumMod val="20000"/>
                        <a:lumOff val="80000"/>
                      </a:schemeClr>
                    </a:solidFill>
                  </a:tcPr>
                </a:tc>
                <a:tc>
                  <a:txBody>
                    <a:bodyPr/>
                    <a:lstStyle/>
                    <a:p>
                      <a:r>
                        <a:rPr lang="zh-CN" altLang="en-US" sz="1100" b="1" kern="1200" dirty="0">
                          <a:solidFill>
                            <a:schemeClr val="tx1"/>
                          </a:solidFill>
                          <a:latin typeface="+mn-lt"/>
                          <a:ea typeface="+mn-ea"/>
                          <a:cs typeface="+mn-cs"/>
                        </a:rPr>
                        <a:t>发放</a:t>
                      </a:r>
                      <a:endParaRPr lang="en-US" altLang="zh-CN" sz="1100" b="1" kern="1200" dirty="0">
                        <a:solidFill>
                          <a:schemeClr val="tx1"/>
                        </a:solidFill>
                        <a:latin typeface="+mn-lt"/>
                        <a:ea typeface="+mn-ea"/>
                        <a:cs typeface="+mn-cs"/>
                      </a:endParaRPr>
                    </a:p>
                    <a:p>
                      <a:r>
                        <a:rPr lang="zh-CN" altLang="en-US" sz="1100" b="1" kern="1200" dirty="0">
                          <a:solidFill>
                            <a:schemeClr val="tx1"/>
                          </a:solidFill>
                          <a:latin typeface="+mn-lt"/>
                          <a:ea typeface="+mn-ea"/>
                          <a:cs typeface="+mn-cs"/>
                        </a:rPr>
                        <a:t>数量</a:t>
                      </a:r>
                      <a:endParaRPr lang="zh-CN" altLang="en-US" dirty="0"/>
                    </a:p>
                  </a:txBody>
                  <a:tcPr anchor="ct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100" b="1" kern="1200" dirty="0">
                          <a:solidFill>
                            <a:srgbClr val="0054A6"/>
                          </a:solidFill>
                          <a:latin typeface="微软雅黑" panose="020B0503020204020204" pitchFamily="34" charset="-122"/>
                          <a:ea typeface="微软雅黑" panose="020B0503020204020204" pitchFamily="34" charset="-122"/>
                          <a:cs typeface="+mn-cs"/>
                        </a:rPr>
                        <a:t>Draft</a:t>
                      </a:r>
                      <a:endParaRPr lang="zh-CN" altLang="en-US" sz="1100" b="1" kern="1200" dirty="0">
                        <a:solidFill>
                          <a:srgbClr val="0054A6"/>
                        </a:solidFill>
                        <a:latin typeface="微软雅黑" panose="020B0503020204020204" pitchFamily="34" charset="-122"/>
                        <a:ea typeface="微软雅黑" panose="020B0503020204020204" pitchFamily="34" charset="-122"/>
                        <a:cs typeface="+mn-cs"/>
                      </a:endParaRPr>
                    </a:p>
                  </a:txBody>
                  <a:tcPr anchor="ctr">
                    <a:solidFill>
                      <a:schemeClr val="accent1">
                        <a:lumMod val="20000"/>
                        <a:lumOff val="8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状态</a:t>
                      </a:r>
                    </a:p>
                  </a:txBody>
                  <a:tcPr anchor="ctr">
                    <a:solidFill>
                      <a:schemeClr val="accent1">
                        <a:lumMod val="20000"/>
                        <a:lumOff val="80000"/>
                      </a:schemeClr>
                    </a:solidFill>
                  </a:tcPr>
                </a:tc>
                <a:extLst>
                  <a:ext uri="{0D108BD9-81ED-4DB2-BD59-A6C34878D82A}">
                    <a16:rowId xmlns:a16="http://schemas.microsoft.com/office/drawing/2014/main" val="2536624127"/>
                  </a:ext>
                </a:extLst>
              </a:tr>
              <a:tr h="232885">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gridSpan="5">
                  <a:txBody>
                    <a:bodyPr/>
                    <a:lstStyle/>
                    <a:p>
                      <a:pPr algn="ctr"/>
                      <a:r>
                        <a:rPr lang="zh-CN" altLang="en-US" sz="1100" dirty="0">
                          <a:latin typeface="微软雅黑" panose="020B0503020204020204" pitchFamily="34" charset="-122"/>
                          <a:ea typeface="微软雅黑" panose="020B0503020204020204" pitchFamily="34" charset="-122"/>
                        </a:rPr>
                        <a:t>选择后录入</a:t>
                      </a:r>
                    </a:p>
                  </a:txBody>
                  <a:tcPr anchor="c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ctr"/>
                      <a:r>
                        <a:rPr lang="zh-CN" altLang="en-US" sz="1100" kern="1200" dirty="0">
                          <a:solidFill>
                            <a:schemeClr val="tx1"/>
                          </a:solidFill>
                          <a:latin typeface="微软雅黑" panose="020B0503020204020204" pitchFamily="34" charset="-122"/>
                          <a:ea typeface="微软雅黑" panose="020B0503020204020204" pitchFamily="34" charset="-122"/>
                          <a:cs typeface="+mn-cs"/>
                        </a:rPr>
                        <a:t>手动</a:t>
                      </a:r>
                    </a:p>
                  </a:txBody>
                  <a:tcPr anchor="ctr">
                    <a:noFill/>
                  </a:tcPr>
                </a:tc>
                <a:tc hMerge="1">
                  <a:txBody>
                    <a:bodyPr/>
                    <a:lstStyle/>
                    <a:p>
                      <a:pPr algn="ctr"/>
                      <a:endParaRPr lang="zh-CN" altLang="en-US" sz="1100" kern="1200" dirty="0">
                        <a:solidFill>
                          <a:schemeClr val="tx1"/>
                        </a:solidFill>
                        <a:latin typeface="微软雅黑" panose="020B0503020204020204" pitchFamily="34" charset="-122"/>
                        <a:ea typeface="微软雅黑" panose="020B0503020204020204" pitchFamily="34" charset="-122"/>
                        <a:cs typeface="+mn-cs"/>
                      </a:endParaRPr>
                    </a:p>
                  </a:txBody>
                  <a:tcPr>
                    <a:noFill/>
                  </a:tcPr>
                </a:tc>
                <a:tc>
                  <a:txBody>
                    <a:bodyPr/>
                    <a:lstStyle/>
                    <a:p>
                      <a:pPr algn="ctr"/>
                      <a:r>
                        <a:rPr lang="zh-CN" altLang="en-US" sz="1100" dirty="0">
                          <a:latin typeface="微软雅黑" panose="020B0503020204020204" pitchFamily="34" charset="-122"/>
                          <a:ea typeface="微软雅黑" panose="020B0503020204020204" pitchFamily="34" charset="-122"/>
                        </a:rPr>
                        <a:t>借用中</a:t>
                      </a:r>
                    </a:p>
                  </a:txBody>
                  <a:tcPr anchor="ctr">
                    <a:noFill/>
                  </a:tcPr>
                </a:tc>
                <a:extLst>
                  <a:ext uri="{0D108BD9-81ED-4DB2-BD59-A6C34878D82A}">
                    <a16:rowId xmlns:a16="http://schemas.microsoft.com/office/drawing/2014/main" val="3047349946"/>
                  </a:ext>
                </a:extLst>
              </a:tr>
            </a:tbl>
          </a:graphicData>
        </a:graphic>
      </p:graphicFrame>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a:xfrm>
            <a:off x="7099300" y="6467783"/>
            <a:ext cx="2750244" cy="419400"/>
          </a:xfrm>
        </p:spPr>
        <p:txBody>
          <a:bodyPr/>
          <a:lstStyle/>
          <a:p>
            <a:fld id="{0061C8C0-D17A-4AB6-8BA3-823AA3DB1276}" type="slidenum">
              <a:rPr lang="ko-KR" altLang="en-US" smtClean="0">
                <a:latin typeface="微软雅黑" panose="020B0503020204020204" pitchFamily="34" charset="-122"/>
              </a:rPr>
              <a:pPr/>
              <a:t>11</a:t>
            </a:fld>
            <a:endParaRPr lang="ko-KR" altLang="en-US" dirty="0">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p:txBody>
          <a:bodyPr>
            <a:noAutofit/>
          </a:bodyPr>
          <a:lstStyle/>
          <a:p>
            <a:r>
              <a:rPr lang="zh-CN" altLang="en-US" sz="1800" b="1" dirty="0">
                <a:latin typeface="微软雅黑" panose="020B0503020204020204" pitchFamily="34" charset="-122"/>
                <a:ea typeface="微软雅黑" panose="020B0503020204020204" pitchFamily="34" charset="-122"/>
              </a:rPr>
              <a:t>功能需求：管理画面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日常管理</a:t>
            </a:r>
          </a:p>
        </p:txBody>
      </p:sp>
      <p:sp>
        <p:nvSpPr>
          <p:cNvPr id="15" name="Rectangle 1379">
            <a:extLst>
              <a:ext uri="{FF2B5EF4-FFF2-40B4-BE49-F238E27FC236}">
                <a16:creationId xmlns:a16="http://schemas.microsoft.com/office/drawing/2014/main" id="{EB07AF95-7FEC-43FC-9DB1-D06E8CFB91BA}"/>
              </a:ext>
            </a:extLst>
          </p:cNvPr>
          <p:cNvSpPr>
            <a:spLocks noChangeArrowheads="1"/>
          </p:cNvSpPr>
          <p:nvPr/>
        </p:nvSpPr>
        <p:spPr bwMode="auto">
          <a:xfrm>
            <a:off x="931845" y="911866"/>
            <a:ext cx="2959340" cy="202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1380">
            <a:extLst>
              <a:ext uri="{FF2B5EF4-FFF2-40B4-BE49-F238E27FC236}">
                <a16:creationId xmlns:a16="http://schemas.microsoft.com/office/drawing/2014/main" id="{AFA700C6-00A1-408A-BA6F-AF9395450554}"/>
              </a:ext>
            </a:extLst>
          </p:cNvPr>
          <p:cNvSpPr>
            <a:spLocks noChangeShapeType="1"/>
          </p:cNvSpPr>
          <p:nvPr/>
        </p:nvSpPr>
        <p:spPr bwMode="auto">
          <a:xfrm>
            <a:off x="931846" y="1211904"/>
            <a:ext cx="2954694"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Rectangle 1383">
            <a:extLst>
              <a:ext uri="{FF2B5EF4-FFF2-40B4-BE49-F238E27FC236}">
                <a16:creationId xmlns:a16="http://schemas.microsoft.com/office/drawing/2014/main" id="{324C9F06-D3EE-4B3B-A90E-E6C19C98CBE9}"/>
              </a:ext>
            </a:extLst>
          </p:cNvPr>
          <p:cNvSpPr>
            <a:spLocks noChangeArrowheads="1"/>
          </p:cNvSpPr>
          <p:nvPr/>
        </p:nvSpPr>
        <p:spPr bwMode="auto">
          <a:xfrm>
            <a:off x="4192136" y="911864"/>
            <a:ext cx="5220130"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其他</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Line 1384">
            <a:extLst>
              <a:ext uri="{FF2B5EF4-FFF2-40B4-BE49-F238E27FC236}">
                <a16:creationId xmlns:a16="http://schemas.microsoft.com/office/drawing/2014/main" id="{6DE06FD9-0ACD-4E39-BCDB-17C61399B303}"/>
              </a:ext>
            </a:extLst>
          </p:cNvPr>
          <p:cNvSpPr>
            <a:spLocks noChangeShapeType="1"/>
          </p:cNvSpPr>
          <p:nvPr/>
        </p:nvSpPr>
        <p:spPr bwMode="auto">
          <a:xfrm>
            <a:off x="4192136" y="1211904"/>
            <a:ext cx="522013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AutoShape 1385">
            <a:extLst>
              <a:ext uri="{FF2B5EF4-FFF2-40B4-BE49-F238E27FC236}">
                <a16:creationId xmlns:a16="http://schemas.microsoft.com/office/drawing/2014/main" id="{67681FC0-C9F7-4B24-966F-6715E2E2BF3B}"/>
              </a:ext>
            </a:extLst>
          </p:cNvPr>
          <p:cNvSpPr>
            <a:spLocks noChangeArrowheads="1"/>
          </p:cNvSpPr>
          <p:nvPr/>
        </p:nvSpPr>
        <p:spPr bwMode="auto">
          <a:xfrm rot="16200000" flipH="1">
            <a:off x="1472099" y="3758619"/>
            <a:ext cx="5038928" cy="147381"/>
          </a:xfrm>
          <a:prstGeom prst="triangle">
            <a:avLst>
              <a:gd name="adj" fmla="val 50000"/>
            </a:avLst>
          </a:prstGeom>
          <a:solidFill>
            <a:srgbClr val="90909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10" name="组合 9">
            <a:extLst>
              <a:ext uri="{FF2B5EF4-FFF2-40B4-BE49-F238E27FC236}">
                <a16:creationId xmlns:a16="http://schemas.microsoft.com/office/drawing/2014/main" id="{14DF9F06-A135-9BF6-A24F-016ACE738729}"/>
              </a:ext>
            </a:extLst>
          </p:cNvPr>
          <p:cNvGrpSpPr/>
          <p:nvPr/>
        </p:nvGrpSpPr>
        <p:grpSpPr>
          <a:xfrm>
            <a:off x="124109" y="4777274"/>
            <a:ext cx="3767076" cy="795346"/>
            <a:chOff x="124109" y="4777274"/>
            <a:chExt cx="3767076" cy="795346"/>
          </a:xfrm>
        </p:grpSpPr>
        <p:grpSp>
          <p:nvGrpSpPr>
            <p:cNvPr id="29" name="Group 14">
              <a:extLst>
                <a:ext uri="{FF2B5EF4-FFF2-40B4-BE49-F238E27FC236}">
                  <a16:creationId xmlns:a16="http://schemas.microsoft.com/office/drawing/2014/main" id="{917E17DD-C5E2-44C4-A9C0-5C44C96BAA9D}"/>
                </a:ext>
              </a:extLst>
            </p:cNvPr>
            <p:cNvGrpSpPr>
              <a:grpSpLocks/>
            </p:cNvGrpSpPr>
            <p:nvPr/>
          </p:nvGrpSpPr>
          <p:grpSpPr bwMode="auto">
            <a:xfrm>
              <a:off x="124109" y="4777274"/>
              <a:ext cx="750942" cy="788988"/>
              <a:chOff x="2400" y="1968"/>
              <a:chExt cx="1152" cy="576"/>
            </a:xfrm>
          </p:grpSpPr>
          <p:sp>
            <p:nvSpPr>
              <p:cNvPr id="30" name="Freeform 15">
                <a:extLst>
                  <a:ext uri="{FF2B5EF4-FFF2-40B4-BE49-F238E27FC236}">
                    <a16:creationId xmlns:a16="http://schemas.microsoft.com/office/drawing/2014/main" id="{F425A4A9-D207-4433-A39B-42D6AD3F9F6D}"/>
                  </a:ext>
                </a:extLst>
              </p:cNvPr>
              <p:cNvSpPr>
                <a:spLocks/>
              </p:cNvSpPr>
              <p:nvPr>
                <p:custDataLst>
                  <p:tags r:id="rId7"/>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Rectangle 16">
                <a:extLst>
                  <a:ext uri="{FF2B5EF4-FFF2-40B4-BE49-F238E27FC236}">
                    <a16:creationId xmlns:a16="http://schemas.microsoft.com/office/drawing/2014/main" id="{36199550-94ED-4268-87F5-49EEA21F1963}"/>
                  </a:ext>
                </a:extLst>
              </p:cNvPr>
              <p:cNvSpPr>
                <a:spLocks noChangeArrowheads="1"/>
              </p:cNvSpPr>
              <p:nvPr>
                <p:custDataLst>
                  <p:tags r:id="rId8"/>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物料返还</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5" name="Rectangle 1378">
              <a:extLst>
                <a:ext uri="{FF2B5EF4-FFF2-40B4-BE49-F238E27FC236}">
                  <a16:creationId xmlns:a16="http://schemas.microsoft.com/office/drawing/2014/main" id="{D148F2F3-C15F-4BB7-8E43-B49145FEBFC4}"/>
                </a:ext>
              </a:extLst>
            </p:cNvPr>
            <p:cNvSpPr>
              <a:spLocks noChangeArrowheads="1"/>
            </p:cNvSpPr>
            <p:nvPr/>
          </p:nvSpPr>
          <p:spPr bwMode="auto">
            <a:xfrm>
              <a:off x="931845" y="4777274"/>
              <a:ext cx="2959340" cy="795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发放后的物料返还再入库；</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54A6"/>
                  </a:solidFill>
                  <a:latin typeface="微软雅黑" panose="020B0503020204020204" pitchFamily="34" charset="-122"/>
                  <a:ea typeface="微软雅黑" panose="020B0503020204020204" pitchFamily="34" charset="-122"/>
                </a:rPr>
                <a:t>第一次返还完成后，更新物料“新旧”字段为“旧”；</a:t>
              </a:r>
              <a:endParaRPr lang="en-US" altLang="zh-CN" sz="1100" b="1" kern="0" dirty="0">
                <a:solidFill>
                  <a:srgbClr val="0054A6"/>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物料状态：已发放</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借用中</a:t>
              </a:r>
              <a:r>
                <a:rPr lang="en-US" altLang="zh-CN" sz="1100" b="1" kern="0" dirty="0">
                  <a:solidFill>
                    <a:srgbClr val="000000"/>
                  </a:solidFill>
                  <a:latin typeface="微软雅黑" panose="020B0503020204020204" pitchFamily="34" charset="-122"/>
                  <a:ea typeface="微软雅黑" panose="020B0503020204020204" pitchFamily="34" charset="-122"/>
                </a:rPr>
                <a:t>-&gt;</a:t>
              </a:r>
              <a:r>
                <a:rPr lang="zh-CN" altLang="en-US" sz="1100" b="1" kern="0" dirty="0">
                  <a:solidFill>
                    <a:srgbClr val="000000"/>
                  </a:solidFill>
                  <a:latin typeface="微软雅黑" panose="020B0503020204020204" pitchFamily="34" charset="-122"/>
                  <a:ea typeface="微软雅黑" panose="020B0503020204020204" pitchFamily="34" charset="-122"/>
                </a:rPr>
                <a:t>在库</a:t>
              </a:r>
              <a:endParaRPr lang="en-US" altLang="zh-CN" sz="1100" b="1" kern="0" dirty="0">
                <a:solidFill>
                  <a:srgbClr val="000000"/>
                </a:solidFill>
                <a:latin typeface="微软雅黑" panose="020B0503020204020204" pitchFamily="34" charset="-122"/>
                <a:ea typeface="微软雅黑" panose="020B0503020204020204" pitchFamily="34" charset="-122"/>
              </a:endParaRPr>
            </a:p>
          </p:txBody>
        </p:sp>
      </p:grpSp>
      <p:grpSp>
        <p:nvGrpSpPr>
          <p:cNvPr id="24" name="组合 23">
            <a:extLst>
              <a:ext uri="{FF2B5EF4-FFF2-40B4-BE49-F238E27FC236}">
                <a16:creationId xmlns:a16="http://schemas.microsoft.com/office/drawing/2014/main" id="{CCE72862-C14F-4D44-8956-30DD2F7CED8B}"/>
              </a:ext>
            </a:extLst>
          </p:cNvPr>
          <p:cNvGrpSpPr/>
          <p:nvPr/>
        </p:nvGrpSpPr>
        <p:grpSpPr>
          <a:xfrm>
            <a:off x="3777657" y="365452"/>
            <a:ext cx="219075" cy="304800"/>
            <a:chOff x="4029075" y="4013200"/>
            <a:chExt cx="219075" cy="304800"/>
          </a:xfrm>
        </p:grpSpPr>
        <p:grpSp>
          <p:nvGrpSpPr>
            <p:cNvPr id="25" name="Group 679">
              <a:extLst>
                <a:ext uri="{FF2B5EF4-FFF2-40B4-BE49-F238E27FC236}">
                  <a16:creationId xmlns:a16="http://schemas.microsoft.com/office/drawing/2014/main" id="{B6A01064-87A1-46A7-958B-969214F4631A}"/>
                </a:ext>
              </a:extLst>
            </p:cNvPr>
            <p:cNvGrpSpPr>
              <a:grpSpLocks/>
            </p:cNvGrpSpPr>
            <p:nvPr/>
          </p:nvGrpSpPr>
          <p:grpSpPr bwMode="auto">
            <a:xfrm>
              <a:off x="4087813" y="4013200"/>
              <a:ext cx="160337" cy="304800"/>
              <a:chOff x="1509" y="506"/>
              <a:chExt cx="131" cy="200"/>
            </a:xfrm>
          </p:grpSpPr>
          <p:sp>
            <p:nvSpPr>
              <p:cNvPr id="33" name="Arc 680">
                <a:extLst>
                  <a:ext uri="{FF2B5EF4-FFF2-40B4-BE49-F238E27FC236}">
                    <a16:creationId xmlns:a16="http://schemas.microsoft.com/office/drawing/2014/main" id="{A6AC274D-C349-4F7D-862A-D532A789D4FC}"/>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34" name="Arc 681">
                <a:extLst>
                  <a:ext uri="{FF2B5EF4-FFF2-40B4-BE49-F238E27FC236}">
                    <a16:creationId xmlns:a16="http://schemas.microsoft.com/office/drawing/2014/main" id="{82B53E3A-0B67-4746-8462-A0BD93253465}"/>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2" name="Rectangle 682">
              <a:extLst>
                <a:ext uri="{FF2B5EF4-FFF2-40B4-BE49-F238E27FC236}">
                  <a16:creationId xmlns:a16="http://schemas.microsoft.com/office/drawing/2014/main" id="{71CF2EE6-7E6B-49CD-B602-960EC3E37C1C}"/>
                </a:ext>
              </a:extLst>
            </p:cNvPr>
            <p:cNvSpPr>
              <a:spLocks noChangeArrowheads="1"/>
            </p:cNvSpPr>
            <p:nvPr/>
          </p:nvSpPr>
          <p:spPr bwMode="invGray">
            <a:xfrm>
              <a:off x="4029075" y="4079875"/>
              <a:ext cx="18256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8</a:t>
              </a:r>
              <a:endParaRPr lang="ko-KR" altLang="ko-KR" sz="1400" i="1" dirty="0">
                <a:latin typeface="Arial Black" panose="020B0A04020102020204" pitchFamily="34" charset="0"/>
              </a:endParaRPr>
            </a:p>
          </p:txBody>
        </p:sp>
      </p:grpSp>
      <p:grpSp>
        <p:nvGrpSpPr>
          <p:cNvPr id="9" name="组合 8">
            <a:extLst>
              <a:ext uri="{FF2B5EF4-FFF2-40B4-BE49-F238E27FC236}">
                <a16:creationId xmlns:a16="http://schemas.microsoft.com/office/drawing/2014/main" id="{F94B95C7-533E-7147-FBB4-C1086FA87941}"/>
              </a:ext>
            </a:extLst>
          </p:cNvPr>
          <p:cNvGrpSpPr/>
          <p:nvPr/>
        </p:nvGrpSpPr>
        <p:grpSpPr>
          <a:xfrm>
            <a:off x="124109" y="2590455"/>
            <a:ext cx="3767076" cy="2014141"/>
            <a:chOff x="124109" y="2590455"/>
            <a:chExt cx="3767076" cy="2014141"/>
          </a:xfrm>
        </p:grpSpPr>
        <p:sp>
          <p:nvSpPr>
            <p:cNvPr id="14" name="Rectangle 1378">
              <a:extLst>
                <a:ext uri="{FF2B5EF4-FFF2-40B4-BE49-F238E27FC236}">
                  <a16:creationId xmlns:a16="http://schemas.microsoft.com/office/drawing/2014/main" id="{45C680E8-F9D2-45BF-BEDC-7735EDC0E5BB}"/>
                </a:ext>
              </a:extLst>
            </p:cNvPr>
            <p:cNvSpPr>
              <a:spLocks noChangeArrowheads="1"/>
            </p:cNvSpPr>
            <p:nvPr/>
          </p:nvSpPr>
          <p:spPr bwMode="auto">
            <a:xfrm>
              <a:off x="931845" y="2590455"/>
              <a:ext cx="2959340" cy="2014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资产和耗材进行出库发放登记管理，分领用发放和借用发放两种。</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54A6"/>
                  </a:solidFill>
                  <a:latin typeface="微软雅黑" panose="020B0503020204020204" pitchFamily="34" charset="-122"/>
                  <a:ea typeface="微软雅黑" panose="020B0503020204020204" pitchFamily="34" charset="-122"/>
                </a:rPr>
                <a:t>生成发放申请单：查询选取要发放物料后，录入领用</a:t>
              </a:r>
              <a:r>
                <a:rPr lang="en-US" altLang="zh-CN" sz="1100" b="1" kern="0" dirty="0">
                  <a:solidFill>
                    <a:srgbClr val="0054A6"/>
                  </a:solidFill>
                  <a:latin typeface="微软雅黑" panose="020B0503020204020204" pitchFamily="34" charset="-122"/>
                  <a:ea typeface="微软雅黑" panose="020B0503020204020204" pitchFamily="34" charset="-122"/>
                </a:rPr>
                <a:t>/</a:t>
              </a:r>
              <a:r>
                <a:rPr lang="zh-CN" altLang="en-US" sz="1100" b="1" kern="0" dirty="0">
                  <a:solidFill>
                    <a:srgbClr val="0054A6"/>
                  </a:solidFill>
                  <a:latin typeface="微软雅黑" panose="020B0503020204020204" pitchFamily="34" charset="-122"/>
                  <a:ea typeface="微软雅黑" panose="020B0503020204020204" pitchFamily="34" charset="-122"/>
                </a:rPr>
                <a:t>借用发放信息，提交决裁</a:t>
              </a:r>
              <a:r>
                <a:rPr lang="en-US" altLang="zh-CN" sz="1100" b="1" kern="0" dirty="0">
                  <a:solidFill>
                    <a:srgbClr val="0054A6"/>
                  </a:solidFill>
                  <a:latin typeface="微软雅黑" panose="020B0503020204020204" pitchFamily="34" charset="-122"/>
                  <a:ea typeface="微软雅黑" panose="020B0503020204020204" pitchFamily="34" charset="-122"/>
                </a:rPr>
                <a:t>(</a:t>
              </a:r>
              <a:r>
                <a:rPr lang="zh-CN" altLang="en-US" sz="1100" b="1" kern="0" dirty="0">
                  <a:solidFill>
                    <a:srgbClr val="0054A6"/>
                  </a:solidFill>
                  <a:latin typeface="微软雅黑" panose="020B0503020204020204" pitchFamily="34" charset="-122"/>
                  <a:ea typeface="微软雅黑" panose="020B0503020204020204" pitchFamily="34" charset="-122"/>
                </a:rPr>
                <a:t>资产领用和耗材领用借用使用不同的决裁线模板</a:t>
              </a:r>
              <a:r>
                <a:rPr lang="en-US" altLang="zh-CN" sz="1100" b="1" kern="0" dirty="0">
                  <a:solidFill>
                    <a:srgbClr val="0054A6"/>
                  </a:solidFill>
                  <a:latin typeface="微软雅黑" panose="020B0503020204020204" pitchFamily="34" charset="-122"/>
                  <a:ea typeface="微软雅黑" panose="020B0503020204020204" pitchFamily="34" charset="-122"/>
                </a:rPr>
                <a:t>); </a:t>
              </a:r>
              <a:r>
                <a:rPr lang="zh-CN" altLang="en-US" sz="1100" b="1" kern="0" dirty="0">
                  <a:solidFill>
                    <a:srgbClr val="0054A6"/>
                  </a:solidFill>
                  <a:latin typeface="微软雅黑" panose="020B0503020204020204" pitchFamily="34" charset="-122"/>
                  <a:ea typeface="微软雅黑" panose="020B0503020204020204" pitchFamily="34" charset="-122"/>
                </a:rPr>
                <a:t>状态：制作中，已提交，决裁中，决裁完成；</a:t>
              </a:r>
              <a:endParaRPr lang="en-US" altLang="zh-CN" sz="1100" b="1" kern="0" dirty="0">
                <a:solidFill>
                  <a:srgbClr val="0054A6"/>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发放后系统自动邮件</a:t>
              </a:r>
              <a:r>
                <a:rPr lang="en-US" altLang="zh-CN" sz="1100" b="1" kern="0" dirty="0">
                  <a:solidFill>
                    <a:srgbClr val="000000"/>
                  </a:solidFill>
                  <a:latin typeface="微软雅黑" panose="020B0503020204020204" pitchFamily="34" charset="-122"/>
                  <a:ea typeface="微软雅黑" panose="020B0503020204020204" pitchFamily="34" charset="-122"/>
                </a:rPr>
                <a:t>(3</a:t>
              </a:r>
              <a:r>
                <a:rPr lang="zh-CN" altLang="en-US" sz="1100" b="1" kern="0" dirty="0">
                  <a:solidFill>
                    <a:srgbClr val="000000"/>
                  </a:solidFill>
                  <a:latin typeface="微软雅黑" panose="020B0503020204020204" pitchFamily="34" charset="-122"/>
                  <a:ea typeface="微软雅黑" panose="020B0503020204020204" pitchFamily="34" charset="-122"/>
                </a:rPr>
                <a:t>次</a:t>
              </a:r>
              <a:r>
                <a:rPr lang="en-US" altLang="zh-CN" sz="1100" b="1" kern="0" dirty="0">
                  <a:solidFill>
                    <a:srgbClr val="000000"/>
                  </a:solidFill>
                  <a:latin typeface="微软雅黑" panose="020B0503020204020204" pitchFamily="34" charset="-122"/>
                  <a:ea typeface="微软雅黑" panose="020B0503020204020204" pitchFamily="34" charset="-122"/>
                </a:rPr>
                <a:t>/3</a:t>
              </a:r>
              <a:r>
                <a:rPr lang="zh-CN" altLang="en-US" sz="1100" b="1" kern="0" dirty="0">
                  <a:solidFill>
                    <a:srgbClr val="000000"/>
                  </a:solidFill>
                  <a:latin typeface="微软雅黑" panose="020B0503020204020204" pitchFamily="34" charset="-122"/>
                  <a:ea typeface="微软雅黑" panose="020B0503020204020204" pitchFamily="34" charset="-122"/>
                </a:rPr>
                <a:t>天</a:t>
              </a:r>
              <a:r>
                <a:rPr lang="en-US" altLang="zh-CN" sz="1100" b="1" kern="0" dirty="0">
                  <a:solidFill>
                    <a:srgbClr val="000000"/>
                  </a:solidFill>
                  <a:latin typeface="微软雅黑" panose="020B0503020204020204" pitchFamily="34" charset="-122"/>
                  <a:ea typeface="微软雅黑" panose="020B0503020204020204" pitchFamily="34" charset="-122"/>
                </a:rPr>
                <a:t>)to</a:t>
              </a:r>
              <a:r>
                <a:rPr lang="zh-CN" altLang="en-US" sz="1100" b="1" kern="0" dirty="0">
                  <a:solidFill>
                    <a:srgbClr val="000000"/>
                  </a:solidFill>
                  <a:latin typeface="微软雅黑" panose="020B0503020204020204" pitchFamily="34" charset="-122"/>
                  <a:ea typeface="微软雅黑" panose="020B0503020204020204" pitchFamily="34" charset="-122"/>
                </a:rPr>
                <a:t>领取人，领取人确认功能；状态：接收待确认；</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物料状态：在库</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接收待确认</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已发放</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借用中；</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54A6"/>
                  </a:solidFill>
                  <a:latin typeface="微软雅黑" panose="020B0503020204020204" pitchFamily="34" charset="-122"/>
                  <a:ea typeface="微软雅黑" panose="020B0503020204020204" pitchFamily="34" charset="-122"/>
                </a:rPr>
                <a:t>借用到期提醒功能：</a:t>
              </a:r>
              <a:r>
                <a:rPr lang="en-US" altLang="zh-CN" sz="1100" b="1" kern="0" dirty="0">
                  <a:solidFill>
                    <a:srgbClr val="0054A6"/>
                  </a:solidFill>
                  <a:latin typeface="微软雅黑" panose="020B0503020204020204" pitchFamily="34" charset="-122"/>
                  <a:ea typeface="微软雅黑" panose="020B0503020204020204" pitchFamily="34" charset="-122"/>
                </a:rPr>
                <a:t>to </a:t>
              </a:r>
              <a:r>
                <a:rPr lang="zh-CN" altLang="en-US" sz="1100" b="1" kern="0" dirty="0">
                  <a:solidFill>
                    <a:srgbClr val="0054A6"/>
                  </a:solidFill>
                  <a:latin typeface="微软雅黑" panose="020B0503020204020204" pitchFamily="34" charset="-122"/>
                  <a:ea typeface="微软雅黑" panose="020B0503020204020204" pitchFamily="34" charset="-122"/>
                </a:rPr>
                <a:t>领取人</a:t>
              </a:r>
              <a:r>
                <a:rPr lang="en-US" altLang="zh-CN" sz="1100" b="1" kern="0" dirty="0">
                  <a:solidFill>
                    <a:srgbClr val="0054A6"/>
                  </a:solidFill>
                  <a:latin typeface="微软雅黑" panose="020B0503020204020204" pitchFamily="34" charset="-122"/>
                  <a:ea typeface="微软雅黑" panose="020B0503020204020204" pitchFamily="34" charset="-122"/>
                </a:rPr>
                <a:t>+</a:t>
              </a:r>
              <a:r>
                <a:rPr lang="zh-CN" altLang="en-US" sz="1100" b="1" kern="0" dirty="0">
                  <a:solidFill>
                    <a:srgbClr val="0054A6"/>
                  </a:solidFill>
                  <a:latin typeface="微软雅黑" panose="020B0503020204020204" pitchFamily="34" charset="-122"/>
                  <a:ea typeface="微软雅黑" panose="020B0503020204020204" pitchFamily="34" charset="-122"/>
                </a:rPr>
                <a:t>通知收件人</a:t>
              </a:r>
              <a:endParaRPr lang="ko-KR" altLang="ko-KR" sz="1100" b="1" kern="0" dirty="0">
                <a:solidFill>
                  <a:srgbClr val="0054A6"/>
                </a:solidFill>
                <a:latin typeface="微软雅黑" panose="020B0503020204020204" pitchFamily="34" charset="-122"/>
              </a:endParaRPr>
            </a:p>
          </p:txBody>
        </p:sp>
        <p:grpSp>
          <p:nvGrpSpPr>
            <p:cNvPr id="26" name="Group 14">
              <a:extLst>
                <a:ext uri="{FF2B5EF4-FFF2-40B4-BE49-F238E27FC236}">
                  <a16:creationId xmlns:a16="http://schemas.microsoft.com/office/drawing/2014/main" id="{FEBEB67E-6BD2-4F1D-A6F7-E474AA9D2D0F}"/>
                </a:ext>
              </a:extLst>
            </p:cNvPr>
            <p:cNvGrpSpPr>
              <a:grpSpLocks/>
            </p:cNvGrpSpPr>
            <p:nvPr/>
          </p:nvGrpSpPr>
          <p:grpSpPr bwMode="auto">
            <a:xfrm>
              <a:off x="124109" y="2590455"/>
              <a:ext cx="750942" cy="788988"/>
              <a:chOff x="2400" y="1968"/>
              <a:chExt cx="1152" cy="576"/>
            </a:xfrm>
          </p:grpSpPr>
          <p:sp>
            <p:nvSpPr>
              <p:cNvPr id="27" name="Freeform 15">
                <a:extLst>
                  <a:ext uri="{FF2B5EF4-FFF2-40B4-BE49-F238E27FC236}">
                    <a16:creationId xmlns:a16="http://schemas.microsoft.com/office/drawing/2014/main" id="{099D18EC-F1DF-41C1-A595-F24C6BB9CA70}"/>
                  </a:ext>
                </a:extLst>
              </p:cNvPr>
              <p:cNvSpPr>
                <a:spLocks/>
              </p:cNvSpPr>
              <p:nvPr>
                <p:custDataLst>
                  <p:tags r:id="rId5"/>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Rectangle 16">
                <a:extLst>
                  <a:ext uri="{FF2B5EF4-FFF2-40B4-BE49-F238E27FC236}">
                    <a16:creationId xmlns:a16="http://schemas.microsoft.com/office/drawing/2014/main" id="{D8BCDABA-1FD3-4ED5-AB53-86C617A210F7}"/>
                  </a:ext>
                </a:extLst>
              </p:cNvPr>
              <p:cNvSpPr>
                <a:spLocks noChangeArrowheads="1"/>
              </p:cNvSpPr>
              <p:nvPr>
                <p:custDataLst>
                  <p:tags r:id="rId6"/>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出库登记</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00000"/>
                  </a:lnSpc>
                  <a:spcBef>
                    <a:spcPct val="0"/>
                  </a:spcBef>
                  <a:spcAft>
                    <a:spcPct val="0"/>
                  </a:spcAft>
                  <a:buClrTx/>
                  <a:buSzPct val="120000"/>
                  <a:buFontTx/>
                  <a:buNone/>
                  <a:tabLst/>
                  <a:defRPr/>
                </a:pPr>
                <a:r>
                  <a:rPr lang="en-US" altLang="zh-CN" sz="1200" b="1" kern="0" dirty="0">
                    <a:solidFill>
                      <a:srgbClr val="000000"/>
                    </a:solidFill>
                    <a:latin typeface="微软雅黑" panose="020B0503020204020204" pitchFamily="34" charset="-122"/>
                    <a:ea typeface="微软雅黑" panose="020B0503020204020204" pitchFamily="34" charset="-122"/>
                  </a:rPr>
                  <a:t>- </a:t>
                </a:r>
                <a:r>
                  <a:rPr lang="zh-CN" altLang="en-US" sz="1200" b="1" kern="0" dirty="0">
                    <a:solidFill>
                      <a:srgbClr val="000000"/>
                    </a:solidFill>
                    <a:latin typeface="微软雅黑" panose="020B0503020204020204" pitchFamily="34" charset="-122"/>
                    <a:ea typeface="微软雅黑" panose="020B0503020204020204" pitchFamily="34" charset="-122"/>
                  </a:rPr>
                  <a:t>领用</a:t>
                </a:r>
                <a:r>
                  <a:rPr lang="en-US" altLang="zh-CN" sz="1200" b="1" kern="0" dirty="0">
                    <a:solidFill>
                      <a:srgbClr val="000000"/>
                    </a:solidFill>
                    <a:latin typeface="微软雅黑" panose="020B0503020204020204" pitchFamily="34" charset="-122"/>
                    <a:ea typeface="微软雅黑" panose="020B0503020204020204" pitchFamily="34" charset="-122"/>
                  </a:rPr>
                  <a:t>/</a:t>
                </a:r>
                <a:r>
                  <a:rPr lang="zh-CN" altLang="en-US" sz="1200" b="1" kern="0" dirty="0">
                    <a:solidFill>
                      <a:srgbClr val="000000"/>
                    </a:solidFill>
                    <a:latin typeface="微软雅黑" panose="020B0503020204020204" pitchFamily="34" charset="-122"/>
                    <a:ea typeface="微软雅黑" panose="020B0503020204020204" pitchFamily="34" charset="-122"/>
                  </a:rPr>
                  <a:t>借用发放</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sp>
        <p:nvSpPr>
          <p:cNvPr id="37" name="Rectangle 1382">
            <a:extLst>
              <a:ext uri="{FF2B5EF4-FFF2-40B4-BE49-F238E27FC236}">
                <a16:creationId xmlns:a16="http://schemas.microsoft.com/office/drawing/2014/main" id="{3352F25B-16EE-40BC-BE04-5EFB80030F0C}"/>
              </a:ext>
            </a:extLst>
          </p:cNvPr>
          <p:cNvSpPr>
            <a:spLocks noChangeArrowheads="1"/>
          </p:cNvSpPr>
          <p:nvPr/>
        </p:nvSpPr>
        <p:spPr bwMode="auto">
          <a:xfrm>
            <a:off x="4192136" y="2590455"/>
            <a:ext cx="5468518" cy="389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144463" lvl="1" indent="-142875" defTabSz="895350" fontAlgn="base" latinLnBrk="0">
              <a:lnSpc>
                <a:spcPct val="120000"/>
              </a:lnSpc>
              <a:spcBef>
                <a:spcPct val="0"/>
              </a:spcBef>
              <a:spcAft>
                <a:spcPct val="0"/>
              </a:spcAft>
              <a:buSzPct val="120000"/>
              <a:buFontTx/>
              <a:buChar char="•"/>
            </a:pPr>
            <a:r>
              <a:rPr lang="zh-CN" altLang="en-US" sz="1100" kern="0" dirty="0">
                <a:solidFill>
                  <a:srgbClr val="000000"/>
                </a:solidFill>
                <a:latin typeface="微软雅黑" panose="020B0503020204020204" pitchFamily="34" charset="-122"/>
                <a:ea typeface="微软雅黑" panose="020B0503020204020204" pitchFamily="34" charset="-122"/>
              </a:rPr>
              <a:t>可批量选择后，批量发放登记。</a:t>
            </a:r>
            <a:endParaRPr lang="en-US" altLang="zh-CN" sz="1100" kern="0" dirty="0">
              <a:solidFill>
                <a:srgbClr val="000000"/>
              </a:solidFill>
              <a:latin typeface="微软雅黑" panose="020B0503020204020204" pitchFamily="34" charset="-122"/>
              <a:ea typeface="微软雅黑" panose="020B0503020204020204" pitchFamily="34" charset="-122"/>
            </a:endParaRPr>
          </a:p>
          <a:p>
            <a:pPr marL="144463" lvl="1" indent="-142875" defTabSz="895350" fontAlgn="base" latinLnBrk="0">
              <a:lnSpc>
                <a:spcPct val="120000"/>
              </a:lnSpc>
              <a:spcBef>
                <a:spcPct val="0"/>
              </a:spcBef>
              <a:spcAft>
                <a:spcPct val="0"/>
              </a:spcAft>
              <a:buSzPct val="120000"/>
              <a:buFontTx/>
              <a:buChar char="•"/>
            </a:pPr>
            <a:r>
              <a:rPr lang="zh-CN" altLang="en-US" sz="1100" kern="0" dirty="0">
                <a:solidFill>
                  <a:srgbClr val="000000"/>
                </a:solidFill>
                <a:latin typeface="微软雅黑" panose="020B0503020204020204" pitchFamily="34" charset="-122"/>
                <a:ea typeface="微软雅黑" panose="020B0503020204020204" pitchFamily="34" charset="-122"/>
              </a:rPr>
              <a:t>记录发放数量，计算剩余库存时扣减用。</a:t>
            </a:r>
            <a:endParaRPr lang="en-US" altLang="zh-CN" sz="1100" kern="0" dirty="0">
              <a:solidFill>
                <a:srgbClr val="000000"/>
              </a:solidFill>
              <a:latin typeface="微软雅黑" panose="020B0503020204020204" pitchFamily="34" charset="-122"/>
              <a:ea typeface="微软雅黑" panose="020B0503020204020204" pitchFamily="34" charset="-122"/>
            </a:endParaRPr>
          </a:p>
        </p:txBody>
      </p:sp>
      <p:graphicFrame>
        <p:nvGraphicFramePr>
          <p:cNvPr id="8" name="表格 7">
            <a:extLst>
              <a:ext uri="{FF2B5EF4-FFF2-40B4-BE49-F238E27FC236}">
                <a16:creationId xmlns:a16="http://schemas.microsoft.com/office/drawing/2014/main" id="{A8E6FF07-46E0-4303-B6A1-BDD02888A2C2}"/>
              </a:ext>
            </a:extLst>
          </p:cNvPr>
          <p:cNvGraphicFramePr>
            <a:graphicFrameLocks noGrp="1"/>
          </p:cNvGraphicFramePr>
          <p:nvPr>
            <p:extLst>
              <p:ext uri="{D42A27DB-BD31-4B8C-83A1-F6EECF244321}">
                <p14:modId xmlns:p14="http://schemas.microsoft.com/office/powerpoint/2010/main" val="4117549547"/>
              </p:ext>
            </p:extLst>
          </p:nvPr>
        </p:nvGraphicFramePr>
        <p:xfrm>
          <a:off x="4192135" y="1321310"/>
          <a:ext cx="5220130" cy="1089660"/>
        </p:xfrm>
        <a:graphic>
          <a:graphicData uri="http://schemas.openxmlformats.org/drawingml/2006/table">
            <a:tbl>
              <a:tblPr/>
              <a:tblGrid>
                <a:gridCol w="779544">
                  <a:extLst>
                    <a:ext uri="{9D8B030D-6E8A-4147-A177-3AD203B41FA5}">
                      <a16:colId xmlns:a16="http://schemas.microsoft.com/office/drawing/2014/main" val="1576951281"/>
                    </a:ext>
                  </a:extLst>
                </a:gridCol>
                <a:gridCol w="1327182">
                  <a:extLst>
                    <a:ext uri="{9D8B030D-6E8A-4147-A177-3AD203B41FA5}">
                      <a16:colId xmlns:a16="http://schemas.microsoft.com/office/drawing/2014/main" val="1884720224"/>
                    </a:ext>
                  </a:extLst>
                </a:gridCol>
                <a:gridCol w="1553530">
                  <a:extLst>
                    <a:ext uri="{9D8B030D-6E8A-4147-A177-3AD203B41FA5}">
                      <a16:colId xmlns:a16="http://schemas.microsoft.com/office/drawing/2014/main" val="38264855"/>
                    </a:ext>
                  </a:extLst>
                </a:gridCol>
                <a:gridCol w="1559874">
                  <a:extLst>
                    <a:ext uri="{9D8B030D-6E8A-4147-A177-3AD203B41FA5}">
                      <a16:colId xmlns:a16="http://schemas.microsoft.com/office/drawing/2014/main" val="2528371682"/>
                    </a:ext>
                  </a:extLst>
                </a:gridCol>
              </a:tblGrid>
              <a:tr h="175260">
                <a:tc>
                  <a:txBody>
                    <a:bodyPr/>
                    <a:lstStyle/>
                    <a:p>
                      <a:pPr algn="ctr" fontAlgn="b"/>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资产代码</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SAP</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资产号</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endParaRPr lang="zh-CN" alt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采购日期</a:t>
                      </a:r>
                      <a:endParaRPr lang="zh-CN" altLang="en-US" dirty="0"/>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“购买日期”</a:t>
                      </a:r>
                      <a:endParaRPr lang="zh-CN" altLang="en-US" dirty="0"/>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5088885"/>
                  </a:ext>
                </a:extLst>
              </a:tr>
              <a:tr h="175260">
                <a:tc>
                  <a:txBody>
                    <a:bodyPr/>
                    <a:lstStyle/>
                    <a:p>
                      <a:pPr algn="ctr" fontAlgn="b"/>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资产名称</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物料类型</a:t>
                      </a:r>
                      <a:r>
                        <a:rPr lang="en-US" sz="1100" b="0" i="0" u="none" strike="noStrike" dirty="0">
                          <a:solidFill>
                            <a:srgbClr val="000000"/>
                          </a:solidFill>
                          <a:effectLst/>
                          <a:latin typeface="微软雅黑" panose="020B0503020204020204" pitchFamily="34" charset="-122"/>
                          <a:ea typeface="微软雅黑" panose="020B0503020204020204" pitchFamily="34" charset="-122"/>
                        </a:rPr>
                        <a:t>L3"</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914400" rtl="0" eaLnBrk="1" fontAlgn="b" latinLnBrk="1" hangingPunct="1"/>
                      <a:r>
                        <a:rPr 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IT</a:t>
                      </a:r>
                      <a:r>
                        <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资产</a:t>
                      </a:r>
                      <a:r>
                        <a:rPr lang="en-US" altLang="zh-CN"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a:t>
                      </a:r>
                      <a:r>
                        <a:rPr lang="zh-CN" alt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rPr>
                        <a:t>耗材号</a:t>
                      </a:r>
                      <a:endParaRPr lang="en-US" sz="1100" b="0" i="0" u="none" strike="noStrike" kern="1200" dirty="0">
                        <a:solidFill>
                          <a:srgbClr val="000000"/>
                        </a:solidFill>
                        <a:effectLst/>
                        <a:latin typeface="微软雅黑" panose="020B0503020204020204" pitchFamily="34" charset="-122"/>
                        <a:ea typeface="微软雅黑" panose="020B0503020204020204" pitchFamily="34" charset="-122"/>
                        <a:cs typeface="+mn-cs"/>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“资产号</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耗材号”</a:t>
                      </a:r>
                      <a:endParaRPr lang="en-US" sz="11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5222555"/>
                  </a:ext>
                </a:extLst>
              </a:tr>
              <a:tr h="175260">
                <a:tc>
                  <a:txBody>
                    <a:bodyPr/>
                    <a:lstStyle/>
                    <a:p>
                      <a:pPr algn="ctr" fontAlgn="b"/>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型号</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gridSpan="3">
                  <a:txBody>
                    <a:bodyPr/>
                    <a:lstStyle/>
                    <a:p>
                      <a:pPr algn="l" fontAlgn="b"/>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“品牌</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型号”</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2120557562"/>
                  </a:ext>
                </a:extLst>
              </a:tr>
              <a:tr h="220980">
                <a:tc>
                  <a:txBody>
                    <a:bodyPr/>
                    <a:lstStyle/>
                    <a:p>
                      <a:pPr algn="ctr" fontAlgn="b"/>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管理部门</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US" sz="1100" b="0" i="0" u="none" strike="noStrike" dirty="0">
                          <a:solidFill>
                            <a:srgbClr val="000000"/>
                          </a:solidFill>
                          <a:effectLst/>
                          <a:latin typeface="微软雅黑" panose="020B0503020204020204" pitchFamily="34" charset="-122"/>
                          <a:ea typeface="微软雅黑" panose="020B0503020204020204" pitchFamily="34" charset="-122"/>
                        </a:rPr>
                        <a:t>“IT”</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数量</a:t>
                      </a:r>
                      <a:endParaRPr lang="zh-CN" altLang="en-US" dirty="0"/>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rgbClr val="F2F2F2"/>
                    </a:solidFill>
                  </a:tcPr>
                </a:tc>
                <a:tc>
                  <a:txBody>
                    <a:bodyPr/>
                    <a:lstStyle/>
                    <a:p>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数量</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endParaRPr lang="zh-CN" altLang="en-US" dirty="0"/>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0674265"/>
                  </a:ext>
                </a:extLst>
              </a:tr>
              <a:tr h="175260">
                <a:tc gridSpan="4">
                  <a:txBody>
                    <a:bodyPr/>
                    <a:lstStyle/>
                    <a:p>
                      <a:pPr algn="ctr" fontAlgn="b"/>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资产号码条形码 </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or </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二维码</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p>
                    <a:p>
                      <a:pPr marL="0" marR="0" lvl="0" indent="0" algn="ctr" defTabSz="914400" rtl="0" eaLnBrk="1" fontAlgn="b" latinLnBrk="1" hangingPunct="1">
                        <a:lnSpc>
                          <a:spcPct val="100000"/>
                        </a:lnSpc>
                        <a:spcBef>
                          <a:spcPts val="0"/>
                        </a:spcBef>
                        <a:spcAft>
                          <a:spcPts val="0"/>
                        </a:spcAft>
                        <a:buClrTx/>
                        <a:buSzTx/>
                        <a:buFontTx/>
                        <a:buNone/>
                        <a:tabLst/>
                        <a:defRPr/>
                      </a:pP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本装备由斗山</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中国</a:t>
                      </a:r>
                      <a:r>
                        <a:rPr lang="en-US" altLang="zh-CN" sz="11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dirty="0">
                          <a:solidFill>
                            <a:srgbClr val="000000"/>
                          </a:solidFill>
                          <a:effectLst/>
                          <a:latin typeface="微软雅黑" panose="020B0503020204020204" pitchFamily="34" charset="-122"/>
                          <a:ea typeface="微软雅黑" panose="020B0503020204020204" pitchFamily="34" charset="-122"/>
                        </a:rPr>
                        <a:t>投资有限公司所有移动及销毁请事先取得主管部门的许可</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000000"/>
                      </a:solidFill>
                      <a:prstDash val="solid"/>
                      <a:round/>
                      <a:headEnd type="none" w="med" len="med"/>
                      <a:tailEnd type="none" w="med" len="med"/>
                    </a:lnL>
                  </a:tcPr>
                </a:tc>
                <a:extLst>
                  <a:ext uri="{0D108BD9-81ED-4DB2-BD59-A6C34878D82A}">
                    <a16:rowId xmlns:a16="http://schemas.microsoft.com/office/drawing/2014/main" val="3862736119"/>
                  </a:ext>
                </a:extLst>
              </a:tr>
            </a:tbl>
          </a:graphicData>
        </a:graphic>
      </p:graphicFrame>
      <p:grpSp>
        <p:nvGrpSpPr>
          <p:cNvPr id="7" name="组合 6">
            <a:extLst>
              <a:ext uri="{FF2B5EF4-FFF2-40B4-BE49-F238E27FC236}">
                <a16:creationId xmlns:a16="http://schemas.microsoft.com/office/drawing/2014/main" id="{B53D346E-A771-9DC1-C60A-62C29BECDE19}"/>
              </a:ext>
            </a:extLst>
          </p:cNvPr>
          <p:cNvGrpSpPr/>
          <p:nvPr/>
        </p:nvGrpSpPr>
        <p:grpSpPr>
          <a:xfrm>
            <a:off x="158455" y="1321310"/>
            <a:ext cx="3732730" cy="788988"/>
            <a:chOff x="158455" y="1321310"/>
            <a:chExt cx="3732730" cy="788988"/>
          </a:xfrm>
        </p:grpSpPr>
        <p:grpSp>
          <p:nvGrpSpPr>
            <p:cNvPr id="40" name="Group 14">
              <a:extLst>
                <a:ext uri="{FF2B5EF4-FFF2-40B4-BE49-F238E27FC236}">
                  <a16:creationId xmlns:a16="http://schemas.microsoft.com/office/drawing/2014/main" id="{FCA7ADC0-8A1A-4823-AA53-48B735DCC106}"/>
                </a:ext>
              </a:extLst>
            </p:cNvPr>
            <p:cNvGrpSpPr>
              <a:grpSpLocks/>
            </p:cNvGrpSpPr>
            <p:nvPr/>
          </p:nvGrpSpPr>
          <p:grpSpPr bwMode="auto">
            <a:xfrm>
              <a:off x="158455" y="1321310"/>
              <a:ext cx="750942" cy="788988"/>
              <a:chOff x="2400" y="1968"/>
              <a:chExt cx="1152" cy="576"/>
            </a:xfrm>
          </p:grpSpPr>
          <p:sp>
            <p:nvSpPr>
              <p:cNvPr id="41" name="Freeform 15">
                <a:extLst>
                  <a:ext uri="{FF2B5EF4-FFF2-40B4-BE49-F238E27FC236}">
                    <a16:creationId xmlns:a16="http://schemas.microsoft.com/office/drawing/2014/main" id="{5BF6E2CF-D73E-4799-BFF2-FA934AEF1B7D}"/>
                  </a:ext>
                </a:extLst>
              </p:cNvPr>
              <p:cNvSpPr>
                <a:spLocks/>
              </p:cNvSpPr>
              <p:nvPr>
                <p:custDataLst>
                  <p:tags r:id="rId3"/>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2" name="Rectangle 16">
                <a:extLst>
                  <a:ext uri="{FF2B5EF4-FFF2-40B4-BE49-F238E27FC236}">
                    <a16:creationId xmlns:a16="http://schemas.microsoft.com/office/drawing/2014/main" id="{6F3B5296-79C3-4BF5-8A1A-7246CD3F5789}"/>
                  </a:ext>
                </a:extLst>
              </p:cNvPr>
              <p:cNvSpPr>
                <a:spLocks noChangeArrowheads="1"/>
              </p:cNvSpPr>
              <p:nvPr>
                <p:custDataLst>
                  <p:tags r:id="rId4"/>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标签打印</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43" name="Rectangle 1378">
              <a:extLst>
                <a:ext uri="{FF2B5EF4-FFF2-40B4-BE49-F238E27FC236}">
                  <a16:creationId xmlns:a16="http://schemas.microsoft.com/office/drawing/2014/main" id="{8D4A770A-636C-4876-ABE1-72C48EF00CFE}"/>
                </a:ext>
              </a:extLst>
            </p:cNvPr>
            <p:cNvSpPr>
              <a:spLocks noChangeArrowheads="1"/>
            </p:cNvSpPr>
            <p:nvPr/>
          </p:nvSpPr>
          <p:spPr bwMode="auto">
            <a:xfrm>
              <a:off x="931845" y="1321310"/>
              <a:ext cx="2959340"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对入库登记完毕的资产和耗材打印</a:t>
              </a:r>
              <a:r>
                <a:rPr lang="en-US" altLang="zh-CN" sz="1100" b="1" kern="0" dirty="0">
                  <a:solidFill>
                    <a:srgbClr val="000000"/>
                  </a:solidFill>
                  <a:latin typeface="微软雅黑" panose="020B0503020204020204" pitchFamily="34" charset="-122"/>
                  <a:ea typeface="微软雅黑" panose="020B0503020204020204" pitchFamily="34" charset="-122"/>
                </a:rPr>
                <a:t>IT</a:t>
              </a:r>
              <a:r>
                <a:rPr lang="zh-CN" altLang="en-US" sz="1100" b="1" kern="0" dirty="0">
                  <a:solidFill>
                    <a:srgbClr val="000000"/>
                  </a:solidFill>
                  <a:latin typeface="微软雅黑" panose="020B0503020204020204" pitchFamily="34" charset="-122"/>
                  <a:ea typeface="微软雅黑" panose="020B0503020204020204" pitchFamily="34" charset="-122"/>
                </a:rPr>
                <a:t>资产标签。</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资产</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耗材标签打印模板；</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可多次且批量打印；</a:t>
              </a:r>
              <a:endParaRPr lang="en-US" altLang="zh-CN" sz="1100" b="1" kern="0" dirty="0">
                <a:solidFill>
                  <a:srgbClr val="000000"/>
                </a:solidFill>
                <a:latin typeface="微软雅黑" panose="020B0503020204020204" pitchFamily="34" charset="-122"/>
                <a:ea typeface="微软雅黑" panose="020B0503020204020204" pitchFamily="34" charset="-122"/>
              </a:endParaRPr>
            </a:p>
          </p:txBody>
        </p:sp>
      </p:grpSp>
      <p:graphicFrame>
        <p:nvGraphicFramePr>
          <p:cNvPr id="39" name="表格 4">
            <a:extLst>
              <a:ext uri="{FF2B5EF4-FFF2-40B4-BE49-F238E27FC236}">
                <a16:creationId xmlns:a16="http://schemas.microsoft.com/office/drawing/2014/main" id="{15F92DF6-EAD8-46EC-9F2D-F944368CCBEE}"/>
              </a:ext>
            </a:extLst>
          </p:cNvPr>
          <p:cNvGraphicFramePr>
            <a:graphicFrameLocks noGrp="1"/>
          </p:cNvGraphicFramePr>
          <p:nvPr>
            <p:extLst>
              <p:ext uri="{D42A27DB-BD31-4B8C-83A1-F6EECF244321}">
                <p14:modId xmlns:p14="http://schemas.microsoft.com/office/powerpoint/2010/main" val="2955736129"/>
              </p:ext>
            </p:extLst>
          </p:nvPr>
        </p:nvGraphicFramePr>
        <p:xfrm>
          <a:off x="4192135" y="4507916"/>
          <a:ext cx="4232990" cy="1334063"/>
        </p:xfrm>
        <a:graphic>
          <a:graphicData uri="http://schemas.openxmlformats.org/drawingml/2006/table">
            <a:tbl>
              <a:tblPr firstRow="1" bandRow="1">
                <a:tableStyleId>{5C22544A-7EE6-4342-B048-85BDC9FD1C3A}</a:tableStyleId>
              </a:tblPr>
              <a:tblGrid>
                <a:gridCol w="782955">
                  <a:extLst>
                    <a:ext uri="{9D8B030D-6E8A-4147-A177-3AD203B41FA5}">
                      <a16:colId xmlns:a16="http://schemas.microsoft.com/office/drawing/2014/main" val="2686577530"/>
                    </a:ext>
                  </a:extLst>
                </a:gridCol>
                <a:gridCol w="1148080">
                  <a:extLst>
                    <a:ext uri="{9D8B030D-6E8A-4147-A177-3AD203B41FA5}">
                      <a16:colId xmlns:a16="http://schemas.microsoft.com/office/drawing/2014/main" val="2126939445"/>
                    </a:ext>
                  </a:extLst>
                </a:gridCol>
                <a:gridCol w="782955">
                  <a:extLst>
                    <a:ext uri="{9D8B030D-6E8A-4147-A177-3AD203B41FA5}">
                      <a16:colId xmlns:a16="http://schemas.microsoft.com/office/drawing/2014/main" val="4169634679"/>
                    </a:ext>
                  </a:extLst>
                </a:gridCol>
                <a:gridCol w="1519000">
                  <a:extLst>
                    <a:ext uri="{9D8B030D-6E8A-4147-A177-3AD203B41FA5}">
                      <a16:colId xmlns:a16="http://schemas.microsoft.com/office/drawing/2014/main" val="1211306950"/>
                    </a:ext>
                  </a:extLst>
                </a:gridCol>
              </a:tblGrid>
              <a:tr h="297743">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返还原因</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返还人</a:t>
                      </a:r>
                      <a:r>
                        <a:rPr lang="en-US" altLang="zh-CN" sz="1100" b="1" dirty="0">
                          <a:solidFill>
                            <a:schemeClr val="tx1"/>
                          </a:solidFill>
                          <a:latin typeface="微软雅黑" panose="020B0503020204020204" pitchFamily="34" charset="-122"/>
                          <a:ea typeface="微软雅黑" panose="020B0503020204020204" pitchFamily="34" charset="-122"/>
                        </a:rPr>
                        <a:t>ID/</a:t>
                      </a:r>
                      <a:r>
                        <a:rPr lang="zh-CN" altLang="en-US" sz="1100" b="1" dirty="0">
                          <a:solidFill>
                            <a:schemeClr val="tx1"/>
                          </a:solidFill>
                          <a:latin typeface="微软雅黑" panose="020B0503020204020204" pitchFamily="34" charset="-122"/>
                          <a:ea typeface="微软雅黑" panose="020B0503020204020204" pitchFamily="34" charset="-122"/>
                        </a:rPr>
                        <a:t>姓名</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返还日期</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是否可用</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默认“是”</a:t>
                      </a:r>
                      <a:r>
                        <a:rPr lang="en-US" altLang="zh-CN" sz="1100" b="1" dirty="0">
                          <a:solidFill>
                            <a:schemeClr val="tx1"/>
                          </a:solidFill>
                          <a:latin typeface="微软雅黑" panose="020B0503020204020204" pitchFamily="34" charset="-122"/>
                          <a:ea typeface="微软雅黑" panose="020B0503020204020204" pitchFamily="34" charset="-122"/>
                        </a:rPr>
                        <a:t>)</a:t>
                      </a:r>
                    </a:p>
                  </a:txBody>
                  <a:tcPr/>
                </a:tc>
                <a:extLst>
                  <a:ext uri="{0D108BD9-81ED-4DB2-BD59-A6C34878D82A}">
                    <a16:rowId xmlns:a16="http://schemas.microsoft.com/office/drawing/2014/main" val="3140394635"/>
                  </a:ext>
                </a:extLst>
              </a:tr>
              <a:tr h="253921">
                <a:tc>
                  <a:txBody>
                    <a:bodyPr/>
                    <a:lstStyle/>
                    <a:p>
                      <a:r>
                        <a:rPr lang="zh-CN" altLang="en-US" sz="1100" dirty="0">
                          <a:latin typeface="微软雅黑" panose="020B0503020204020204" pitchFamily="34" charset="-122"/>
                          <a:ea typeface="微软雅黑" panose="020B0503020204020204" pitchFamily="34" charset="-122"/>
                        </a:rPr>
                        <a:t>离职</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zh-CN" altLang="en-US" sz="1100" dirty="0">
                          <a:latin typeface="微软雅黑" panose="020B0503020204020204" pitchFamily="34" charset="-122"/>
                          <a:ea typeface="微软雅黑" panose="020B0503020204020204" pitchFamily="34" charset="-122"/>
                        </a:rPr>
                        <a:t>是</a:t>
                      </a:r>
                    </a:p>
                  </a:txBody>
                  <a:tcPr/>
                </a:tc>
                <a:extLst>
                  <a:ext uri="{0D108BD9-81ED-4DB2-BD59-A6C34878D82A}">
                    <a16:rowId xmlns:a16="http://schemas.microsoft.com/office/drawing/2014/main" val="3485807034"/>
                  </a:ext>
                </a:extLst>
              </a:tr>
              <a:tr h="253921">
                <a:tc>
                  <a:txBody>
                    <a:bodyPr/>
                    <a:lstStyle/>
                    <a:p>
                      <a:r>
                        <a:rPr lang="zh-CN" altLang="en-US" sz="1100" dirty="0">
                          <a:latin typeface="微软雅黑" panose="020B0503020204020204" pitchFamily="34" charset="-122"/>
                          <a:ea typeface="微软雅黑" panose="020B0503020204020204" pitchFamily="34" charset="-122"/>
                        </a:rPr>
                        <a:t>故障</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zh-CN" altLang="en-US" sz="1100" dirty="0">
                          <a:latin typeface="微软雅黑" panose="020B0503020204020204" pitchFamily="34" charset="-122"/>
                          <a:ea typeface="微软雅黑" panose="020B0503020204020204" pitchFamily="34" charset="-122"/>
                        </a:rPr>
                        <a:t>否</a:t>
                      </a:r>
                    </a:p>
                  </a:txBody>
                  <a:tcPr/>
                </a:tc>
                <a:extLst>
                  <a:ext uri="{0D108BD9-81ED-4DB2-BD59-A6C34878D82A}">
                    <a16:rowId xmlns:a16="http://schemas.microsoft.com/office/drawing/2014/main" val="4167851679"/>
                  </a:ext>
                </a:extLst>
              </a:tr>
              <a:tr h="253921">
                <a:tc>
                  <a:txBody>
                    <a:bodyPr/>
                    <a:lstStyle/>
                    <a:p>
                      <a:r>
                        <a:rPr lang="zh-CN" altLang="en-US" sz="1100" dirty="0">
                          <a:latin typeface="微软雅黑" panose="020B0503020204020204" pitchFamily="34" charset="-122"/>
                          <a:ea typeface="微软雅黑" panose="020B0503020204020204" pitchFamily="34" charset="-122"/>
                        </a:rPr>
                        <a:t>老旧</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817216768"/>
                  </a:ext>
                </a:extLst>
              </a:tr>
              <a:tr h="253921">
                <a:tc>
                  <a:txBody>
                    <a:bodyPr/>
                    <a:lstStyle/>
                    <a:p>
                      <a:r>
                        <a:rPr lang="zh-CN" altLang="en-US" sz="1100" dirty="0">
                          <a:latin typeface="微软雅黑" panose="020B0503020204020204" pitchFamily="34" charset="-122"/>
                          <a:ea typeface="微软雅黑" panose="020B0503020204020204" pitchFamily="34" charset="-122"/>
                        </a:rPr>
                        <a:t>借用归还</a:t>
                      </a: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459600981"/>
                  </a:ext>
                </a:extLst>
              </a:tr>
            </a:tbl>
          </a:graphicData>
        </a:graphic>
      </p:graphicFrame>
      <p:grpSp>
        <p:nvGrpSpPr>
          <p:cNvPr id="11" name="组合 10">
            <a:extLst>
              <a:ext uri="{FF2B5EF4-FFF2-40B4-BE49-F238E27FC236}">
                <a16:creationId xmlns:a16="http://schemas.microsoft.com/office/drawing/2014/main" id="{91273EC8-356C-9DB9-1D9D-C2B9CF283B86}"/>
              </a:ext>
            </a:extLst>
          </p:cNvPr>
          <p:cNvGrpSpPr/>
          <p:nvPr/>
        </p:nvGrpSpPr>
        <p:grpSpPr>
          <a:xfrm>
            <a:off x="124109" y="5758913"/>
            <a:ext cx="9528479" cy="788988"/>
            <a:chOff x="124109" y="5758913"/>
            <a:chExt cx="9528479" cy="788988"/>
          </a:xfrm>
        </p:grpSpPr>
        <p:grpSp>
          <p:nvGrpSpPr>
            <p:cNvPr id="44" name="Group 14">
              <a:extLst>
                <a:ext uri="{FF2B5EF4-FFF2-40B4-BE49-F238E27FC236}">
                  <a16:creationId xmlns:a16="http://schemas.microsoft.com/office/drawing/2014/main" id="{FEC49B2D-F81B-4EBF-B2C9-740D7718189A}"/>
                </a:ext>
              </a:extLst>
            </p:cNvPr>
            <p:cNvGrpSpPr>
              <a:grpSpLocks/>
            </p:cNvGrpSpPr>
            <p:nvPr/>
          </p:nvGrpSpPr>
          <p:grpSpPr bwMode="auto">
            <a:xfrm>
              <a:off x="124109" y="5758913"/>
              <a:ext cx="750942" cy="788988"/>
              <a:chOff x="2400" y="1968"/>
              <a:chExt cx="1152" cy="576"/>
            </a:xfrm>
          </p:grpSpPr>
          <p:sp>
            <p:nvSpPr>
              <p:cNvPr id="45" name="Freeform 15">
                <a:extLst>
                  <a:ext uri="{FF2B5EF4-FFF2-40B4-BE49-F238E27FC236}">
                    <a16:creationId xmlns:a16="http://schemas.microsoft.com/office/drawing/2014/main" id="{1681AA97-0FF3-4384-97AD-EF9EB2AB30DF}"/>
                  </a:ext>
                </a:extLst>
              </p:cNvPr>
              <p:cNvSpPr>
                <a:spLocks/>
              </p:cNvSpPr>
              <p:nvPr>
                <p:custDataLst>
                  <p:tags r:id="rId1"/>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6" name="Rectangle 16">
                <a:extLst>
                  <a:ext uri="{FF2B5EF4-FFF2-40B4-BE49-F238E27FC236}">
                    <a16:creationId xmlns:a16="http://schemas.microsoft.com/office/drawing/2014/main" id="{3485604A-C989-41E2-8FAE-420FE1304554}"/>
                  </a:ext>
                </a:extLst>
              </p:cNvPr>
              <p:cNvSpPr>
                <a:spLocks noChangeArrowheads="1"/>
              </p:cNvSpPr>
              <p:nvPr>
                <p:custDataLst>
                  <p:tags r:id="rId2"/>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资产变更</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47" name="Rectangle 1378">
              <a:extLst>
                <a:ext uri="{FF2B5EF4-FFF2-40B4-BE49-F238E27FC236}">
                  <a16:creationId xmlns:a16="http://schemas.microsoft.com/office/drawing/2014/main" id="{933AFCCC-F4E8-40B2-A6FC-81A6E64B53BA}"/>
                </a:ext>
              </a:extLst>
            </p:cNvPr>
            <p:cNvSpPr>
              <a:spLocks noChangeArrowheads="1"/>
            </p:cNvSpPr>
            <p:nvPr/>
          </p:nvSpPr>
          <p:spPr bwMode="auto">
            <a:xfrm>
              <a:off x="931845" y="5955688"/>
              <a:ext cx="2959340"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对资产的所属法人、部门、使用人进行变更；</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对领用已返还的物料进行利旧发放时活用；</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自动邮件通知变更后使用人，使用人确认功能；</a:t>
              </a:r>
              <a:endParaRPr lang="en-US" altLang="zh-CN" sz="1100" b="1" kern="0" dirty="0">
                <a:solidFill>
                  <a:srgbClr val="000000"/>
                </a:solidFill>
                <a:latin typeface="微软雅黑" panose="020B0503020204020204" pitchFamily="34" charset="-122"/>
                <a:ea typeface="微软雅黑" panose="020B0503020204020204" pitchFamily="34" charset="-122"/>
              </a:endParaRPr>
            </a:p>
          </p:txBody>
        </p:sp>
        <p:sp>
          <p:nvSpPr>
            <p:cNvPr id="48" name="Rectangle 1382">
              <a:extLst>
                <a:ext uri="{FF2B5EF4-FFF2-40B4-BE49-F238E27FC236}">
                  <a16:creationId xmlns:a16="http://schemas.microsoft.com/office/drawing/2014/main" id="{624CBA4E-DAA2-4D9B-BE42-B7700BA15243}"/>
                </a:ext>
              </a:extLst>
            </p:cNvPr>
            <p:cNvSpPr>
              <a:spLocks noChangeArrowheads="1"/>
            </p:cNvSpPr>
            <p:nvPr/>
          </p:nvSpPr>
          <p:spPr bwMode="auto">
            <a:xfrm>
              <a:off x="4192135" y="6026540"/>
              <a:ext cx="5460453" cy="4779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100" kern="0" dirty="0">
                  <a:solidFill>
                    <a:srgbClr val="000000"/>
                  </a:solidFill>
                  <a:latin typeface="微软雅黑" panose="020B0503020204020204" pitchFamily="34" charset="-122"/>
                  <a:ea typeface="微软雅黑" panose="020B0503020204020204" pitchFamily="34" charset="-122"/>
                </a:rPr>
                <a:t>资产变更</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功能：可修改所属法人、部门、使用人等信息，并记录变更履历。</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100" kern="0" dirty="0">
                  <a:solidFill>
                    <a:srgbClr val="000000"/>
                  </a:solidFill>
                  <a:latin typeface="微软雅黑" panose="020B0503020204020204" pitchFamily="34" charset="-122"/>
                  <a:ea typeface="微软雅黑" panose="020B0503020204020204" pitchFamily="34" charset="-122"/>
                </a:rPr>
                <a:t>利旧发放同“领用发放”，但同时记录物料使用人等信息变更记录；</a:t>
              </a:r>
              <a:endParaRPr lang="en-US" altLang="zh-CN" sz="1100" kern="0" dirty="0">
                <a:solidFill>
                  <a:srgbClr val="0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106765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12</a:t>
            </a:fld>
            <a:endParaRPr lang="ko-KR" altLang="en-US">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a:xfrm>
            <a:off x="416496" y="403271"/>
            <a:ext cx="6941398" cy="297511"/>
          </a:xfrm>
        </p:spPr>
        <p:txBody>
          <a:bodyPr>
            <a:noAutofit/>
          </a:bodyPr>
          <a:lstStyle/>
          <a:p>
            <a:r>
              <a:rPr lang="zh-CN" altLang="en-US" sz="1800" b="1" dirty="0">
                <a:latin typeface="微软雅黑" panose="020B0503020204020204" pitchFamily="34" charset="-122"/>
                <a:ea typeface="微软雅黑" panose="020B0503020204020204" pitchFamily="34" charset="-122"/>
              </a:rPr>
              <a:t>功能需求：管理画面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维保期管理       维修报废管理</a:t>
            </a:r>
          </a:p>
        </p:txBody>
      </p:sp>
      <p:sp>
        <p:nvSpPr>
          <p:cNvPr id="14" name="Rectangle 1378">
            <a:extLst>
              <a:ext uri="{FF2B5EF4-FFF2-40B4-BE49-F238E27FC236}">
                <a16:creationId xmlns:a16="http://schemas.microsoft.com/office/drawing/2014/main" id="{45C680E8-F9D2-45BF-BEDC-7735EDC0E5BB}"/>
              </a:ext>
            </a:extLst>
          </p:cNvPr>
          <p:cNvSpPr>
            <a:spLocks noChangeArrowheads="1"/>
          </p:cNvSpPr>
          <p:nvPr/>
        </p:nvSpPr>
        <p:spPr bwMode="auto">
          <a:xfrm>
            <a:off x="964175" y="2811870"/>
            <a:ext cx="1587058" cy="1975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资产报修申请信息手动登录；申请</a:t>
            </a:r>
            <a:r>
              <a:rPr lang="en-US" altLang="zh-CN" sz="1200" b="1" kern="0" dirty="0">
                <a:solidFill>
                  <a:srgbClr val="000000"/>
                </a:solidFill>
                <a:latin typeface="微软雅黑" panose="020B0503020204020204" pitchFamily="34" charset="-122"/>
                <a:ea typeface="微软雅黑" panose="020B0503020204020204" pitchFamily="34" charset="-122"/>
              </a:rPr>
              <a:t>No</a:t>
            </a:r>
            <a:r>
              <a:rPr lang="zh-CN" altLang="en-US" sz="1200" b="1" kern="0" dirty="0">
                <a:solidFill>
                  <a:srgbClr val="000000"/>
                </a:solidFill>
                <a:latin typeface="微软雅黑" panose="020B0503020204020204" pitchFamily="34" charset="-122"/>
                <a:ea typeface="微软雅黑" panose="020B0503020204020204" pitchFamily="34" charset="-122"/>
              </a:rPr>
              <a:t>自动生成且申请别登记维修信息；</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200" b="1" kern="0" dirty="0">
                <a:solidFill>
                  <a:srgbClr val="0054A6"/>
                </a:solidFill>
                <a:latin typeface="微软雅黑" panose="020B0503020204020204" pitchFamily="34" charset="-122"/>
                <a:ea typeface="微软雅黑" panose="020B0503020204020204" pitchFamily="34" charset="-122"/>
              </a:rPr>
              <a:t>预计搬入日提醒功能；</a:t>
            </a:r>
            <a:endParaRPr lang="en-US" altLang="zh-CN" sz="1200" b="1" kern="0" dirty="0">
              <a:solidFill>
                <a:srgbClr val="0054A6"/>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维修完成登记；</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维修阶段别状态管理：待维修、维修中，维修完成；</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sp>
        <p:nvSpPr>
          <p:cNvPr id="15" name="Rectangle 1379">
            <a:extLst>
              <a:ext uri="{FF2B5EF4-FFF2-40B4-BE49-F238E27FC236}">
                <a16:creationId xmlns:a16="http://schemas.microsoft.com/office/drawing/2014/main" id="{EB07AF95-7FEC-43FC-9DB1-D06E8CFB91BA}"/>
              </a:ext>
            </a:extLst>
          </p:cNvPr>
          <p:cNvSpPr>
            <a:spLocks noChangeArrowheads="1"/>
          </p:cNvSpPr>
          <p:nvPr/>
        </p:nvSpPr>
        <p:spPr bwMode="auto">
          <a:xfrm>
            <a:off x="964175" y="924994"/>
            <a:ext cx="1534601"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1380">
            <a:extLst>
              <a:ext uri="{FF2B5EF4-FFF2-40B4-BE49-F238E27FC236}">
                <a16:creationId xmlns:a16="http://schemas.microsoft.com/office/drawing/2014/main" id="{AFA700C6-00A1-408A-BA6F-AF9395450554}"/>
              </a:ext>
            </a:extLst>
          </p:cNvPr>
          <p:cNvSpPr>
            <a:spLocks noChangeShapeType="1"/>
          </p:cNvSpPr>
          <p:nvPr/>
        </p:nvSpPr>
        <p:spPr bwMode="auto">
          <a:xfrm>
            <a:off x="964175" y="1225032"/>
            <a:ext cx="1587058"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Rectangle 1383">
            <a:extLst>
              <a:ext uri="{FF2B5EF4-FFF2-40B4-BE49-F238E27FC236}">
                <a16:creationId xmlns:a16="http://schemas.microsoft.com/office/drawing/2014/main" id="{324C9F06-D3EE-4B3B-A90E-E6C19C98CBE9}"/>
              </a:ext>
            </a:extLst>
          </p:cNvPr>
          <p:cNvSpPr>
            <a:spLocks noChangeArrowheads="1"/>
          </p:cNvSpPr>
          <p:nvPr/>
        </p:nvSpPr>
        <p:spPr bwMode="auto">
          <a:xfrm>
            <a:off x="2878674" y="924993"/>
            <a:ext cx="6833848"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其他</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Line 1384">
            <a:extLst>
              <a:ext uri="{FF2B5EF4-FFF2-40B4-BE49-F238E27FC236}">
                <a16:creationId xmlns:a16="http://schemas.microsoft.com/office/drawing/2014/main" id="{6DE06FD9-0ACD-4E39-BCDB-17C61399B303}"/>
              </a:ext>
            </a:extLst>
          </p:cNvPr>
          <p:cNvSpPr>
            <a:spLocks noChangeShapeType="1"/>
          </p:cNvSpPr>
          <p:nvPr/>
        </p:nvSpPr>
        <p:spPr bwMode="auto">
          <a:xfrm>
            <a:off x="2896771" y="1222517"/>
            <a:ext cx="6823281" cy="251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AutoShape 1385">
            <a:extLst>
              <a:ext uri="{FF2B5EF4-FFF2-40B4-BE49-F238E27FC236}">
                <a16:creationId xmlns:a16="http://schemas.microsoft.com/office/drawing/2014/main" id="{67681FC0-C9F7-4B24-966F-6715E2E2BF3B}"/>
              </a:ext>
            </a:extLst>
          </p:cNvPr>
          <p:cNvSpPr>
            <a:spLocks noChangeArrowheads="1"/>
          </p:cNvSpPr>
          <p:nvPr/>
        </p:nvSpPr>
        <p:spPr bwMode="auto">
          <a:xfrm rot="16200000" flipH="1">
            <a:off x="192737" y="3723107"/>
            <a:ext cx="5038928" cy="147381"/>
          </a:xfrm>
          <a:prstGeom prst="triangle">
            <a:avLst>
              <a:gd name="adj" fmla="val 50000"/>
            </a:avLst>
          </a:prstGeom>
          <a:solidFill>
            <a:srgbClr val="90909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26" name="Group 14">
            <a:extLst>
              <a:ext uri="{FF2B5EF4-FFF2-40B4-BE49-F238E27FC236}">
                <a16:creationId xmlns:a16="http://schemas.microsoft.com/office/drawing/2014/main" id="{FEBEB67E-6BD2-4F1D-A6F7-E474AA9D2D0F}"/>
              </a:ext>
            </a:extLst>
          </p:cNvPr>
          <p:cNvGrpSpPr>
            <a:grpSpLocks/>
          </p:cNvGrpSpPr>
          <p:nvPr/>
        </p:nvGrpSpPr>
        <p:grpSpPr bwMode="auto">
          <a:xfrm>
            <a:off x="124109" y="2811870"/>
            <a:ext cx="772536" cy="788988"/>
            <a:chOff x="2400" y="1968"/>
            <a:chExt cx="1152" cy="576"/>
          </a:xfrm>
        </p:grpSpPr>
        <p:sp>
          <p:nvSpPr>
            <p:cNvPr id="27" name="Freeform 15">
              <a:extLst>
                <a:ext uri="{FF2B5EF4-FFF2-40B4-BE49-F238E27FC236}">
                  <a16:creationId xmlns:a16="http://schemas.microsoft.com/office/drawing/2014/main" id="{099D18EC-F1DF-41C1-A595-F24C6BB9CA70}"/>
                </a:ext>
              </a:extLst>
            </p:cNvPr>
            <p:cNvSpPr>
              <a:spLocks/>
            </p:cNvSpPr>
            <p:nvPr>
              <p:custDataLst>
                <p:tags r:id="rId7"/>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Rectangle 16">
              <a:extLst>
                <a:ext uri="{FF2B5EF4-FFF2-40B4-BE49-F238E27FC236}">
                  <a16:creationId xmlns:a16="http://schemas.microsoft.com/office/drawing/2014/main" id="{D8BCDABA-1FD3-4ED5-AB53-86C617A210F7}"/>
                </a:ext>
              </a:extLst>
            </p:cNvPr>
            <p:cNvSpPr>
              <a:spLocks noChangeArrowheads="1"/>
            </p:cNvSpPr>
            <p:nvPr>
              <p:custDataLst>
                <p:tags r:id="rId8"/>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报修申请</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维修登记</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维修完成</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grpSp>
      <p:grpSp>
        <p:nvGrpSpPr>
          <p:cNvPr id="29" name="Group 14">
            <a:extLst>
              <a:ext uri="{FF2B5EF4-FFF2-40B4-BE49-F238E27FC236}">
                <a16:creationId xmlns:a16="http://schemas.microsoft.com/office/drawing/2014/main" id="{917E17DD-C5E2-44C4-A9C0-5C44C96BAA9D}"/>
              </a:ext>
            </a:extLst>
          </p:cNvPr>
          <p:cNvGrpSpPr>
            <a:grpSpLocks/>
          </p:cNvGrpSpPr>
          <p:nvPr/>
        </p:nvGrpSpPr>
        <p:grpSpPr bwMode="auto">
          <a:xfrm>
            <a:off x="124109" y="5312070"/>
            <a:ext cx="772536" cy="788988"/>
            <a:chOff x="2400" y="1968"/>
            <a:chExt cx="1152" cy="576"/>
          </a:xfrm>
        </p:grpSpPr>
        <p:sp>
          <p:nvSpPr>
            <p:cNvPr id="30" name="Freeform 15">
              <a:extLst>
                <a:ext uri="{FF2B5EF4-FFF2-40B4-BE49-F238E27FC236}">
                  <a16:creationId xmlns:a16="http://schemas.microsoft.com/office/drawing/2014/main" id="{F425A4A9-D207-4433-A39B-42D6AD3F9F6D}"/>
                </a:ext>
              </a:extLst>
            </p:cNvPr>
            <p:cNvSpPr>
              <a:spLocks/>
            </p:cNvSpPr>
            <p:nvPr>
              <p:custDataLst>
                <p:tags r:id="rId5"/>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Rectangle 16">
              <a:extLst>
                <a:ext uri="{FF2B5EF4-FFF2-40B4-BE49-F238E27FC236}">
                  <a16:creationId xmlns:a16="http://schemas.microsoft.com/office/drawing/2014/main" id="{36199550-94ED-4268-87F5-49EEA21F1963}"/>
                </a:ext>
              </a:extLst>
            </p:cNvPr>
            <p:cNvSpPr>
              <a:spLocks noChangeArrowheads="1"/>
            </p:cNvSpPr>
            <p:nvPr>
              <p:custDataLst>
                <p:tags r:id="rId6"/>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报废管理</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5" name="Rectangle 1378">
            <a:extLst>
              <a:ext uri="{FF2B5EF4-FFF2-40B4-BE49-F238E27FC236}">
                <a16:creationId xmlns:a16="http://schemas.microsoft.com/office/drawing/2014/main" id="{D148F2F3-C15F-4BB7-8E43-B49145FEBFC4}"/>
              </a:ext>
            </a:extLst>
          </p:cNvPr>
          <p:cNvSpPr>
            <a:spLocks noChangeArrowheads="1"/>
          </p:cNvSpPr>
          <p:nvPr/>
        </p:nvSpPr>
        <p:spPr bwMode="auto">
          <a:xfrm>
            <a:off x="964175" y="5312070"/>
            <a:ext cx="1534601" cy="107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报废信息登记；</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报废处理登记；</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报废阶段别状态管理：待报废、报废完成；</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grpSp>
        <p:nvGrpSpPr>
          <p:cNvPr id="24" name="组合 23">
            <a:extLst>
              <a:ext uri="{FF2B5EF4-FFF2-40B4-BE49-F238E27FC236}">
                <a16:creationId xmlns:a16="http://schemas.microsoft.com/office/drawing/2014/main" id="{CCE72862-C14F-4D44-8956-30DD2F7CED8B}"/>
              </a:ext>
            </a:extLst>
          </p:cNvPr>
          <p:cNvGrpSpPr/>
          <p:nvPr/>
        </p:nvGrpSpPr>
        <p:grpSpPr>
          <a:xfrm>
            <a:off x="4002998" y="395982"/>
            <a:ext cx="219075" cy="304800"/>
            <a:chOff x="4029075" y="4013200"/>
            <a:chExt cx="219075" cy="304800"/>
          </a:xfrm>
        </p:grpSpPr>
        <p:grpSp>
          <p:nvGrpSpPr>
            <p:cNvPr id="25" name="Group 679">
              <a:extLst>
                <a:ext uri="{FF2B5EF4-FFF2-40B4-BE49-F238E27FC236}">
                  <a16:creationId xmlns:a16="http://schemas.microsoft.com/office/drawing/2014/main" id="{B6A01064-87A1-46A7-958B-969214F4631A}"/>
                </a:ext>
              </a:extLst>
            </p:cNvPr>
            <p:cNvGrpSpPr>
              <a:grpSpLocks/>
            </p:cNvGrpSpPr>
            <p:nvPr/>
          </p:nvGrpSpPr>
          <p:grpSpPr bwMode="auto">
            <a:xfrm>
              <a:off x="4087813" y="4013200"/>
              <a:ext cx="160337" cy="304800"/>
              <a:chOff x="1509" y="506"/>
              <a:chExt cx="131" cy="200"/>
            </a:xfrm>
          </p:grpSpPr>
          <p:sp>
            <p:nvSpPr>
              <p:cNvPr id="33" name="Arc 680">
                <a:extLst>
                  <a:ext uri="{FF2B5EF4-FFF2-40B4-BE49-F238E27FC236}">
                    <a16:creationId xmlns:a16="http://schemas.microsoft.com/office/drawing/2014/main" id="{A6AC274D-C349-4F7D-862A-D532A789D4FC}"/>
                  </a:ext>
                </a:extLst>
              </p:cNvPr>
              <p:cNvSpPr>
                <a:spLocks/>
              </p:cNvSpPr>
              <p:nvPr/>
            </p:nvSpPr>
            <p:spPr bwMode="blackWhite">
              <a:xfrm>
                <a:off x="1509" y="506"/>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34" name="Arc 681">
                <a:extLst>
                  <a:ext uri="{FF2B5EF4-FFF2-40B4-BE49-F238E27FC236}">
                    <a16:creationId xmlns:a16="http://schemas.microsoft.com/office/drawing/2014/main" id="{82B53E3A-0B67-4746-8462-A0BD93253465}"/>
                  </a:ext>
                </a:extLst>
              </p:cNvPr>
              <p:cNvSpPr>
                <a:spLocks/>
              </p:cNvSpPr>
              <p:nvPr/>
            </p:nvSpPr>
            <p:spPr bwMode="blackWhite">
              <a:xfrm flipV="1">
                <a:off x="1509" y="600"/>
                <a:ext cx="131"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2" name="Rectangle 682">
              <a:extLst>
                <a:ext uri="{FF2B5EF4-FFF2-40B4-BE49-F238E27FC236}">
                  <a16:creationId xmlns:a16="http://schemas.microsoft.com/office/drawing/2014/main" id="{71CF2EE6-7E6B-49CD-B602-960EC3E37C1C}"/>
                </a:ext>
              </a:extLst>
            </p:cNvPr>
            <p:cNvSpPr>
              <a:spLocks noChangeArrowheads="1"/>
            </p:cNvSpPr>
            <p:nvPr/>
          </p:nvSpPr>
          <p:spPr bwMode="invGray">
            <a:xfrm>
              <a:off x="4029075" y="4079875"/>
              <a:ext cx="18256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9</a:t>
              </a:r>
              <a:endParaRPr lang="ko-KR" altLang="ko-KR" sz="1400" i="1" dirty="0">
                <a:latin typeface="Arial Black" panose="020B0A04020102020204" pitchFamily="34" charset="0"/>
              </a:endParaRPr>
            </a:p>
          </p:txBody>
        </p:sp>
      </p:grpSp>
      <p:graphicFrame>
        <p:nvGraphicFramePr>
          <p:cNvPr id="37" name="表格 4">
            <a:extLst>
              <a:ext uri="{FF2B5EF4-FFF2-40B4-BE49-F238E27FC236}">
                <a16:creationId xmlns:a16="http://schemas.microsoft.com/office/drawing/2014/main" id="{EFBF6285-C0E1-443A-BB11-C208E85BD038}"/>
              </a:ext>
            </a:extLst>
          </p:cNvPr>
          <p:cNvGraphicFramePr>
            <a:graphicFrameLocks noGrp="1"/>
          </p:cNvGraphicFramePr>
          <p:nvPr>
            <p:extLst>
              <p:ext uri="{D42A27DB-BD31-4B8C-83A1-F6EECF244321}">
                <p14:modId xmlns:p14="http://schemas.microsoft.com/office/powerpoint/2010/main" val="1961270927"/>
              </p:ext>
            </p:extLst>
          </p:nvPr>
        </p:nvGraphicFramePr>
        <p:xfrm>
          <a:off x="2896771" y="5020239"/>
          <a:ext cx="6507800" cy="1431458"/>
        </p:xfrm>
        <a:graphic>
          <a:graphicData uri="http://schemas.openxmlformats.org/drawingml/2006/table">
            <a:tbl>
              <a:tblPr firstRow="1" bandRow="1">
                <a:tableStyleId>{BC89EF96-8CEA-46FF-86C4-4CE0E7609802}</a:tableStyleId>
              </a:tblPr>
              <a:tblGrid>
                <a:gridCol w="497205">
                  <a:extLst>
                    <a:ext uri="{9D8B030D-6E8A-4147-A177-3AD203B41FA5}">
                      <a16:colId xmlns:a16="http://schemas.microsoft.com/office/drawing/2014/main" val="2686577530"/>
                    </a:ext>
                  </a:extLst>
                </a:gridCol>
                <a:gridCol w="755968">
                  <a:extLst>
                    <a:ext uri="{9D8B030D-6E8A-4147-A177-3AD203B41FA5}">
                      <a16:colId xmlns:a16="http://schemas.microsoft.com/office/drawing/2014/main" val="2126939445"/>
                    </a:ext>
                  </a:extLst>
                </a:gridCol>
                <a:gridCol w="941486">
                  <a:extLst>
                    <a:ext uri="{9D8B030D-6E8A-4147-A177-3AD203B41FA5}">
                      <a16:colId xmlns:a16="http://schemas.microsoft.com/office/drawing/2014/main" val="1538874115"/>
                    </a:ext>
                  </a:extLst>
                </a:gridCol>
                <a:gridCol w="1147982">
                  <a:extLst>
                    <a:ext uri="{9D8B030D-6E8A-4147-A177-3AD203B41FA5}">
                      <a16:colId xmlns:a16="http://schemas.microsoft.com/office/drawing/2014/main" val="1186423671"/>
                    </a:ext>
                  </a:extLst>
                </a:gridCol>
                <a:gridCol w="889318">
                  <a:extLst>
                    <a:ext uri="{9D8B030D-6E8A-4147-A177-3AD203B41FA5}">
                      <a16:colId xmlns:a16="http://schemas.microsoft.com/office/drawing/2014/main" val="4254840258"/>
                    </a:ext>
                  </a:extLst>
                </a:gridCol>
                <a:gridCol w="755968">
                  <a:extLst>
                    <a:ext uri="{9D8B030D-6E8A-4147-A177-3AD203B41FA5}">
                      <a16:colId xmlns:a16="http://schemas.microsoft.com/office/drawing/2014/main" val="721569360"/>
                    </a:ext>
                  </a:extLst>
                </a:gridCol>
                <a:gridCol w="755968">
                  <a:extLst>
                    <a:ext uri="{9D8B030D-6E8A-4147-A177-3AD203B41FA5}">
                      <a16:colId xmlns:a16="http://schemas.microsoft.com/office/drawing/2014/main" val="3166868052"/>
                    </a:ext>
                  </a:extLst>
                </a:gridCol>
                <a:gridCol w="763905">
                  <a:extLst>
                    <a:ext uri="{9D8B030D-6E8A-4147-A177-3AD203B41FA5}">
                      <a16:colId xmlns:a16="http://schemas.microsoft.com/office/drawing/2014/main" val="365219311"/>
                    </a:ext>
                  </a:extLst>
                </a:gridCol>
              </a:tblGrid>
              <a:tr h="246506">
                <a:tc gridSpan="8">
                  <a:txBody>
                    <a:bodyPr/>
                    <a:lstStyle/>
                    <a:p>
                      <a:endParaRPr lang="zh-CN" altLang="en-US" sz="1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lnL w="12700" cmpd="sng">
                      <a:noFill/>
                    </a:lnL>
                  </a:tcPr>
                </a:tc>
                <a:tc hMerge="1">
                  <a:txBody>
                    <a:bodyPr/>
                    <a:lstStyle/>
                    <a:p>
                      <a:endParaRPr lang="zh-CN" altLang="en-US"/>
                    </a:p>
                  </a:txBody>
                  <a:tcPr>
                    <a:lnL w="12700" cmpd="sng">
                      <a:noFill/>
                    </a:lnL>
                  </a:tcPr>
                </a:tc>
                <a:tc hMerge="1">
                  <a:txBody>
                    <a:bodyPr/>
                    <a:lstStyle/>
                    <a:p>
                      <a:endParaRPr lang="zh-CN" altLang="en-US"/>
                    </a:p>
                  </a:txBody>
                  <a:tcPr>
                    <a:lnL w="12700" cmpd="sng">
                      <a:noFill/>
                    </a:lnL>
                  </a:tcPr>
                </a:tc>
                <a:tc hMerge="1">
                  <a:txBody>
                    <a:bodyPr/>
                    <a:lstStyle/>
                    <a:p>
                      <a:endParaRPr lang="zh-CN" altLang="en-US"/>
                    </a:p>
                  </a:txBody>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lnL w="12700" cmpd="sng">
                      <a:noFill/>
                    </a:lnL>
                  </a:tcPr>
                </a:tc>
                <a:extLst>
                  <a:ext uri="{0D108BD9-81ED-4DB2-BD59-A6C34878D82A}">
                    <a16:rowId xmlns:a16="http://schemas.microsoft.com/office/drawing/2014/main" val="2054411767"/>
                  </a:ext>
                </a:extLst>
              </a:tr>
              <a:tr h="381730">
                <a:tc rowSpan="2">
                  <a:txBody>
                    <a:bodyPr/>
                    <a:lstStyle/>
                    <a:p>
                      <a:pPr algn="ctr"/>
                      <a:r>
                        <a:rPr lang="zh-CN" altLang="en-US" sz="1050" b="1" dirty="0"/>
                        <a:t>报废</a:t>
                      </a:r>
                      <a:endParaRPr lang="en-US" altLang="zh-CN" sz="1050" b="1" dirty="0"/>
                    </a:p>
                    <a:p>
                      <a:pPr algn="ctr"/>
                      <a:r>
                        <a:rPr lang="zh-CN" altLang="en-US" sz="1050" b="1" dirty="0">
                          <a:latin typeface="微软雅黑" panose="020B0503020204020204" pitchFamily="34" charset="-122"/>
                          <a:ea typeface="微软雅黑" panose="020B0503020204020204" pitchFamily="34" charset="-122"/>
                        </a:rPr>
                        <a:t>登记</a:t>
                      </a:r>
                    </a:p>
                  </a:txBody>
                  <a:tcPr anchor="ct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资产</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No</a:t>
                      </a:r>
                      <a:endParaRPr lang="zh-CN" altLang="en-US" sz="1050" b="1" kern="1200" dirty="0">
                        <a:solidFill>
                          <a:schemeClr val="tx1"/>
                        </a:solidFill>
                        <a:latin typeface="微软雅黑" panose="020B0503020204020204" pitchFamily="34" charset="-122"/>
                        <a:ea typeface="微软雅黑" panose="020B0503020204020204" pitchFamily="34" charset="-122"/>
                        <a:cs typeface="+mn-cs"/>
                      </a:endParaRPr>
                    </a:p>
                  </a:txBody>
                  <a:tcPr anchor="ctr"/>
                </a:tc>
                <a:tc gridSpan="2">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物料</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 </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类型</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法人</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部门</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p>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使用人</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ID/</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姓名</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品牌</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型号</a:t>
                      </a:r>
                    </a:p>
                  </a:txBody>
                  <a:tcPr anchor="ctr"/>
                </a:tc>
                <a:tc hMerge="1">
                  <a:txBody>
                    <a:bodyPr/>
                    <a:lstStyle/>
                    <a:p>
                      <a:pPr algn="ctr"/>
                      <a:endParaRPr lang="zh-CN" altLang="en-US" sz="1100" b="1"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报废判定人</a:t>
                      </a:r>
                    </a:p>
                  </a:txBody>
                  <a:tcPr anchor="ct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判定日期</a:t>
                      </a:r>
                    </a:p>
                  </a:txBody>
                  <a:tcPr anchor="ct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报废原因</a:t>
                      </a:r>
                    </a:p>
                  </a:txBody>
                  <a:tcPr anchor="ct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状态</a:t>
                      </a:r>
                    </a:p>
                  </a:txBody>
                  <a:tcPr anchor="ctr"/>
                </a:tc>
                <a:extLst>
                  <a:ext uri="{0D108BD9-81ED-4DB2-BD59-A6C34878D82A}">
                    <a16:rowId xmlns:a16="http://schemas.microsoft.com/office/drawing/2014/main" val="3485807034"/>
                  </a:ext>
                </a:extLst>
              </a:tr>
              <a:tr h="246506">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algn="ctr"/>
                      <a:r>
                        <a:rPr lang="zh-CN" altLang="en-US" sz="1050" dirty="0">
                          <a:latin typeface="微软雅黑" panose="020B0503020204020204" pitchFamily="34" charset="-122"/>
                          <a:ea typeface="微软雅黑" panose="020B0503020204020204" pitchFamily="34" charset="-122"/>
                        </a:rPr>
                        <a:t>查询录入</a:t>
                      </a:r>
                    </a:p>
                  </a:txBody>
                  <a:tcPr/>
                </a:tc>
                <a:tc gridSpan="2">
                  <a:txBody>
                    <a:bodyPr/>
                    <a:lstStyle/>
                    <a:p>
                      <a:pPr algn="ctr"/>
                      <a:r>
                        <a:rPr lang="zh-CN" altLang="en-US" sz="1050" dirty="0">
                          <a:latin typeface="微软雅黑" panose="020B0503020204020204" pitchFamily="34" charset="-122"/>
                          <a:ea typeface="微软雅黑" panose="020B0503020204020204" pitchFamily="34" charset="-122"/>
                        </a:rPr>
                        <a:t>从物料信息表中自动带出后显示</a:t>
                      </a:r>
                    </a:p>
                  </a:txBody>
                  <a:tcPr/>
                </a:tc>
                <a:tc hMerge="1">
                  <a:txBody>
                    <a:bodyPr/>
                    <a:lstStyle/>
                    <a:p>
                      <a:pPr algn="ctr"/>
                      <a:r>
                        <a:rPr lang="zh-CN" altLang="en-US" sz="1100" dirty="0"/>
                        <a:t>选择后登录</a:t>
                      </a:r>
                      <a:endParaRPr lang="zh-CN" altLang="en-US" sz="1100" dirty="0">
                        <a:latin typeface="微软雅黑" panose="020B0503020204020204" pitchFamily="34" charset="-122"/>
                        <a:ea typeface="微软雅黑" panose="020B0503020204020204" pitchFamily="34" charset="-122"/>
                      </a:endParaRPr>
                    </a:p>
                  </a:txBody>
                  <a:tcPr/>
                </a:tc>
                <a:tc gridSpan="2">
                  <a:txBody>
                    <a:bodyPr/>
                    <a:lstStyle/>
                    <a:p>
                      <a:pPr algn="ctr"/>
                      <a:r>
                        <a:rPr lang="zh-CN" altLang="en-US" sz="1050" dirty="0">
                          <a:latin typeface="微软雅黑" panose="020B0503020204020204" pitchFamily="34" charset="-122"/>
                          <a:ea typeface="微软雅黑" panose="020B0503020204020204" pitchFamily="34" charset="-122"/>
                        </a:rPr>
                        <a:t>选择后录入</a:t>
                      </a:r>
                    </a:p>
                  </a:txBody>
                  <a:tcPr/>
                </a:tc>
                <a:tc hMerge="1">
                  <a:txBody>
                    <a:bodyPr/>
                    <a:lstStyle/>
                    <a:p>
                      <a:endParaRPr lang="zh-CN" altLang="en-US"/>
                    </a:p>
                  </a:txBody>
                  <a:tcPr/>
                </a:tc>
                <a:tc>
                  <a:txBody>
                    <a:bodyPr/>
                    <a:lstStyle/>
                    <a:p>
                      <a:pPr algn="ctr"/>
                      <a:r>
                        <a:rPr lang="zh-CN" altLang="en-US" sz="1050" dirty="0">
                          <a:latin typeface="微软雅黑" panose="020B0503020204020204" pitchFamily="34" charset="-122"/>
                          <a:ea typeface="微软雅黑" panose="020B0503020204020204" pitchFamily="34" charset="-122"/>
                        </a:rPr>
                        <a:t>手动</a:t>
                      </a:r>
                    </a:p>
                  </a:txBody>
                  <a:tcPr/>
                </a:tc>
                <a:tc>
                  <a:txBody>
                    <a:bodyPr/>
                    <a:lstStyle/>
                    <a:p>
                      <a:pPr algn="ctr"/>
                      <a:r>
                        <a:rPr lang="zh-CN" altLang="en-US" sz="1050" dirty="0">
                          <a:latin typeface="微软雅黑" panose="020B0503020204020204" pitchFamily="34" charset="-122"/>
                          <a:ea typeface="微软雅黑" panose="020B0503020204020204" pitchFamily="34" charset="-122"/>
                        </a:rPr>
                        <a:t>待报废</a:t>
                      </a:r>
                    </a:p>
                  </a:txBody>
                  <a:tcPr/>
                </a:tc>
                <a:extLst>
                  <a:ext uri="{0D108BD9-81ED-4DB2-BD59-A6C34878D82A}">
                    <a16:rowId xmlns:a16="http://schemas.microsoft.com/office/drawing/2014/main" val="4167851679"/>
                  </a:ext>
                </a:extLst>
              </a:tr>
              <a:tr h="261006">
                <a:tc rowSpan="2">
                  <a:txBody>
                    <a:bodyPr/>
                    <a:lstStyle/>
                    <a:p>
                      <a:pPr algn="ctr"/>
                      <a:r>
                        <a:rPr lang="zh-CN" altLang="en-US" sz="1050" b="1" kern="1200" dirty="0">
                          <a:solidFill>
                            <a:schemeClr val="tx1"/>
                          </a:solidFill>
                          <a:latin typeface="+mn-lt"/>
                          <a:ea typeface="+mn-ea"/>
                          <a:cs typeface="+mn-cs"/>
                        </a:rPr>
                        <a:t>报废</a:t>
                      </a:r>
                      <a:endParaRPr lang="en-US" altLang="zh-CN" sz="1050" b="1" kern="1200" dirty="0">
                        <a:solidFill>
                          <a:schemeClr val="tx1"/>
                        </a:solidFill>
                        <a:latin typeface="+mn-lt"/>
                        <a:ea typeface="+mn-ea"/>
                        <a:cs typeface="+mn-cs"/>
                      </a:endParaRPr>
                    </a:p>
                    <a:p>
                      <a:pPr algn="ctr"/>
                      <a:r>
                        <a:rPr lang="zh-CN" altLang="en-US" sz="1050" b="1" kern="1200" dirty="0">
                          <a:solidFill>
                            <a:schemeClr val="tx1"/>
                          </a:solidFill>
                          <a:latin typeface="+mn-lt"/>
                          <a:ea typeface="+mn-ea"/>
                          <a:cs typeface="+mn-cs"/>
                        </a:rPr>
                        <a:t>处理</a:t>
                      </a:r>
                    </a:p>
                  </a:txBody>
                  <a:tcPr/>
                </a:tc>
                <a:tc>
                  <a:txBody>
                    <a:bodyPr/>
                    <a:lstStyle/>
                    <a:p>
                      <a:pPr algn="ctr"/>
                      <a:r>
                        <a:rPr lang="en-US" altLang="zh-CN" sz="1050" b="1" dirty="0"/>
                        <a:t>Draft</a:t>
                      </a:r>
                      <a:endParaRPr lang="zh-CN" altLang="en-US" sz="1050" b="1" dirty="0">
                        <a:latin typeface="微软雅黑" panose="020B0503020204020204" pitchFamily="34" charset="-122"/>
                        <a:ea typeface="微软雅黑" panose="020B0503020204020204" pitchFamily="34" charset="-122"/>
                      </a:endParaRPr>
                    </a:p>
                  </a:txBody>
                  <a:tcPr/>
                </a:tc>
                <a:tc>
                  <a:txBody>
                    <a:bodyPr/>
                    <a:lstStyle/>
                    <a:p>
                      <a:pPr algn="ctr"/>
                      <a:r>
                        <a:rPr lang="zh-CN" altLang="en-US" sz="1050" b="1" dirty="0">
                          <a:latin typeface="微软雅黑" panose="020B0503020204020204" pitchFamily="34" charset="-122"/>
                          <a:ea typeface="微软雅黑" panose="020B0503020204020204" pitchFamily="34" charset="-122"/>
                        </a:rPr>
                        <a:t>报废完成日</a:t>
                      </a:r>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t>SAP</a:t>
                      </a:r>
                      <a:r>
                        <a:rPr lang="zh-CN" altLang="en-US" sz="1050" b="1" dirty="0"/>
                        <a:t>是否报废</a:t>
                      </a:r>
                    </a:p>
                  </a:txBody>
                  <a:tcPr/>
                </a:tc>
                <a:tc gridSpan="3">
                  <a:txBody>
                    <a:bodyPr/>
                    <a:lstStyle/>
                    <a:p>
                      <a:pPr algn="ctr"/>
                      <a:r>
                        <a:rPr lang="en-US" altLang="zh-CN" sz="1050" dirty="0">
                          <a:latin typeface="微软雅黑" panose="020B0503020204020204" pitchFamily="34" charset="-122"/>
                          <a:ea typeface="微软雅黑" panose="020B0503020204020204" pitchFamily="34" charset="-122"/>
                        </a:rPr>
                        <a:t>-</a:t>
                      </a:r>
                      <a:endParaRPr lang="zh-CN" altLang="en-US" sz="1050" dirty="0">
                        <a:latin typeface="微软雅黑" panose="020B0503020204020204" pitchFamily="34" charset="-122"/>
                        <a:ea typeface="微软雅黑" panose="020B0503020204020204" pitchFamily="34" charset="-122"/>
                      </a:endParaRPr>
                    </a:p>
                  </a:txBody>
                  <a:tcPr/>
                </a:tc>
                <a:tc hMerge="1">
                  <a:txBody>
                    <a:bodyPr/>
                    <a:lstStyle/>
                    <a:p>
                      <a:endParaRPr lang="zh-CN" altLang="en-US"/>
                    </a:p>
                  </a:txBody>
                  <a:tcPr/>
                </a:tc>
                <a:tc hMerge="1">
                  <a:txBody>
                    <a:bodyPr/>
                    <a:lstStyle/>
                    <a:p>
                      <a:pPr algn="ctr"/>
                      <a:endParaRPr lang="zh-CN" altLang="en-US" sz="1050" dirty="0">
                        <a:latin typeface="微软雅黑" panose="020B0503020204020204" pitchFamily="34" charset="-122"/>
                        <a:ea typeface="微软雅黑" panose="020B0503020204020204" pitchFamily="34" charset="-122"/>
                      </a:endParaRPr>
                    </a:p>
                  </a:txBody>
                  <a:tcPr/>
                </a:tc>
                <a:tc>
                  <a:txBody>
                    <a:bodyPr/>
                    <a:lstStyle/>
                    <a:p>
                      <a:pPr algn="ctr"/>
                      <a:r>
                        <a:rPr lang="zh-CN" altLang="en-US" sz="1050" b="1" dirty="0">
                          <a:latin typeface="微软雅黑" panose="020B0503020204020204" pitchFamily="34" charset="-122"/>
                          <a:ea typeface="微软雅黑" panose="020B0503020204020204" pitchFamily="34" charset="-122"/>
                        </a:rPr>
                        <a:t>状态</a:t>
                      </a:r>
                    </a:p>
                  </a:txBody>
                  <a:tcPr/>
                </a:tc>
                <a:extLst>
                  <a:ext uri="{0D108BD9-81ED-4DB2-BD59-A6C34878D82A}">
                    <a16:rowId xmlns:a16="http://schemas.microsoft.com/office/drawing/2014/main" val="2536624127"/>
                  </a:ext>
                </a:extLst>
              </a:tr>
              <a:tr h="261006">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gridSpan="2">
                  <a:txBody>
                    <a:bodyPr/>
                    <a:lstStyle/>
                    <a:p>
                      <a:pPr algn="ctr"/>
                      <a:r>
                        <a:rPr lang="zh-CN" altLang="en-US" sz="1050" dirty="0"/>
                        <a:t>手动</a:t>
                      </a:r>
                      <a:endParaRPr lang="zh-CN" altLang="en-US" sz="1050" dirty="0">
                        <a:latin typeface="微软雅黑" panose="020B0503020204020204" pitchFamily="34" charset="-122"/>
                        <a:ea typeface="微软雅黑" panose="020B0503020204020204" pitchFamily="34" charset="-122"/>
                      </a:endParaRPr>
                    </a:p>
                  </a:txBody>
                  <a:tcPr/>
                </a:tc>
                <a:tc hMerge="1">
                  <a:txBody>
                    <a:bodyPr/>
                    <a:lstStyle/>
                    <a:p>
                      <a:pPr algn="ctr"/>
                      <a:endParaRPr lang="zh-CN" altLang="en-US" sz="1100" kern="1200" dirty="0">
                        <a:solidFill>
                          <a:schemeClr val="tx1"/>
                        </a:solidFill>
                        <a:latin typeface="+mn-lt"/>
                        <a:ea typeface="+mn-ea"/>
                        <a:cs typeface="+mn-cs"/>
                      </a:endParaRPr>
                    </a:p>
                  </a:txBody>
                  <a:tcPr/>
                </a:tc>
                <a:tc>
                  <a:txBody>
                    <a:bodyPr/>
                    <a:lstStyle/>
                    <a:p>
                      <a:pPr algn="ctr"/>
                      <a:r>
                        <a:rPr lang="zh-CN" altLang="en-US" sz="1050" kern="1200" dirty="0">
                          <a:solidFill>
                            <a:schemeClr val="tx1"/>
                          </a:solidFill>
                          <a:latin typeface="微软雅黑" panose="020B0503020204020204" pitchFamily="34" charset="-122"/>
                          <a:ea typeface="微软雅黑" panose="020B0503020204020204" pitchFamily="34" charset="-122"/>
                          <a:cs typeface="+mn-cs"/>
                        </a:rPr>
                        <a:t>是</a:t>
                      </a:r>
                      <a:r>
                        <a:rPr lang="en-US" altLang="zh-CN" sz="1050"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kern="1200" dirty="0">
                          <a:solidFill>
                            <a:schemeClr val="tx1"/>
                          </a:solidFill>
                          <a:latin typeface="微软雅黑" panose="020B0503020204020204" pitchFamily="34" charset="-122"/>
                          <a:ea typeface="微软雅黑" panose="020B0503020204020204" pitchFamily="34" charset="-122"/>
                          <a:cs typeface="+mn-cs"/>
                        </a:rPr>
                        <a:t>否</a:t>
                      </a:r>
                    </a:p>
                  </a:txBody>
                  <a:tcPr/>
                </a:tc>
                <a:tc gridSpan="3">
                  <a:txBody>
                    <a:bodyPr/>
                    <a:lstStyle/>
                    <a:p>
                      <a:pPr algn="ctr"/>
                      <a:r>
                        <a:rPr lang="en-US" altLang="zh-CN" sz="1050"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050" kern="1200" dirty="0">
                        <a:solidFill>
                          <a:schemeClr val="tx1"/>
                        </a:solidFill>
                        <a:latin typeface="微软雅黑" panose="020B0503020204020204" pitchFamily="34" charset="-122"/>
                        <a:ea typeface="微软雅黑" panose="020B0503020204020204" pitchFamily="34" charset="-122"/>
                        <a:cs typeface="+mn-cs"/>
                      </a:endParaRPr>
                    </a:p>
                  </a:txBody>
                  <a:tcPr/>
                </a:tc>
                <a:tc hMerge="1">
                  <a:txBody>
                    <a:bodyPr/>
                    <a:lstStyle/>
                    <a:p>
                      <a:endParaRPr lang="zh-CN" altLang="en-US"/>
                    </a:p>
                  </a:txBody>
                  <a:tcPr/>
                </a:tc>
                <a:tc hMerge="1">
                  <a:txBody>
                    <a:bodyPr/>
                    <a:lstStyle/>
                    <a:p>
                      <a:endParaRPr lang="zh-CN" altLang="en-US" sz="1050" dirty="0">
                        <a:latin typeface="微软雅黑" panose="020B0503020204020204" pitchFamily="34" charset="-122"/>
                        <a:ea typeface="微软雅黑" panose="020B0503020204020204" pitchFamily="34" charset="-122"/>
                      </a:endParaRPr>
                    </a:p>
                  </a:txBody>
                  <a:tcPr/>
                </a:tc>
                <a:tc>
                  <a:txBody>
                    <a:bodyPr/>
                    <a:lstStyle/>
                    <a:p>
                      <a:pPr algn="ctr"/>
                      <a:r>
                        <a:rPr lang="zh-CN" altLang="en-US" sz="1050" kern="1200" dirty="0">
                          <a:solidFill>
                            <a:schemeClr val="tx1"/>
                          </a:solidFill>
                          <a:latin typeface="+mn-lt"/>
                          <a:ea typeface="+mn-ea"/>
                          <a:cs typeface="+mn-cs"/>
                        </a:rPr>
                        <a:t>报废完成</a:t>
                      </a:r>
                    </a:p>
                  </a:txBody>
                  <a:tcPr/>
                </a:tc>
                <a:extLst>
                  <a:ext uri="{0D108BD9-81ED-4DB2-BD59-A6C34878D82A}">
                    <a16:rowId xmlns:a16="http://schemas.microsoft.com/office/drawing/2014/main" val="3047349946"/>
                  </a:ext>
                </a:extLst>
              </a:tr>
            </a:tbl>
          </a:graphicData>
        </a:graphic>
      </p:graphicFrame>
      <p:sp>
        <p:nvSpPr>
          <p:cNvPr id="38" name="Rectangle 1378">
            <a:extLst>
              <a:ext uri="{FF2B5EF4-FFF2-40B4-BE49-F238E27FC236}">
                <a16:creationId xmlns:a16="http://schemas.microsoft.com/office/drawing/2014/main" id="{D3FBAFD8-5A05-4461-815D-3059C97E4720}"/>
              </a:ext>
            </a:extLst>
          </p:cNvPr>
          <p:cNvSpPr>
            <a:spLocks noChangeArrowheads="1"/>
          </p:cNvSpPr>
          <p:nvPr/>
        </p:nvSpPr>
        <p:spPr bwMode="auto">
          <a:xfrm>
            <a:off x="964175" y="1328185"/>
            <a:ext cx="1587058" cy="107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en-US" altLang="zh-CN" sz="1200" b="1" kern="0" dirty="0">
                <a:solidFill>
                  <a:srgbClr val="000000"/>
                </a:solidFill>
                <a:latin typeface="微软雅黑" panose="020B0503020204020204" pitchFamily="34" charset="-122"/>
                <a:ea typeface="微软雅黑" panose="020B0503020204020204" pitchFamily="34" charset="-122"/>
              </a:rPr>
              <a:t>ALL</a:t>
            </a:r>
            <a:r>
              <a:rPr lang="zh-CN" altLang="en-US" sz="1200" b="1" kern="0" dirty="0">
                <a:solidFill>
                  <a:srgbClr val="000000"/>
                </a:solidFill>
                <a:latin typeface="微软雅黑" panose="020B0503020204020204" pitchFamily="34" charset="-122"/>
                <a:ea typeface="微软雅黑" panose="020B0503020204020204" pitchFamily="34" charset="-122"/>
              </a:rPr>
              <a:t>免费维保期管理；</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lvl="1" fontAlgn="base" latinLnBrk="0">
              <a:lnSpc>
                <a:spcPct val="150000"/>
              </a:lnSpc>
              <a:spcBef>
                <a:spcPct val="0"/>
              </a:spcBef>
              <a:spcAft>
                <a:spcPct val="0"/>
              </a:spcAft>
              <a:defRPr/>
            </a:pPr>
            <a:r>
              <a:rPr lang="zh-CN" altLang="en-US" sz="1200" b="1" u="sng" kern="0" dirty="0">
                <a:solidFill>
                  <a:srgbClr val="000000"/>
                </a:solidFill>
                <a:latin typeface="微软雅黑" panose="020B0503020204020204" pitchFamily="34" charset="-122"/>
                <a:ea typeface="微软雅黑" panose="020B0503020204020204" pitchFamily="34" charset="-122"/>
              </a:rPr>
              <a:t>资产</a:t>
            </a:r>
            <a:r>
              <a:rPr lang="zh-CN" altLang="en-US" sz="1200" b="1" kern="0" dirty="0">
                <a:solidFill>
                  <a:srgbClr val="000000"/>
                </a:solidFill>
                <a:latin typeface="微软雅黑" panose="020B0503020204020204" pitchFamily="34" charset="-122"/>
                <a:ea typeface="微软雅黑" panose="020B0503020204020204" pitchFamily="34" charset="-122"/>
              </a:rPr>
              <a:t>维保续保管理；</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u="sng" kern="0" dirty="0">
                <a:solidFill>
                  <a:srgbClr val="000000"/>
                </a:solidFill>
                <a:latin typeface="微软雅黑" panose="020B0503020204020204" pitchFamily="34" charset="-122"/>
                <a:ea typeface="微软雅黑" panose="020B0503020204020204" pitchFamily="34" charset="-122"/>
              </a:rPr>
              <a:t>资产</a:t>
            </a:r>
            <a:r>
              <a:rPr lang="zh-CN" altLang="en-US" sz="1200" b="1" kern="0" dirty="0">
                <a:solidFill>
                  <a:srgbClr val="000000"/>
                </a:solidFill>
                <a:latin typeface="微软雅黑" panose="020B0503020204020204" pitchFamily="34" charset="-122"/>
                <a:ea typeface="微软雅黑" panose="020B0503020204020204" pitchFamily="34" charset="-122"/>
              </a:rPr>
              <a:t>维保到期提醒；</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提醒通知邮件模板；</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grpSp>
        <p:nvGrpSpPr>
          <p:cNvPr id="40" name="Group 14">
            <a:extLst>
              <a:ext uri="{FF2B5EF4-FFF2-40B4-BE49-F238E27FC236}">
                <a16:creationId xmlns:a16="http://schemas.microsoft.com/office/drawing/2014/main" id="{1DC5D285-FDA5-41C8-98CF-BB67765C5BE7}"/>
              </a:ext>
            </a:extLst>
          </p:cNvPr>
          <p:cNvGrpSpPr>
            <a:grpSpLocks/>
          </p:cNvGrpSpPr>
          <p:nvPr/>
        </p:nvGrpSpPr>
        <p:grpSpPr bwMode="auto">
          <a:xfrm>
            <a:off x="124109" y="1328185"/>
            <a:ext cx="772536" cy="788988"/>
            <a:chOff x="2400" y="1968"/>
            <a:chExt cx="1152" cy="576"/>
          </a:xfrm>
        </p:grpSpPr>
        <p:sp>
          <p:nvSpPr>
            <p:cNvPr id="41" name="Freeform 15">
              <a:extLst>
                <a:ext uri="{FF2B5EF4-FFF2-40B4-BE49-F238E27FC236}">
                  <a16:creationId xmlns:a16="http://schemas.microsoft.com/office/drawing/2014/main" id="{208164D2-62C8-4049-9CE4-A71E264A4D74}"/>
                </a:ext>
              </a:extLst>
            </p:cNvPr>
            <p:cNvSpPr>
              <a:spLocks/>
            </p:cNvSpPr>
            <p:nvPr>
              <p:custDataLst>
                <p:tags r:id="rId3"/>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2" name="Rectangle 16">
              <a:extLst>
                <a:ext uri="{FF2B5EF4-FFF2-40B4-BE49-F238E27FC236}">
                  <a16:creationId xmlns:a16="http://schemas.microsoft.com/office/drawing/2014/main" id="{437DB68F-D266-41FE-8951-44A27595959C}"/>
                </a:ext>
              </a:extLst>
            </p:cNvPr>
            <p:cNvSpPr>
              <a:spLocks noChangeArrowheads="1"/>
            </p:cNvSpPr>
            <p:nvPr>
              <p:custDataLst>
                <p:tags r:id="rId4"/>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维保期</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管理</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grpSp>
      <p:graphicFrame>
        <p:nvGraphicFramePr>
          <p:cNvPr id="43" name="表格 4">
            <a:extLst>
              <a:ext uri="{FF2B5EF4-FFF2-40B4-BE49-F238E27FC236}">
                <a16:creationId xmlns:a16="http://schemas.microsoft.com/office/drawing/2014/main" id="{FDD8C7A0-A1B4-4C64-BE33-328C9740CA93}"/>
              </a:ext>
            </a:extLst>
          </p:cNvPr>
          <p:cNvGraphicFramePr>
            <a:graphicFrameLocks noGrp="1"/>
          </p:cNvGraphicFramePr>
          <p:nvPr>
            <p:extLst>
              <p:ext uri="{D42A27DB-BD31-4B8C-83A1-F6EECF244321}">
                <p14:modId xmlns:p14="http://schemas.microsoft.com/office/powerpoint/2010/main" val="3660064992"/>
              </p:ext>
            </p:extLst>
          </p:nvPr>
        </p:nvGraphicFramePr>
        <p:xfrm>
          <a:off x="5187475" y="1328184"/>
          <a:ext cx="4525048" cy="967744"/>
        </p:xfrm>
        <a:graphic>
          <a:graphicData uri="http://schemas.openxmlformats.org/drawingml/2006/table">
            <a:tbl>
              <a:tblPr firstRow="1" bandRow="1">
                <a:tableStyleId>{5C22544A-7EE6-4342-B048-85BDC9FD1C3A}</a:tableStyleId>
              </a:tblPr>
              <a:tblGrid>
                <a:gridCol w="638398">
                  <a:extLst>
                    <a:ext uri="{9D8B030D-6E8A-4147-A177-3AD203B41FA5}">
                      <a16:colId xmlns:a16="http://schemas.microsoft.com/office/drawing/2014/main" val="2686577530"/>
                    </a:ext>
                  </a:extLst>
                </a:gridCol>
                <a:gridCol w="851371">
                  <a:extLst>
                    <a:ext uri="{9D8B030D-6E8A-4147-A177-3AD203B41FA5}">
                      <a16:colId xmlns:a16="http://schemas.microsoft.com/office/drawing/2014/main" val="2126939445"/>
                    </a:ext>
                  </a:extLst>
                </a:gridCol>
                <a:gridCol w="499753">
                  <a:extLst>
                    <a:ext uri="{9D8B030D-6E8A-4147-A177-3AD203B41FA5}">
                      <a16:colId xmlns:a16="http://schemas.microsoft.com/office/drawing/2014/main" val="86672235"/>
                    </a:ext>
                  </a:extLst>
                </a:gridCol>
                <a:gridCol w="565924">
                  <a:extLst>
                    <a:ext uri="{9D8B030D-6E8A-4147-A177-3AD203B41FA5}">
                      <a16:colId xmlns:a16="http://schemas.microsoft.com/office/drawing/2014/main" val="4169634679"/>
                    </a:ext>
                  </a:extLst>
                </a:gridCol>
                <a:gridCol w="745533">
                  <a:extLst>
                    <a:ext uri="{9D8B030D-6E8A-4147-A177-3AD203B41FA5}">
                      <a16:colId xmlns:a16="http://schemas.microsoft.com/office/drawing/2014/main" val="1211306950"/>
                    </a:ext>
                  </a:extLst>
                </a:gridCol>
                <a:gridCol w="614710">
                  <a:extLst>
                    <a:ext uri="{9D8B030D-6E8A-4147-A177-3AD203B41FA5}">
                      <a16:colId xmlns:a16="http://schemas.microsoft.com/office/drawing/2014/main" val="297113135"/>
                    </a:ext>
                  </a:extLst>
                </a:gridCol>
                <a:gridCol w="609359">
                  <a:extLst>
                    <a:ext uri="{9D8B030D-6E8A-4147-A177-3AD203B41FA5}">
                      <a16:colId xmlns:a16="http://schemas.microsoft.com/office/drawing/2014/main" val="3035176087"/>
                    </a:ext>
                  </a:extLst>
                </a:gridCol>
              </a:tblGrid>
              <a:tr h="437046">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免费</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维保期</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续保日期</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选择录入</a:t>
                      </a:r>
                      <a:r>
                        <a:rPr lang="en-US" altLang="zh-CN" sz="1100" b="1" dirty="0">
                          <a:solidFill>
                            <a:schemeClr val="tx1"/>
                          </a:solidFill>
                          <a:latin typeface="微软雅黑" panose="020B0503020204020204" pitchFamily="34" charset="-122"/>
                          <a:ea typeface="微软雅黑" panose="020B0503020204020204" pitchFamily="34" charset="-122"/>
                        </a:rPr>
                        <a:t>)</a:t>
                      </a:r>
                      <a:endParaRPr lang="zh-CN" altLang="en-US"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维保</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内容</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续保</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en-US" altLang="zh-CN" sz="1100" b="1" dirty="0">
                          <a:solidFill>
                            <a:schemeClr val="tx1"/>
                          </a:solidFill>
                          <a:latin typeface="微软雅黑" panose="020B0503020204020204" pitchFamily="34" charset="-122"/>
                          <a:ea typeface="微软雅黑" panose="020B0503020204020204" pitchFamily="34" charset="-122"/>
                        </a:rPr>
                        <a:t>draft</a:t>
                      </a: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续保费</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每次别</a:t>
                      </a:r>
                      <a:r>
                        <a:rPr lang="en-US" altLang="zh-CN" sz="1100" b="1" dirty="0">
                          <a:solidFill>
                            <a:schemeClr val="tx1"/>
                          </a:solidFill>
                          <a:latin typeface="微软雅黑" panose="020B0503020204020204" pitchFamily="34" charset="-122"/>
                          <a:ea typeface="微软雅黑" panose="020B0503020204020204" pitchFamily="34" charset="-122"/>
                        </a:rPr>
                        <a:t>)</a:t>
                      </a: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维保</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供应商</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现是否</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维保内</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140394635"/>
                  </a:ext>
                </a:extLst>
              </a:tr>
              <a:tr h="265349">
                <a:tc>
                  <a:txBody>
                    <a:bodyPr/>
                    <a:lstStyle/>
                    <a:p>
                      <a:pPr algn="ctr"/>
                      <a:r>
                        <a:rPr lang="zh-CN" altLang="en-US" sz="1100" dirty="0">
                          <a:latin typeface="微软雅黑" panose="020B0503020204020204" pitchFamily="34" charset="-122"/>
                          <a:ea typeface="微软雅黑" panose="020B0503020204020204" pitchFamily="34" charset="-122"/>
                        </a:rPr>
                        <a:t>开始日</a:t>
                      </a:r>
                    </a:p>
                  </a:txBody>
                  <a:tcPr/>
                </a:tc>
                <a:tc>
                  <a:txBody>
                    <a:bodyPr/>
                    <a:lstStyle/>
                    <a:p>
                      <a:pPr algn="ctr"/>
                      <a:r>
                        <a:rPr lang="zh-CN" altLang="en-US" sz="1100" dirty="0">
                          <a:latin typeface="微软雅黑" panose="020B0503020204020204" pitchFamily="34" charset="-122"/>
                          <a:ea typeface="微软雅黑" panose="020B0503020204020204" pitchFamily="34" charset="-122"/>
                        </a:rPr>
                        <a:t>开始日</a:t>
                      </a:r>
                    </a:p>
                  </a:txBody>
                  <a:tcPr/>
                </a:tc>
                <a:tc>
                  <a:txBody>
                    <a:bodyPr/>
                    <a:lstStyle/>
                    <a:p>
                      <a:pPr algn="ctr"/>
                      <a:r>
                        <a:rPr lang="zh-CN" altLang="en-US" sz="1100" dirty="0">
                          <a:latin typeface="微软雅黑" panose="020B0503020204020204" pitchFamily="34" charset="-122"/>
                          <a:ea typeface="微软雅黑" panose="020B0503020204020204" pitchFamily="34" charset="-122"/>
                        </a:rPr>
                        <a:t>手动</a:t>
                      </a:r>
                    </a:p>
                  </a:txBody>
                  <a:tcPr/>
                </a:tc>
                <a:tc>
                  <a:txBody>
                    <a:bodyPr/>
                    <a:lstStyle/>
                    <a:p>
                      <a:pPr algn="ctr"/>
                      <a:r>
                        <a:rPr lang="zh-CN" altLang="en-US" sz="1100" dirty="0">
                          <a:latin typeface="微软雅黑" panose="020B0503020204020204" pitchFamily="34" charset="-122"/>
                          <a:ea typeface="微软雅黑" panose="020B0503020204020204" pitchFamily="34" charset="-122"/>
                        </a:rPr>
                        <a:t>手动</a:t>
                      </a:r>
                    </a:p>
                  </a:txBody>
                  <a:tcPr/>
                </a:tc>
                <a:tc>
                  <a:txBody>
                    <a:bodyPr/>
                    <a:lstStyle/>
                    <a:p>
                      <a:pPr algn="ct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pPr algn="ctr"/>
                      <a:r>
                        <a:rPr lang="zh-CN" altLang="en-US" sz="1100" dirty="0">
                          <a:latin typeface="微软雅黑" panose="020B0503020204020204" pitchFamily="34" charset="-122"/>
                          <a:ea typeface="微软雅黑" panose="020B0503020204020204" pitchFamily="34" charset="-122"/>
                        </a:rPr>
                        <a:t>选择</a:t>
                      </a:r>
                    </a:p>
                  </a:txBody>
                  <a:tcPr/>
                </a:tc>
                <a:tc>
                  <a:txBody>
                    <a:bodyPr/>
                    <a:lstStyle/>
                    <a:p>
                      <a:pPr algn="ctr"/>
                      <a:r>
                        <a:rPr lang="en-US" altLang="zh-CN" sz="1100" dirty="0">
                          <a:latin typeface="微软雅黑" panose="020B0503020204020204" pitchFamily="34" charset="-122"/>
                          <a:ea typeface="微软雅黑" panose="020B0503020204020204" pitchFamily="34" charset="-122"/>
                        </a:rPr>
                        <a:t>Y</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485807034"/>
                  </a:ext>
                </a:extLst>
              </a:tr>
              <a:tr h="265349">
                <a:tc>
                  <a:txBody>
                    <a:bodyPr/>
                    <a:lstStyle/>
                    <a:p>
                      <a:pPr algn="ctr"/>
                      <a:r>
                        <a:rPr lang="zh-CN" altLang="en-US" sz="1100" dirty="0">
                          <a:latin typeface="微软雅黑" panose="020B0503020204020204" pitchFamily="34" charset="-122"/>
                          <a:ea typeface="微软雅黑" panose="020B0503020204020204" pitchFamily="34" charset="-122"/>
                        </a:rPr>
                        <a:t>到期日</a:t>
                      </a:r>
                    </a:p>
                  </a:txBody>
                  <a:tcPr/>
                </a:tc>
                <a:tc>
                  <a:txBody>
                    <a:bodyPr/>
                    <a:lstStyle/>
                    <a:p>
                      <a:pPr algn="ctr"/>
                      <a:r>
                        <a:rPr lang="zh-CN" altLang="en-US" sz="1100" dirty="0">
                          <a:latin typeface="微软雅黑" panose="020B0503020204020204" pitchFamily="34" charset="-122"/>
                          <a:ea typeface="微软雅黑" panose="020B0503020204020204" pitchFamily="34" charset="-122"/>
                        </a:rPr>
                        <a:t>到期日</a:t>
                      </a:r>
                    </a:p>
                  </a:txBody>
                  <a:tcPr/>
                </a:tc>
                <a:tc>
                  <a:txBody>
                    <a:bodyPr/>
                    <a:lstStyle/>
                    <a:p>
                      <a:pPr algn="ct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dirty="0">
                          <a:latin typeface="微软雅黑" panose="020B0503020204020204" pitchFamily="34" charset="-122"/>
                          <a:ea typeface="微软雅黑" panose="020B0503020204020204" pitchFamily="34" charset="-122"/>
                        </a:rPr>
                        <a:t>…</a:t>
                      </a:r>
                      <a:endParaRPr lang="zh-CN" altLang="en-US" sz="1100" dirty="0">
                        <a:latin typeface="微软雅黑" panose="020B0503020204020204" pitchFamily="34" charset="-122"/>
                        <a:ea typeface="微软雅黑" panose="020B0503020204020204" pitchFamily="34" charset="-122"/>
                      </a:endParaRPr>
                    </a:p>
                  </a:txBody>
                  <a:tcPr/>
                </a:tc>
                <a:tc>
                  <a:txBody>
                    <a:bodyPr/>
                    <a:lstStyle/>
                    <a:p>
                      <a:pPr algn="ctr"/>
                      <a:r>
                        <a:rPr lang="en-US" altLang="zh-CN" sz="1100" dirty="0">
                          <a:latin typeface="微软雅黑" panose="020B0503020204020204" pitchFamily="34" charset="-122"/>
                          <a:ea typeface="微软雅黑" panose="020B0503020204020204" pitchFamily="34" charset="-122"/>
                        </a:rPr>
                        <a:t>N</a:t>
                      </a:r>
                      <a:endParaRPr lang="zh-CN" altLang="en-US" sz="11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4167851679"/>
                  </a:ext>
                </a:extLst>
              </a:tr>
            </a:tbl>
          </a:graphicData>
        </a:graphic>
      </p:graphicFrame>
      <p:sp>
        <p:nvSpPr>
          <p:cNvPr id="44" name="Rectangle 1382">
            <a:extLst>
              <a:ext uri="{FF2B5EF4-FFF2-40B4-BE49-F238E27FC236}">
                <a16:creationId xmlns:a16="http://schemas.microsoft.com/office/drawing/2014/main" id="{FCD499B7-0217-41DF-993B-EE1256A155A1}"/>
              </a:ext>
            </a:extLst>
          </p:cNvPr>
          <p:cNvSpPr>
            <a:spLocks noChangeArrowheads="1"/>
          </p:cNvSpPr>
          <p:nvPr/>
        </p:nvSpPr>
        <p:spPr bwMode="auto">
          <a:xfrm>
            <a:off x="2896771" y="1328185"/>
            <a:ext cx="2265990" cy="998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lvl="1" fontAlgn="base" latinLnBrk="0">
              <a:lnSpc>
                <a:spcPct val="120000"/>
              </a:lnSpc>
              <a:spcBef>
                <a:spcPct val="0"/>
              </a:spcBef>
              <a:spcAft>
                <a:spcPct val="0"/>
              </a:spcAft>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按照资产号或耗材号检索相关物料后，维保期查询或续保信息登记。</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免费维保期</a:t>
            </a:r>
            <a:r>
              <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入库登记</a:t>
            </a:r>
            <a:r>
              <a:rPr lang="zh-CN" altLang="en-US" sz="1100" kern="0" dirty="0">
                <a:solidFill>
                  <a:srgbClr val="000000"/>
                </a:solidFill>
                <a:latin typeface="微软雅黑" panose="020B0503020204020204" pitchFamily="34" charset="-122"/>
                <a:ea typeface="微软雅黑" panose="020B0503020204020204" pitchFamily="34" charset="-122"/>
              </a:rPr>
              <a:t>的</a:t>
            </a:r>
            <a:r>
              <a:rPr kumimoji="0" lang="zh-CN" altLang="en-US"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维保期；</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0000"/>
                </a:solidFill>
                <a:latin typeface="微软雅黑" panose="020B0503020204020204" pitchFamily="34" charset="-122"/>
                <a:ea typeface="微软雅黑" panose="020B0503020204020204" pitchFamily="34" charset="-122"/>
              </a:rPr>
              <a:t>资产续保履历需全部罗列显示；</a:t>
            </a:r>
            <a:endParaRPr kumimoji="0" lang="en-US" altLang="zh-CN" sz="11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0000"/>
                </a:solidFill>
                <a:latin typeface="微软雅黑" panose="020B0503020204020204" pitchFamily="34" charset="-122"/>
                <a:ea typeface="微软雅黑" panose="020B0503020204020204" pitchFamily="34" charset="-122"/>
              </a:rPr>
              <a:t>维保到期提醒时间：到期日</a:t>
            </a:r>
            <a:r>
              <a:rPr lang="en-US" altLang="zh-CN" sz="1100" kern="0" dirty="0">
                <a:solidFill>
                  <a:srgbClr val="000000"/>
                </a:solidFill>
                <a:latin typeface="微软雅黑" panose="020B0503020204020204" pitchFamily="34" charset="-122"/>
                <a:ea typeface="微软雅黑" panose="020B0503020204020204" pitchFamily="34" charset="-122"/>
              </a:rPr>
              <a:t>-30</a:t>
            </a:r>
            <a:r>
              <a:rPr lang="zh-CN" altLang="en-US" sz="1100" kern="0" dirty="0">
                <a:solidFill>
                  <a:srgbClr val="000000"/>
                </a:solidFill>
                <a:latin typeface="微软雅黑" panose="020B0503020204020204" pitchFamily="34" charset="-122"/>
                <a:ea typeface="微软雅黑" panose="020B0503020204020204" pitchFamily="34" charset="-122"/>
              </a:rPr>
              <a:t>天；</a:t>
            </a:r>
            <a:endParaRPr lang="ko-KR" altLang="ko-KR" sz="1100" kern="0" dirty="0">
              <a:solidFill>
                <a:srgbClr val="000000"/>
              </a:solidFill>
              <a:latin typeface="微软雅黑" panose="020B0503020204020204" pitchFamily="34" charset="-122"/>
            </a:endParaRPr>
          </a:p>
        </p:txBody>
      </p:sp>
      <p:cxnSp>
        <p:nvCxnSpPr>
          <p:cNvPr id="50" name="直接连接符 18">
            <a:extLst>
              <a:ext uri="{FF2B5EF4-FFF2-40B4-BE49-F238E27FC236}">
                <a16:creationId xmlns:a16="http://schemas.microsoft.com/office/drawing/2014/main" id="{95EE9FF2-5274-45E2-A4B1-B0F4C2960FDB}"/>
              </a:ext>
            </a:extLst>
          </p:cNvPr>
          <p:cNvCxnSpPr>
            <a:cxnSpLocks noChangeShapeType="1"/>
          </p:cNvCxnSpPr>
          <p:nvPr>
            <p:custDataLst>
              <p:tags r:id="rId1"/>
            </p:custDataLst>
          </p:nvPr>
        </p:nvCxnSpPr>
        <p:spPr bwMode="auto">
          <a:xfrm>
            <a:off x="155206" y="2594816"/>
            <a:ext cx="2432350" cy="0"/>
          </a:xfrm>
          <a:prstGeom prst="line">
            <a:avLst/>
          </a:prstGeom>
          <a:noFill/>
          <a:ln w="9525" algn="ctr">
            <a:solidFill>
              <a:schemeClr val="tx1"/>
            </a:solidFill>
            <a:prstDash val="dash"/>
            <a:round/>
            <a:headEnd/>
            <a:tailEnd/>
          </a:ln>
        </p:spPr>
      </p:cxnSp>
      <p:cxnSp>
        <p:nvCxnSpPr>
          <p:cNvPr id="36" name="直接连接符 18">
            <a:extLst>
              <a:ext uri="{FF2B5EF4-FFF2-40B4-BE49-F238E27FC236}">
                <a16:creationId xmlns:a16="http://schemas.microsoft.com/office/drawing/2014/main" id="{0E90A814-491A-4436-BAFB-CC9646531B59}"/>
              </a:ext>
            </a:extLst>
          </p:cNvPr>
          <p:cNvCxnSpPr>
            <a:cxnSpLocks noChangeShapeType="1"/>
          </p:cNvCxnSpPr>
          <p:nvPr>
            <p:custDataLst>
              <p:tags r:id="rId2"/>
            </p:custDataLst>
          </p:nvPr>
        </p:nvCxnSpPr>
        <p:spPr bwMode="auto">
          <a:xfrm>
            <a:off x="2797380" y="2594816"/>
            <a:ext cx="6915142" cy="0"/>
          </a:xfrm>
          <a:prstGeom prst="line">
            <a:avLst/>
          </a:prstGeom>
          <a:noFill/>
          <a:ln w="9525" algn="ctr">
            <a:solidFill>
              <a:schemeClr val="tx1"/>
            </a:solidFill>
            <a:prstDash val="dash"/>
            <a:round/>
            <a:headEnd/>
            <a:tailEnd/>
          </a:ln>
        </p:spPr>
      </p:cxnSp>
      <p:grpSp>
        <p:nvGrpSpPr>
          <p:cNvPr id="51" name="组合 50">
            <a:extLst>
              <a:ext uri="{FF2B5EF4-FFF2-40B4-BE49-F238E27FC236}">
                <a16:creationId xmlns:a16="http://schemas.microsoft.com/office/drawing/2014/main" id="{65BFAFB6-5BD3-187D-F1F3-FD19A564767F}"/>
              </a:ext>
            </a:extLst>
          </p:cNvPr>
          <p:cNvGrpSpPr/>
          <p:nvPr/>
        </p:nvGrpSpPr>
        <p:grpSpPr>
          <a:xfrm>
            <a:off x="5815161" y="395982"/>
            <a:ext cx="280762" cy="304800"/>
            <a:chOff x="3967381" y="4013200"/>
            <a:chExt cx="280762" cy="304800"/>
          </a:xfrm>
        </p:grpSpPr>
        <p:grpSp>
          <p:nvGrpSpPr>
            <p:cNvPr id="52" name="Group 679">
              <a:extLst>
                <a:ext uri="{FF2B5EF4-FFF2-40B4-BE49-F238E27FC236}">
                  <a16:creationId xmlns:a16="http://schemas.microsoft.com/office/drawing/2014/main" id="{1C4EF1B9-8FD1-A469-99E3-73D2DC36C25C}"/>
                </a:ext>
              </a:extLst>
            </p:cNvPr>
            <p:cNvGrpSpPr>
              <a:grpSpLocks/>
            </p:cNvGrpSpPr>
            <p:nvPr/>
          </p:nvGrpSpPr>
          <p:grpSpPr bwMode="auto">
            <a:xfrm>
              <a:off x="4035177" y="4013200"/>
              <a:ext cx="212966" cy="304800"/>
              <a:chOff x="1466" y="506"/>
              <a:chExt cx="174" cy="200"/>
            </a:xfrm>
          </p:grpSpPr>
          <p:sp>
            <p:nvSpPr>
              <p:cNvPr id="54" name="Arc 680">
                <a:extLst>
                  <a:ext uri="{FF2B5EF4-FFF2-40B4-BE49-F238E27FC236}">
                    <a16:creationId xmlns:a16="http://schemas.microsoft.com/office/drawing/2014/main" id="{62FDA659-88C1-0BEC-29B2-FE3F724DFA29}"/>
                  </a:ext>
                </a:extLst>
              </p:cNvPr>
              <p:cNvSpPr>
                <a:spLocks/>
              </p:cNvSpPr>
              <p:nvPr/>
            </p:nvSpPr>
            <p:spPr bwMode="blackWhite">
              <a:xfrm>
                <a:off x="1466" y="506"/>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55" name="Arc 681">
                <a:extLst>
                  <a:ext uri="{FF2B5EF4-FFF2-40B4-BE49-F238E27FC236}">
                    <a16:creationId xmlns:a16="http://schemas.microsoft.com/office/drawing/2014/main" id="{24FCFCAE-A65D-7746-08E5-70EC4B8B3D1A}"/>
                  </a:ext>
                </a:extLst>
              </p:cNvPr>
              <p:cNvSpPr>
                <a:spLocks/>
              </p:cNvSpPr>
              <p:nvPr/>
            </p:nvSpPr>
            <p:spPr bwMode="blackWhite">
              <a:xfrm flipV="1">
                <a:off x="1466" y="600"/>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53" name="Rectangle 682">
              <a:extLst>
                <a:ext uri="{FF2B5EF4-FFF2-40B4-BE49-F238E27FC236}">
                  <a16:creationId xmlns:a16="http://schemas.microsoft.com/office/drawing/2014/main" id="{5C95F0E2-053E-07BB-3CF8-3DD0EC0D523E}"/>
                </a:ext>
              </a:extLst>
            </p:cNvPr>
            <p:cNvSpPr>
              <a:spLocks noChangeArrowheads="1"/>
            </p:cNvSpPr>
            <p:nvPr/>
          </p:nvSpPr>
          <p:spPr bwMode="invGray">
            <a:xfrm>
              <a:off x="3967381" y="4079875"/>
              <a:ext cx="24425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10</a:t>
              </a:r>
              <a:endParaRPr lang="ko-KR" altLang="ko-KR" sz="1400" i="1" dirty="0">
                <a:latin typeface="Arial Black" panose="020B0A04020102020204" pitchFamily="34" charset="0"/>
              </a:endParaRPr>
            </a:p>
          </p:txBody>
        </p:sp>
      </p:grpSp>
      <p:graphicFrame>
        <p:nvGraphicFramePr>
          <p:cNvPr id="45" name="表格 4">
            <a:extLst>
              <a:ext uri="{FF2B5EF4-FFF2-40B4-BE49-F238E27FC236}">
                <a16:creationId xmlns:a16="http://schemas.microsoft.com/office/drawing/2014/main" id="{C7393107-0762-EAB8-9638-D2832CD82B4D}"/>
              </a:ext>
            </a:extLst>
          </p:cNvPr>
          <p:cNvGraphicFramePr>
            <a:graphicFrameLocks noGrp="1"/>
          </p:cNvGraphicFramePr>
          <p:nvPr>
            <p:extLst>
              <p:ext uri="{D42A27DB-BD31-4B8C-83A1-F6EECF244321}">
                <p14:modId xmlns:p14="http://schemas.microsoft.com/office/powerpoint/2010/main" val="899833358"/>
              </p:ext>
            </p:extLst>
          </p:nvPr>
        </p:nvGraphicFramePr>
        <p:xfrm>
          <a:off x="2896771" y="2811870"/>
          <a:ext cx="6391769" cy="1970731"/>
        </p:xfrm>
        <a:graphic>
          <a:graphicData uri="http://schemas.openxmlformats.org/drawingml/2006/table">
            <a:tbl>
              <a:tblPr firstRow="1" bandRow="1">
                <a:tableStyleId>{BC89EF96-8CEA-46FF-86C4-4CE0E7609802}</a:tableStyleId>
              </a:tblPr>
              <a:tblGrid>
                <a:gridCol w="497205">
                  <a:extLst>
                    <a:ext uri="{9D8B030D-6E8A-4147-A177-3AD203B41FA5}">
                      <a16:colId xmlns:a16="http://schemas.microsoft.com/office/drawing/2014/main" val="2686577530"/>
                    </a:ext>
                  </a:extLst>
                </a:gridCol>
                <a:gridCol w="548005">
                  <a:extLst>
                    <a:ext uri="{9D8B030D-6E8A-4147-A177-3AD203B41FA5}">
                      <a16:colId xmlns:a16="http://schemas.microsoft.com/office/drawing/2014/main" val="2126939445"/>
                    </a:ext>
                  </a:extLst>
                </a:gridCol>
                <a:gridCol w="630555">
                  <a:extLst>
                    <a:ext uri="{9D8B030D-6E8A-4147-A177-3AD203B41FA5}">
                      <a16:colId xmlns:a16="http://schemas.microsoft.com/office/drawing/2014/main" val="1538874115"/>
                    </a:ext>
                  </a:extLst>
                </a:gridCol>
                <a:gridCol w="630555">
                  <a:extLst>
                    <a:ext uri="{9D8B030D-6E8A-4147-A177-3AD203B41FA5}">
                      <a16:colId xmlns:a16="http://schemas.microsoft.com/office/drawing/2014/main" val="2525561982"/>
                    </a:ext>
                  </a:extLst>
                </a:gridCol>
                <a:gridCol w="889318">
                  <a:extLst>
                    <a:ext uri="{9D8B030D-6E8A-4147-A177-3AD203B41FA5}">
                      <a16:colId xmlns:a16="http://schemas.microsoft.com/office/drawing/2014/main" val="1186423671"/>
                    </a:ext>
                  </a:extLst>
                </a:gridCol>
                <a:gridCol w="497205">
                  <a:extLst>
                    <a:ext uri="{9D8B030D-6E8A-4147-A177-3AD203B41FA5}">
                      <a16:colId xmlns:a16="http://schemas.microsoft.com/office/drawing/2014/main" val="1632333202"/>
                    </a:ext>
                  </a:extLst>
                </a:gridCol>
                <a:gridCol w="630555">
                  <a:extLst>
                    <a:ext uri="{9D8B030D-6E8A-4147-A177-3AD203B41FA5}">
                      <a16:colId xmlns:a16="http://schemas.microsoft.com/office/drawing/2014/main" val="653146402"/>
                    </a:ext>
                  </a:extLst>
                </a:gridCol>
                <a:gridCol w="630555">
                  <a:extLst>
                    <a:ext uri="{9D8B030D-6E8A-4147-A177-3AD203B41FA5}">
                      <a16:colId xmlns:a16="http://schemas.microsoft.com/office/drawing/2014/main" val="2982498852"/>
                    </a:ext>
                  </a:extLst>
                </a:gridCol>
                <a:gridCol w="630555">
                  <a:extLst>
                    <a:ext uri="{9D8B030D-6E8A-4147-A177-3AD203B41FA5}">
                      <a16:colId xmlns:a16="http://schemas.microsoft.com/office/drawing/2014/main" val="1985917018"/>
                    </a:ext>
                  </a:extLst>
                </a:gridCol>
                <a:gridCol w="807261">
                  <a:extLst>
                    <a:ext uri="{9D8B030D-6E8A-4147-A177-3AD203B41FA5}">
                      <a16:colId xmlns:a16="http://schemas.microsoft.com/office/drawing/2014/main" val="365219311"/>
                    </a:ext>
                  </a:extLst>
                </a:gridCol>
              </a:tblGrid>
              <a:tr h="126035">
                <a:tc gridSpan="10">
                  <a:txBody>
                    <a:bodyPr/>
                    <a:lstStyle/>
                    <a:p>
                      <a:endParaRPr lang="zh-CN" altLang="en-US" sz="100" dirty="0">
                        <a:latin typeface="微软雅黑" panose="020B0503020204020204" pitchFamily="34" charset="-122"/>
                        <a:ea typeface="微软雅黑" panose="020B0503020204020204" pitchFamily="34" charset="-122"/>
                      </a:endParaRPr>
                    </a:p>
                  </a:txBody>
                  <a:tcPr anchor="ctr">
                    <a:lnL w="12700" cmpd="sng">
                      <a:noFill/>
                    </a:lnL>
                    <a:lnR w="12700" cmpd="sng">
                      <a:noFill/>
                    </a:lnR>
                    <a:lnT w="12700" cmpd="sng">
                      <a:noFill/>
                    </a:lnT>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lnL w="12700" cmpd="sng">
                      <a:noFill/>
                    </a:lnL>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lnL w="12700" cmpd="sng">
                      <a:noFill/>
                    </a:lnL>
                  </a:tcPr>
                </a:tc>
                <a:tc hMerge="1">
                  <a:txBody>
                    <a:bodyPr/>
                    <a:lstStyle/>
                    <a:p>
                      <a:endParaRPr lang="zh-CN" altLang="en-US"/>
                    </a:p>
                  </a:txBody>
                  <a:tcPr>
                    <a:lnL w="12700" cmpd="sng">
                      <a:noFill/>
                    </a:lnL>
                  </a:tcPr>
                </a:tc>
                <a:tc hMerge="1">
                  <a:txBody>
                    <a:bodyPr/>
                    <a:lstStyle/>
                    <a:p>
                      <a:endParaRPr lang="zh-CN" altLang="en-US"/>
                    </a:p>
                  </a:txBody>
                  <a:tcPr/>
                </a:tc>
                <a:tc hMerge="1">
                  <a:txBody>
                    <a:bodyPr/>
                    <a:lstStyle/>
                    <a:p>
                      <a:endParaRPr lang="zh-CN" altLang="en-US"/>
                    </a:p>
                  </a:txBody>
                  <a:tcPr>
                    <a:lnL w="12700" cmpd="sng">
                      <a:noFill/>
                    </a:lnL>
                  </a:tcP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lnL w="12700" cmpd="sng">
                      <a:noFill/>
                    </a:lnL>
                  </a:tcPr>
                </a:tc>
                <a:extLst>
                  <a:ext uri="{0D108BD9-81ED-4DB2-BD59-A6C34878D82A}">
                    <a16:rowId xmlns:a16="http://schemas.microsoft.com/office/drawing/2014/main" val="2054411767"/>
                  </a:ext>
                </a:extLst>
              </a:tr>
              <a:tr h="402906">
                <a:tc rowSpan="2">
                  <a:txBody>
                    <a:bodyPr/>
                    <a:lstStyle/>
                    <a:p>
                      <a:pPr algn="ctr"/>
                      <a:r>
                        <a:rPr lang="zh-CN" altLang="en-US" sz="1050" b="1" dirty="0"/>
                        <a:t>报修</a:t>
                      </a:r>
                      <a:endParaRPr lang="en-US" altLang="zh-CN" sz="1050" b="1" dirty="0"/>
                    </a:p>
                    <a:p>
                      <a:pPr algn="ctr"/>
                      <a:r>
                        <a:rPr lang="zh-CN" altLang="en-US" sz="1050" b="1" dirty="0"/>
                        <a:t>申请</a:t>
                      </a:r>
                      <a:endParaRPr lang="zh-CN" altLang="en-US" sz="1050" b="1"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050" b="1" dirty="0"/>
                        <a:t>申请</a:t>
                      </a:r>
                      <a:endParaRPr lang="en-US" altLang="zh-CN" sz="1050" b="1" dirty="0"/>
                    </a:p>
                    <a:p>
                      <a:pPr algn="ctr"/>
                      <a:r>
                        <a:rPr lang="en-US" altLang="zh-CN" sz="1050" b="1" dirty="0"/>
                        <a:t>No</a:t>
                      </a:r>
                      <a:endParaRPr lang="zh-CN" altLang="en-US" sz="1050" b="1"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50" b="1" dirty="0"/>
                        <a:t>Draft</a:t>
                      </a:r>
                      <a:endParaRPr lang="zh-CN" altLang="en-US" sz="1050" b="1"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050" b="1" dirty="0"/>
                        <a:t>接收日</a:t>
                      </a:r>
                      <a:endParaRPr lang="zh-CN" altLang="en-US" sz="1050" b="1"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t>申请人</a:t>
                      </a:r>
                      <a:endParaRPr lang="en-US" altLang="zh-CN" sz="1050" b="1" dirty="0"/>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t>ID/</a:t>
                      </a:r>
                      <a:r>
                        <a:rPr lang="zh-CN" altLang="en-US" sz="1050" b="1" dirty="0"/>
                        <a:t>姓名</a:t>
                      </a:r>
                      <a:endParaRPr lang="zh-CN" altLang="en-US" sz="1050" b="1" dirty="0">
                        <a:latin typeface="微软雅黑" panose="020B0503020204020204" pitchFamily="34" charset="-122"/>
                        <a:ea typeface="微软雅黑" panose="020B0503020204020204" pitchFamily="34" charset="-122"/>
                      </a:endParaRPr>
                    </a:p>
                  </a:txBody>
                  <a:tcPr anchor="ct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t>资产号</a:t>
                      </a:r>
                      <a:r>
                        <a:rPr lang="en-US" altLang="zh-CN" sz="1050" b="1" dirty="0"/>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类型</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法人</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部门</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微软雅黑" panose="020B0503020204020204" pitchFamily="34" charset="-122"/>
                          <a:ea typeface="微软雅黑" panose="020B0503020204020204" pitchFamily="34" charset="-122"/>
                          <a:cs typeface="+mn-cs"/>
                        </a:rPr>
                        <a:t>使用人</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ID/</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姓名</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品牌</a:t>
                      </a: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型号</a:t>
                      </a:r>
                      <a:endParaRPr lang="zh-CN" altLang="en-US" sz="1050" b="1" dirty="0">
                        <a:latin typeface="微软雅黑" panose="020B0503020204020204" pitchFamily="34" charset="-122"/>
                        <a:ea typeface="微软雅黑" panose="020B0503020204020204" pitchFamily="34" charset="-122"/>
                      </a:endParaRPr>
                    </a:p>
                  </a:txBody>
                  <a:tcPr anchor="ctr"/>
                </a:tc>
                <a:tc hMerge="1">
                  <a:txBody>
                    <a:bodyPr/>
                    <a:lstStyle/>
                    <a:p>
                      <a:pPr algn="ctr"/>
                      <a:endParaRPr lang="zh-CN" altLang="en-US" sz="1100" b="1" dirty="0">
                        <a:latin typeface="微软雅黑" panose="020B0503020204020204" pitchFamily="34" charset="-122"/>
                        <a:ea typeface="微软雅黑" panose="020B0503020204020204" pitchFamily="34" charset="-122"/>
                      </a:endParaRPr>
                    </a:p>
                  </a:txBody>
                  <a:tcPr anchor="ctr"/>
                </a:tc>
                <a:tc hMerge="1">
                  <a:txBody>
                    <a:bodyPr/>
                    <a:lstStyle/>
                    <a:p>
                      <a:pPr algn="ctr"/>
                      <a:endParaRPr lang="zh-CN" altLang="en-US" sz="1100" b="1" dirty="0">
                        <a:latin typeface="微软雅黑" panose="020B0503020204020204" pitchFamily="34" charset="-122"/>
                        <a:ea typeface="微软雅黑" panose="020B0503020204020204" pitchFamily="34" charset="-122"/>
                      </a:endParaRPr>
                    </a:p>
                  </a:txBody>
                  <a:tcPr anchor="ctr"/>
                </a:tc>
                <a:tc hMerge="1">
                  <a:txBody>
                    <a:bodyPr/>
                    <a:lstStyle/>
                    <a:p>
                      <a:endParaRPr lang="zh-CN" altLang="en-US"/>
                    </a:p>
                  </a:txBody>
                  <a:tcPr/>
                </a:tc>
                <a:tc>
                  <a:txBody>
                    <a:bodyPr/>
                    <a:lstStyle/>
                    <a:p>
                      <a:pPr algn="ctr"/>
                      <a:r>
                        <a:rPr lang="zh-CN" altLang="en-US" sz="1050" b="1" dirty="0">
                          <a:latin typeface="微软雅黑" panose="020B0503020204020204" pitchFamily="34" charset="-122"/>
                          <a:ea typeface="微软雅黑" panose="020B0503020204020204" pitchFamily="34" charset="-122"/>
                        </a:rPr>
                        <a:t>状态</a:t>
                      </a:r>
                    </a:p>
                  </a:txBody>
                  <a:tcPr anchor="ctr"/>
                </a:tc>
                <a:extLst>
                  <a:ext uri="{0D108BD9-81ED-4DB2-BD59-A6C34878D82A}">
                    <a16:rowId xmlns:a16="http://schemas.microsoft.com/office/drawing/2014/main" val="3485807034"/>
                  </a:ext>
                </a:extLst>
              </a:tr>
              <a:tr h="246221">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algn="ctr"/>
                      <a:r>
                        <a:rPr lang="zh-CN" altLang="en-US" sz="1050" dirty="0"/>
                        <a:t>自动</a:t>
                      </a:r>
                      <a:endParaRPr lang="zh-CN" altLang="en-US" sz="1050" dirty="0">
                        <a:latin typeface="微软雅黑" panose="020B0503020204020204" pitchFamily="34" charset="-122"/>
                        <a:ea typeface="微软雅黑" panose="020B0503020204020204" pitchFamily="34" charset="-122"/>
                      </a:endParaRPr>
                    </a:p>
                  </a:txBody>
                  <a:tcPr anchor="ctr"/>
                </a:tc>
                <a:tc gridSpan="2">
                  <a:txBody>
                    <a:bodyPr/>
                    <a:lstStyle/>
                    <a:p>
                      <a:pPr algn="ctr"/>
                      <a:r>
                        <a:rPr lang="zh-CN" altLang="en-US" sz="1050" dirty="0"/>
                        <a:t>手动</a:t>
                      </a:r>
                      <a:endParaRPr lang="zh-CN" altLang="en-US" sz="1050" dirty="0">
                        <a:latin typeface="微软雅黑" panose="020B0503020204020204" pitchFamily="34" charset="-122"/>
                        <a:ea typeface="微软雅黑" panose="020B0503020204020204" pitchFamily="34" charset="-122"/>
                      </a:endParaRPr>
                    </a:p>
                  </a:txBody>
                  <a:tcPr anchor="ctr"/>
                </a:tc>
                <a:tc h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algn="ctr"/>
                      <a:r>
                        <a:rPr lang="zh-CN" altLang="en-US" sz="1050" dirty="0"/>
                        <a:t>选择后登录</a:t>
                      </a:r>
                      <a:endParaRPr lang="zh-CN" altLang="en-US" sz="1050" dirty="0">
                        <a:latin typeface="微软雅黑" panose="020B0503020204020204" pitchFamily="34" charset="-122"/>
                        <a:ea typeface="微软雅黑" panose="020B0503020204020204" pitchFamily="34" charset="-122"/>
                      </a:endParaRPr>
                    </a:p>
                  </a:txBody>
                  <a:tcPr anchor="ctr"/>
                </a:tc>
                <a:tc gridSpan="4">
                  <a:txBody>
                    <a:bodyPr/>
                    <a:lstStyle/>
                    <a:p>
                      <a:pPr algn="ctr"/>
                      <a:r>
                        <a:rPr lang="zh-CN" altLang="en-US" sz="1050" kern="1200" dirty="0">
                          <a:solidFill>
                            <a:schemeClr val="tx1"/>
                          </a:solidFill>
                          <a:latin typeface="+mn-lt"/>
                          <a:ea typeface="+mn-ea"/>
                          <a:cs typeface="+mn-cs"/>
                        </a:rPr>
                        <a:t>以资产耗材号自动带出相关信息</a:t>
                      </a:r>
                    </a:p>
                  </a:txBody>
                  <a:tcPr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r>
                        <a:rPr lang="zh-CN" altLang="en-US" sz="1050" dirty="0">
                          <a:latin typeface="微软雅黑" panose="020B0503020204020204" pitchFamily="34" charset="-122"/>
                          <a:ea typeface="微软雅黑" panose="020B0503020204020204" pitchFamily="34" charset="-122"/>
                        </a:rPr>
                        <a:t>待维修</a:t>
                      </a:r>
                    </a:p>
                  </a:txBody>
                  <a:tcPr anchor="ctr"/>
                </a:tc>
                <a:extLst>
                  <a:ext uri="{0D108BD9-81ED-4DB2-BD59-A6C34878D82A}">
                    <a16:rowId xmlns:a16="http://schemas.microsoft.com/office/drawing/2014/main" val="4167851679"/>
                  </a:ext>
                </a:extLst>
              </a:tr>
              <a:tr h="402906">
                <a:tc rowSpan="2">
                  <a:txBody>
                    <a:bodyPr/>
                    <a:lstStyle/>
                    <a:p>
                      <a:pPr algn="ctr"/>
                      <a:r>
                        <a:rPr lang="zh-CN" altLang="en-US" sz="1050" b="1" kern="1200" dirty="0">
                          <a:solidFill>
                            <a:schemeClr val="tx1"/>
                          </a:solidFill>
                          <a:latin typeface="+mn-lt"/>
                          <a:ea typeface="+mn-ea"/>
                          <a:cs typeface="+mn-cs"/>
                        </a:rPr>
                        <a:t>维修</a:t>
                      </a:r>
                      <a:endParaRPr lang="en-US" altLang="zh-CN" sz="1050" b="1" kern="1200" dirty="0">
                        <a:solidFill>
                          <a:schemeClr val="tx1"/>
                        </a:solidFill>
                        <a:latin typeface="+mn-lt"/>
                        <a:ea typeface="+mn-ea"/>
                        <a:cs typeface="+mn-cs"/>
                      </a:endParaRPr>
                    </a:p>
                    <a:p>
                      <a:pPr algn="ctr"/>
                      <a:r>
                        <a:rPr lang="zh-CN" altLang="en-US" sz="1050" b="1" kern="1200" dirty="0">
                          <a:solidFill>
                            <a:schemeClr val="tx1"/>
                          </a:solidFill>
                          <a:latin typeface="+mn-lt"/>
                          <a:ea typeface="+mn-ea"/>
                          <a:cs typeface="+mn-cs"/>
                        </a:rPr>
                        <a:t>登记</a:t>
                      </a:r>
                    </a:p>
                  </a:txBody>
                  <a:tcPr anchor="ctr"/>
                </a:tc>
                <a:tc>
                  <a:txBody>
                    <a:bodyPr/>
                    <a:lstStyle/>
                    <a:p>
                      <a:pPr algn="ctr"/>
                      <a:r>
                        <a:rPr lang="en-US" altLang="zh-CN" sz="1050" b="1" dirty="0"/>
                        <a:t>Draft</a:t>
                      </a:r>
                      <a:endParaRPr lang="zh-CN" altLang="en-US" sz="1050" b="1"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1050" b="1" kern="1200" dirty="0">
                          <a:solidFill>
                            <a:schemeClr val="tx1"/>
                          </a:solidFill>
                          <a:latin typeface="+mn-lt"/>
                          <a:ea typeface="+mn-ea"/>
                          <a:cs typeface="+mn-cs"/>
                        </a:rPr>
                        <a:t>IT</a:t>
                      </a:r>
                      <a:r>
                        <a:rPr lang="zh-CN" altLang="en-US" sz="1050" b="1" kern="1200" dirty="0">
                          <a:solidFill>
                            <a:schemeClr val="tx1"/>
                          </a:solidFill>
                          <a:latin typeface="+mn-lt"/>
                          <a:ea typeface="+mn-ea"/>
                          <a:cs typeface="+mn-cs"/>
                        </a:rPr>
                        <a:t>担当</a:t>
                      </a:r>
                    </a:p>
                  </a:txBody>
                  <a:tcPr anchor="ctr"/>
                </a:tc>
                <a:tc>
                  <a:txBody>
                    <a:bodyPr/>
                    <a:lstStyle/>
                    <a:p>
                      <a:pPr algn="ctr"/>
                      <a:r>
                        <a:rPr lang="zh-CN" altLang="en-US" sz="1050" b="1" kern="1200" dirty="0">
                          <a:solidFill>
                            <a:schemeClr val="tx1"/>
                          </a:solidFill>
                          <a:latin typeface="+mn-lt"/>
                          <a:ea typeface="+mn-ea"/>
                          <a:cs typeface="+mn-cs"/>
                        </a:rPr>
                        <a:t>维修</a:t>
                      </a:r>
                      <a:endParaRPr lang="en-US" altLang="zh-CN" sz="1050" b="1" kern="1200" dirty="0">
                        <a:solidFill>
                          <a:schemeClr val="tx1"/>
                        </a:solidFill>
                        <a:latin typeface="+mn-lt"/>
                        <a:ea typeface="+mn-ea"/>
                        <a:cs typeface="+mn-cs"/>
                      </a:endParaRPr>
                    </a:p>
                    <a:p>
                      <a:pPr algn="ctr"/>
                      <a:r>
                        <a:rPr lang="zh-CN" altLang="en-US" sz="1050" b="1" kern="1200" dirty="0">
                          <a:solidFill>
                            <a:schemeClr val="tx1"/>
                          </a:solidFill>
                          <a:latin typeface="+mn-lt"/>
                          <a:ea typeface="+mn-ea"/>
                          <a:cs typeface="+mn-cs"/>
                        </a:rPr>
                        <a:t>下单日</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维修</a:t>
                      </a:r>
                      <a:r>
                        <a:rPr lang="en-US" altLang="zh-CN" sz="1050" b="1" kern="1200" dirty="0">
                          <a:solidFill>
                            <a:schemeClr val="tx1"/>
                          </a:solidFill>
                          <a:latin typeface="+mn-lt"/>
                          <a:ea typeface="+mn-ea"/>
                          <a:cs typeface="+mn-cs"/>
                        </a:rPr>
                        <a:t>/</a:t>
                      </a: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故障类型</a:t>
                      </a:r>
                      <a:endParaRPr lang="zh-CN" altLang="en-US" sz="1050" b="1"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维修</a:t>
                      </a:r>
                      <a:endParaRPr lang="en-US" altLang="zh-CN" sz="1050" b="1" kern="1200" dirty="0">
                        <a:solidFill>
                          <a:schemeClr val="tx1"/>
                        </a:solidFill>
                        <a:latin typeface="+mn-lt"/>
                        <a:ea typeface="+mn-ea"/>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内容</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维修费</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rgbClr val="0054A6"/>
                          </a:solidFill>
                          <a:latin typeface="+mn-lt"/>
                          <a:ea typeface="+mn-ea"/>
                          <a:cs typeface="+mn-cs"/>
                        </a:rPr>
                        <a:t>搬出日</a:t>
                      </a:r>
                    </a:p>
                  </a:txBody>
                  <a:tcPr anchor="ct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rgbClr val="0054A6"/>
                          </a:solidFill>
                          <a:latin typeface="+mn-lt"/>
                          <a:ea typeface="+mn-ea"/>
                          <a:cs typeface="+mn-cs"/>
                        </a:rPr>
                        <a:t>预计</a:t>
                      </a:r>
                      <a:endParaRPr lang="en-US" altLang="zh-CN" sz="1050" b="1" kern="1200" dirty="0">
                        <a:solidFill>
                          <a:srgbClr val="0054A6"/>
                        </a:solidFill>
                        <a:latin typeface="+mn-lt"/>
                        <a:ea typeface="+mn-ea"/>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rgbClr val="0054A6"/>
                          </a:solidFill>
                          <a:latin typeface="+mn-lt"/>
                          <a:ea typeface="+mn-ea"/>
                          <a:cs typeface="+mn-cs"/>
                        </a:rPr>
                        <a:t>搬入日</a:t>
                      </a:r>
                    </a:p>
                  </a:txBody>
                  <a:tcPr anchor="ctr"/>
                </a:tc>
                <a:tc>
                  <a:txBody>
                    <a:bodyPr/>
                    <a:lstStyle/>
                    <a:p>
                      <a:pPr algn="ctr"/>
                      <a:r>
                        <a:rPr lang="zh-CN" altLang="en-US" sz="1050" b="1" dirty="0">
                          <a:latin typeface="微软雅黑" panose="020B0503020204020204" pitchFamily="34" charset="-122"/>
                          <a:ea typeface="微软雅黑" panose="020B0503020204020204" pitchFamily="34" charset="-122"/>
                        </a:rPr>
                        <a:t>状态</a:t>
                      </a:r>
                    </a:p>
                  </a:txBody>
                  <a:tcPr anchor="ctr"/>
                </a:tc>
                <a:extLst>
                  <a:ext uri="{0D108BD9-81ED-4DB2-BD59-A6C34878D82A}">
                    <a16:rowId xmlns:a16="http://schemas.microsoft.com/office/drawing/2014/main" val="2536624127"/>
                  </a:ext>
                </a:extLst>
              </a:tr>
              <a:tr h="246221">
                <a:tc vMerge="1">
                  <a:txBody>
                    <a:bodyPr/>
                    <a:lstStyle/>
                    <a:p>
                      <a:endParaRPr lang="zh-CN" altLang="en-US" sz="1200" dirty="0">
                        <a:latin typeface="微软雅黑" panose="020B0503020204020204" pitchFamily="34" charset="-122"/>
                        <a:ea typeface="微软雅黑" panose="020B0503020204020204" pitchFamily="34" charset="-122"/>
                      </a:endParaRPr>
                    </a:p>
                  </a:txBody>
                  <a:tcPr/>
                </a:tc>
                <a:tc>
                  <a:txBody>
                    <a:bodyPr/>
                    <a:lstStyle/>
                    <a:p>
                      <a:pPr algn="ctr"/>
                      <a:r>
                        <a:rPr lang="zh-CN" altLang="en-US" sz="1050" dirty="0"/>
                        <a:t>手动</a:t>
                      </a:r>
                      <a:endParaRPr lang="zh-CN" altLang="en-US" sz="105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050" kern="1200" dirty="0">
                          <a:solidFill>
                            <a:schemeClr val="tx1"/>
                          </a:solidFill>
                          <a:latin typeface="+mn-lt"/>
                          <a:ea typeface="+mn-ea"/>
                          <a:cs typeface="+mn-cs"/>
                        </a:rPr>
                        <a:t>制作人</a:t>
                      </a:r>
                    </a:p>
                  </a:txBody>
                  <a:tcPr anchor="ctr"/>
                </a:tc>
                <a:tc gridSpan="2">
                  <a:txBody>
                    <a:bodyPr/>
                    <a:lstStyle/>
                    <a:p>
                      <a:pPr algn="ctr"/>
                      <a:r>
                        <a:rPr lang="zh-CN" altLang="en-US" sz="1050" kern="1200" dirty="0">
                          <a:solidFill>
                            <a:schemeClr val="tx1"/>
                          </a:solidFill>
                          <a:latin typeface="+mn-lt"/>
                          <a:ea typeface="+mn-ea"/>
                          <a:cs typeface="+mn-cs"/>
                        </a:rPr>
                        <a:t>选择后录入</a:t>
                      </a:r>
                    </a:p>
                  </a:txBody>
                  <a:tcPr anchor="ctr"/>
                </a:tc>
                <a:tc hMerge="1">
                  <a:txBody>
                    <a:bodyPr/>
                    <a:lstStyle/>
                    <a:p>
                      <a:pPr algn="ctr"/>
                      <a:r>
                        <a:rPr lang="zh-CN" altLang="en-US" sz="1050" kern="1200" dirty="0">
                          <a:solidFill>
                            <a:schemeClr val="tx1"/>
                          </a:solidFill>
                          <a:latin typeface="+mn-lt"/>
                          <a:ea typeface="+mn-ea"/>
                          <a:cs typeface="+mn-cs"/>
                        </a:rPr>
                        <a:t>选择后录入</a:t>
                      </a:r>
                    </a:p>
                  </a:txBody>
                  <a:tcPr/>
                </a:tc>
                <a:tc gridSpan="4">
                  <a:txBody>
                    <a:bodyPr/>
                    <a:lstStyle/>
                    <a:p>
                      <a:pPr algn="ctr"/>
                      <a:r>
                        <a:rPr lang="zh-CN" altLang="en-US" sz="1050" kern="1200" dirty="0">
                          <a:solidFill>
                            <a:schemeClr val="tx1"/>
                          </a:solidFill>
                          <a:latin typeface="+mn-lt"/>
                          <a:ea typeface="+mn-ea"/>
                          <a:cs typeface="+mn-cs"/>
                        </a:rPr>
                        <a:t>手动</a:t>
                      </a:r>
                      <a:endParaRPr lang="zh-CN" altLang="en-US" sz="1050" dirty="0">
                        <a:latin typeface="微软雅黑" panose="020B0503020204020204" pitchFamily="34" charset="-122"/>
                        <a:ea typeface="微软雅黑" panose="020B0503020204020204" pitchFamily="34" charset="-122"/>
                      </a:endParaRPr>
                    </a:p>
                  </a:txBody>
                  <a:tcPr anchor="ctr"/>
                </a:tc>
                <a:tc hMerge="1">
                  <a:txBody>
                    <a:bodyPr/>
                    <a:lstStyle/>
                    <a:p>
                      <a:pPr algn="ctr"/>
                      <a:r>
                        <a:rPr lang="zh-CN" altLang="en-US" sz="1100" kern="1200" dirty="0">
                          <a:solidFill>
                            <a:schemeClr val="tx1"/>
                          </a:solidFill>
                          <a:latin typeface="+mn-lt"/>
                          <a:ea typeface="+mn-ea"/>
                          <a:cs typeface="+mn-cs"/>
                        </a:rPr>
                        <a:t>选择后录入</a:t>
                      </a:r>
                    </a:p>
                  </a:txBody>
                  <a:tcPr/>
                </a:tc>
                <a:tc hMerge="1">
                  <a:txBody>
                    <a:bodyPr/>
                    <a:lstStyle/>
                    <a:p>
                      <a:endParaRPr lang="zh-CN" altLang="en-US" sz="1050" dirty="0"/>
                    </a:p>
                  </a:txBody>
                  <a:tcPr/>
                </a:tc>
                <a:tc hMerge="1">
                  <a:txBody>
                    <a:bodyPr/>
                    <a:lstStyle/>
                    <a:p>
                      <a:endParaRPr lang="zh-CN" altLang="en-US"/>
                    </a:p>
                  </a:txBody>
                  <a:tcPr/>
                </a:tc>
                <a:tc>
                  <a:txBody>
                    <a:bodyPr/>
                    <a:lstStyle/>
                    <a:p>
                      <a:pPr algn="ctr"/>
                      <a:r>
                        <a:rPr lang="zh-CN" altLang="en-US" sz="1050" kern="1200" dirty="0">
                          <a:solidFill>
                            <a:schemeClr val="tx1"/>
                          </a:solidFill>
                          <a:latin typeface="+mn-lt"/>
                          <a:ea typeface="+mn-ea"/>
                          <a:cs typeface="+mn-cs"/>
                        </a:rPr>
                        <a:t>维修中</a:t>
                      </a:r>
                    </a:p>
                  </a:txBody>
                  <a:tcPr anchor="ctr"/>
                </a:tc>
                <a:extLst>
                  <a:ext uri="{0D108BD9-81ED-4DB2-BD59-A6C34878D82A}">
                    <a16:rowId xmlns:a16="http://schemas.microsoft.com/office/drawing/2014/main" val="3047349946"/>
                  </a:ext>
                </a:extLst>
              </a:tr>
              <a:tr h="246221">
                <a:tc rowSpan="2">
                  <a:txBody>
                    <a:bodyPr/>
                    <a:lstStyle/>
                    <a:p>
                      <a:pPr algn="ctr"/>
                      <a:r>
                        <a:rPr lang="zh-CN" altLang="en-US" sz="1050" b="1" kern="1200" dirty="0">
                          <a:solidFill>
                            <a:schemeClr val="tx1"/>
                          </a:solidFill>
                          <a:latin typeface="+mn-lt"/>
                          <a:ea typeface="+mn-ea"/>
                          <a:cs typeface="+mn-cs"/>
                        </a:rPr>
                        <a:t>维修</a:t>
                      </a:r>
                      <a:endParaRPr lang="en-US" altLang="zh-CN" sz="1050" b="1" kern="1200" dirty="0">
                        <a:solidFill>
                          <a:schemeClr val="tx1"/>
                        </a:solidFill>
                        <a:latin typeface="+mn-lt"/>
                        <a:ea typeface="+mn-ea"/>
                        <a:cs typeface="+mn-cs"/>
                      </a:endParaRPr>
                    </a:p>
                    <a:p>
                      <a:pPr algn="ctr"/>
                      <a:r>
                        <a:rPr lang="zh-CN" altLang="en-US" sz="1050" b="1" kern="1200" dirty="0">
                          <a:solidFill>
                            <a:schemeClr val="tx1"/>
                          </a:solidFill>
                          <a:latin typeface="+mn-lt"/>
                          <a:ea typeface="+mn-ea"/>
                          <a:cs typeface="+mn-cs"/>
                        </a:rPr>
                        <a:t>完成</a:t>
                      </a:r>
                    </a:p>
                  </a:txBody>
                  <a:tcPr anchor="ctr"/>
                </a:tc>
                <a:tc gridSpan="2">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完成日期</a:t>
                      </a:r>
                    </a:p>
                  </a:txBody>
                  <a:tcPr anchor="ctr"/>
                </a:tc>
                <a:tc hMerge="1">
                  <a:txBody>
                    <a:bodyPr/>
                    <a:lstStyle/>
                    <a:p>
                      <a:pPr algn="ctr"/>
                      <a:endParaRPr lang="zh-CN" altLang="en-US" sz="1100" kern="1200" dirty="0">
                        <a:solidFill>
                          <a:schemeClr val="tx1"/>
                        </a:solidFill>
                        <a:latin typeface="+mn-lt"/>
                        <a:ea typeface="+mn-ea"/>
                        <a:cs typeface="+mn-cs"/>
                      </a:endParaRPr>
                    </a:p>
                  </a:txBody>
                  <a:tcPr/>
                </a:tc>
                <a:tc gridSpan="2">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处理担当</a:t>
                      </a:r>
                      <a:endParaRPr lang="zh-CN" altLang="en-US" dirty="0"/>
                    </a:p>
                  </a:txBody>
                  <a:tcPr anchor="ctr"/>
                </a:tc>
                <a:tc hMerge="1">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处理担当</a:t>
                      </a:r>
                      <a:endParaRPr lang="zh-CN" altLang="en-US" dirty="0"/>
                    </a:p>
                  </a:txBody>
                  <a:tcPr anchor="ctr"/>
                </a:tc>
                <a:tc gridSpan="2">
                  <a:txBody>
                    <a:bodyPr/>
                    <a:lstStyle/>
                    <a:p>
                      <a:pPr algn="ctr"/>
                      <a:r>
                        <a:rPr lang="zh-CN" altLang="en-US" sz="1050" b="1" kern="1200" dirty="0">
                          <a:solidFill>
                            <a:srgbClr val="0054A6"/>
                          </a:solidFill>
                          <a:latin typeface="微软雅黑" panose="020B0503020204020204" pitchFamily="34" charset="-122"/>
                          <a:ea typeface="微软雅黑" panose="020B0503020204020204" pitchFamily="34" charset="-122"/>
                          <a:cs typeface="+mn-cs"/>
                        </a:rPr>
                        <a:t>实绩搬入日</a:t>
                      </a:r>
                    </a:p>
                  </a:txBody>
                  <a:tcPr anchor="ctr"/>
                </a:tc>
                <a:tc hMerge="1">
                  <a:txBody>
                    <a:bodyPr/>
                    <a:lstStyle/>
                    <a:p>
                      <a:endParaRPr lang="zh-CN" altLang="en-US" sz="1050" b="1" kern="1200" dirty="0">
                        <a:solidFill>
                          <a:schemeClr val="tx1"/>
                        </a:solidFill>
                        <a:latin typeface="微软雅黑" panose="020B0503020204020204" pitchFamily="34" charset="-122"/>
                        <a:ea typeface="微软雅黑" panose="020B0503020204020204" pitchFamily="34" charset="-122"/>
                        <a:cs typeface="+mn-cs"/>
                      </a:endParaRPr>
                    </a:p>
                  </a:txBody>
                  <a:tcPr/>
                </a:tc>
                <a:tc gridSpan="2">
                  <a:txBody>
                    <a:bodyPr/>
                    <a:lstStyle/>
                    <a:p>
                      <a:pPr algn="ctr"/>
                      <a:r>
                        <a:rPr lang="en-US" altLang="zh-CN" sz="1050" b="1" kern="1200" dirty="0">
                          <a:solidFill>
                            <a:schemeClr val="tx1"/>
                          </a:solidFill>
                          <a:latin typeface="微软雅黑" panose="020B0503020204020204" pitchFamily="34" charset="-122"/>
                          <a:ea typeface="微软雅黑" panose="020B0503020204020204" pitchFamily="34" charset="-122"/>
                          <a:cs typeface="+mn-cs"/>
                        </a:rPr>
                        <a:t>-</a:t>
                      </a:r>
                      <a:endParaRPr lang="zh-CN" altLang="en-US" sz="1050" b="1" kern="1200" dirty="0">
                        <a:solidFill>
                          <a:schemeClr val="tx1"/>
                        </a:solidFill>
                        <a:latin typeface="微软雅黑" panose="020B0503020204020204" pitchFamily="34" charset="-122"/>
                        <a:ea typeface="微软雅黑" panose="020B0503020204020204" pitchFamily="34" charset="-122"/>
                        <a:cs typeface="+mn-cs"/>
                      </a:endParaRPr>
                    </a:p>
                  </a:txBody>
                  <a:tcPr anchor="ctr"/>
                </a:tc>
                <a:tc hMerge="1">
                  <a:txBody>
                    <a:bodyPr/>
                    <a:lstStyle/>
                    <a:p>
                      <a:endParaRPr lang="zh-CN" altLang="en-US"/>
                    </a:p>
                  </a:txBody>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状态</a:t>
                      </a:r>
                    </a:p>
                  </a:txBody>
                  <a:tcPr anchor="ctr"/>
                </a:tc>
                <a:extLst>
                  <a:ext uri="{0D108BD9-81ED-4DB2-BD59-A6C34878D82A}">
                    <a16:rowId xmlns:a16="http://schemas.microsoft.com/office/drawing/2014/main" val="2841381808"/>
                  </a:ext>
                </a:extLst>
              </a:tr>
              <a:tr h="267356">
                <a:tc vMerge="1">
                  <a:txBody>
                    <a:bodyPr/>
                    <a:lstStyle/>
                    <a:p>
                      <a:pPr algn="ctr"/>
                      <a:endParaRPr lang="zh-CN" altLang="en-US" sz="1100" b="1" kern="1200" dirty="0">
                        <a:solidFill>
                          <a:schemeClr val="tx1"/>
                        </a:solidFill>
                        <a:latin typeface="+mn-lt"/>
                        <a:ea typeface="+mn-ea"/>
                        <a:cs typeface="+mn-cs"/>
                      </a:endParaRPr>
                    </a:p>
                  </a:txBody>
                  <a:tcPr/>
                </a:tc>
                <a:tc gridSpan="2">
                  <a:txBody>
                    <a:bodyPr/>
                    <a:lstStyle/>
                    <a:p>
                      <a:pPr algn="ctr"/>
                      <a:r>
                        <a:rPr lang="zh-CN" altLang="en-US" sz="1050" kern="1200" dirty="0">
                          <a:solidFill>
                            <a:schemeClr val="tx1"/>
                          </a:solidFill>
                          <a:latin typeface="+mn-lt"/>
                          <a:ea typeface="+mn-ea"/>
                          <a:cs typeface="+mn-cs"/>
                        </a:rPr>
                        <a:t>手动</a:t>
                      </a:r>
                    </a:p>
                  </a:txBody>
                  <a:tcPr anchor="ctr"/>
                </a:tc>
                <a:tc hMerge="1">
                  <a:txBody>
                    <a:bodyPr/>
                    <a:lstStyle/>
                    <a:p>
                      <a:pPr algn="ctr"/>
                      <a:endParaRPr lang="zh-CN" altLang="en-US" sz="1100" kern="1200" dirty="0">
                        <a:solidFill>
                          <a:schemeClr val="tx1"/>
                        </a:solidFill>
                        <a:latin typeface="+mn-lt"/>
                        <a:ea typeface="+mn-ea"/>
                        <a:cs typeface="+mn-cs"/>
                      </a:endParaRPr>
                    </a:p>
                  </a:txBody>
                  <a:tcPr/>
                </a:tc>
                <a:tc gridSpan="2">
                  <a:txBody>
                    <a:bodyPr/>
                    <a:lstStyle/>
                    <a:p>
                      <a:pPr algn="ctr"/>
                      <a:r>
                        <a:rPr lang="zh-CN" altLang="en-US" sz="1050" kern="1200" dirty="0">
                          <a:solidFill>
                            <a:schemeClr val="tx1"/>
                          </a:solidFill>
                          <a:latin typeface="+mn-lt"/>
                          <a:ea typeface="+mn-ea"/>
                          <a:cs typeface="+mn-cs"/>
                        </a:rPr>
                        <a:t>选择后录入</a:t>
                      </a:r>
                    </a:p>
                  </a:txBody>
                  <a:tcPr anchor="ctr"/>
                </a:tc>
                <a:tc hMerge="1">
                  <a:txBody>
                    <a:bodyPr/>
                    <a:lstStyle/>
                    <a:p>
                      <a:endParaRPr lang="zh-CN" altLang="en-US" dirty="0"/>
                    </a:p>
                  </a:txBody>
                  <a:tcPr/>
                </a:tc>
                <a:tc gridSpan="4">
                  <a:txBody>
                    <a:bodyPr/>
                    <a:lstStyle/>
                    <a:p>
                      <a:pPr algn="ctr"/>
                      <a:r>
                        <a:rPr lang="en-US" altLang="zh-CN" sz="1050" kern="1200" dirty="0">
                          <a:solidFill>
                            <a:schemeClr val="tx1"/>
                          </a:solidFill>
                          <a:latin typeface="+mn-lt"/>
                          <a:ea typeface="+mn-ea"/>
                          <a:cs typeface="+mn-cs"/>
                        </a:rPr>
                        <a:t>-</a:t>
                      </a:r>
                      <a:endParaRPr lang="zh-CN" altLang="en-US" sz="1050" kern="1200" dirty="0">
                        <a:solidFill>
                          <a:schemeClr val="tx1"/>
                        </a:solidFill>
                        <a:latin typeface="+mn-lt"/>
                        <a:ea typeface="+mn-ea"/>
                        <a:cs typeface="+mn-cs"/>
                      </a:endParaRPr>
                    </a:p>
                  </a:txBody>
                  <a:tcPr anchor="ctr"/>
                </a:tc>
                <a:tc hMerge="1">
                  <a:txBody>
                    <a:bodyPr/>
                    <a:lstStyle/>
                    <a:p>
                      <a:endParaRPr lang="zh-CN" altLang="en-US" sz="1050" kern="1200" dirty="0">
                        <a:solidFill>
                          <a:schemeClr val="tx1"/>
                        </a:solidFill>
                        <a:latin typeface="+mn-lt"/>
                        <a:ea typeface="+mn-ea"/>
                        <a:cs typeface="+mn-cs"/>
                      </a:endParaRPr>
                    </a:p>
                  </a:txBody>
                  <a:tcPr anchor="ctr"/>
                </a:tc>
                <a:tc hMerge="1">
                  <a:txBody>
                    <a:bodyPr/>
                    <a:lstStyle/>
                    <a:p>
                      <a:endParaRPr lang="zh-CN" altLang="en-US" sz="1050" kern="1200" dirty="0">
                        <a:solidFill>
                          <a:schemeClr val="tx1"/>
                        </a:solidFill>
                        <a:latin typeface="+mn-lt"/>
                        <a:ea typeface="+mn-ea"/>
                        <a:cs typeface="+mn-cs"/>
                      </a:endParaRPr>
                    </a:p>
                  </a:txBody>
                  <a:tcPr anchor="ctr"/>
                </a:tc>
                <a:tc hMerge="1">
                  <a:txBody>
                    <a:bodyPr/>
                    <a:lstStyle/>
                    <a:p>
                      <a:endParaRPr lang="zh-CN" altLang="en-US"/>
                    </a:p>
                  </a:txBody>
                  <a:tcPr/>
                </a:tc>
                <a:tc>
                  <a:txBody>
                    <a:bodyPr/>
                    <a:lstStyle/>
                    <a:p>
                      <a:pPr algn="ctr"/>
                      <a:r>
                        <a:rPr lang="zh-CN" altLang="en-US" sz="1050" kern="1200" dirty="0">
                          <a:solidFill>
                            <a:schemeClr val="tx1"/>
                          </a:solidFill>
                          <a:latin typeface="+mn-lt"/>
                          <a:ea typeface="+mn-ea"/>
                          <a:cs typeface="+mn-cs"/>
                        </a:rPr>
                        <a:t>维修完成</a:t>
                      </a:r>
                    </a:p>
                  </a:txBody>
                  <a:tcPr anchor="ctr"/>
                </a:tc>
                <a:extLst>
                  <a:ext uri="{0D108BD9-81ED-4DB2-BD59-A6C34878D82A}">
                    <a16:rowId xmlns:a16="http://schemas.microsoft.com/office/drawing/2014/main" val="1095763784"/>
                  </a:ext>
                </a:extLst>
              </a:tr>
            </a:tbl>
          </a:graphicData>
        </a:graphic>
      </p:graphicFrame>
    </p:spTree>
    <p:extLst>
      <p:ext uri="{BB962C8B-B14F-4D97-AF65-F5344CB8AC3E}">
        <p14:creationId xmlns:p14="http://schemas.microsoft.com/office/powerpoint/2010/main" val="802200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0" name="表格 4">
            <a:extLst>
              <a:ext uri="{FF2B5EF4-FFF2-40B4-BE49-F238E27FC236}">
                <a16:creationId xmlns:a16="http://schemas.microsoft.com/office/drawing/2014/main" id="{3C70900F-958D-4589-852F-2BD781D004C8}"/>
              </a:ext>
            </a:extLst>
          </p:cNvPr>
          <p:cNvGraphicFramePr>
            <a:graphicFrameLocks noGrp="1"/>
          </p:cNvGraphicFramePr>
          <p:nvPr>
            <p:extLst>
              <p:ext uri="{D42A27DB-BD31-4B8C-83A1-F6EECF244321}">
                <p14:modId xmlns:p14="http://schemas.microsoft.com/office/powerpoint/2010/main" val="3187357351"/>
              </p:ext>
            </p:extLst>
          </p:nvPr>
        </p:nvGraphicFramePr>
        <p:xfrm>
          <a:off x="3025941" y="4673797"/>
          <a:ext cx="5074197" cy="792478"/>
        </p:xfrm>
        <a:graphic>
          <a:graphicData uri="http://schemas.openxmlformats.org/drawingml/2006/table">
            <a:tbl>
              <a:tblPr firstRow="1" bandRow="1">
                <a:tableStyleId>{5C22544A-7EE6-4342-B048-85BDC9FD1C3A}</a:tableStyleId>
              </a:tblPr>
              <a:tblGrid>
                <a:gridCol w="782955">
                  <a:extLst>
                    <a:ext uri="{9D8B030D-6E8A-4147-A177-3AD203B41FA5}">
                      <a16:colId xmlns:a16="http://schemas.microsoft.com/office/drawing/2014/main" val="1276748596"/>
                    </a:ext>
                  </a:extLst>
                </a:gridCol>
                <a:gridCol w="782955">
                  <a:extLst>
                    <a:ext uri="{9D8B030D-6E8A-4147-A177-3AD203B41FA5}">
                      <a16:colId xmlns:a16="http://schemas.microsoft.com/office/drawing/2014/main" val="2686577530"/>
                    </a:ext>
                  </a:extLst>
                </a:gridCol>
                <a:gridCol w="570230">
                  <a:extLst>
                    <a:ext uri="{9D8B030D-6E8A-4147-A177-3AD203B41FA5}">
                      <a16:colId xmlns:a16="http://schemas.microsoft.com/office/drawing/2014/main" val="2126939445"/>
                    </a:ext>
                  </a:extLst>
                </a:gridCol>
                <a:gridCol w="1122680">
                  <a:extLst>
                    <a:ext uri="{9D8B030D-6E8A-4147-A177-3AD203B41FA5}">
                      <a16:colId xmlns:a16="http://schemas.microsoft.com/office/drawing/2014/main" val="4169634679"/>
                    </a:ext>
                  </a:extLst>
                </a:gridCol>
                <a:gridCol w="589280">
                  <a:extLst>
                    <a:ext uri="{9D8B030D-6E8A-4147-A177-3AD203B41FA5}">
                      <a16:colId xmlns:a16="http://schemas.microsoft.com/office/drawing/2014/main" val="2016735648"/>
                    </a:ext>
                  </a:extLst>
                </a:gridCol>
                <a:gridCol w="462777">
                  <a:extLst>
                    <a:ext uri="{9D8B030D-6E8A-4147-A177-3AD203B41FA5}">
                      <a16:colId xmlns:a16="http://schemas.microsoft.com/office/drawing/2014/main" val="3097243101"/>
                    </a:ext>
                  </a:extLst>
                </a:gridCol>
                <a:gridCol w="763320">
                  <a:extLst>
                    <a:ext uri="{9D8B030D-6E8A-4147-A177-3AD203B41FA5}">
                      <a16:colId xmlns:a16="http://schemas.microsoft.com/office/drawing/2014/main" val="158985745"/>
                    </a:ext>
                  </a:extLst>
                </a:gridCol>
              </a:tblGrid>
              <a:tr h="274318">
                <a:tc rowSpan="2">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实绩</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完成时间</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gridSpan="3">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盘点结果</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hMerge="1">
                  <a:txBody>
                    <a:bodyPr/>
                    <a:lstStyle/>
                    <a:p>
                      <a:pPr algn="ctr"/>
                      <a:endParaRPr lang="zh-CN" altLang="en-US" sz="1100" b="1" dirty="0">
                        <a:solidFill>
                          <a:schemeClr val="tx1"/>
                        </a:solidFill>
                        <a:latin typeface="微软雅黑" panose="020B0503020204020204" pitchFamily="34" charset="-122"/>
                        <a:ea typeface="微软雅黑" panose="020B0503020204020204" pitchFamily="34" charset="-122"/>
                      </a:endParaRPr>
                    </a:p>
                  </a:txBody>
                  <a:tcPr/>
                </a:tc>
                <a:tc hMerge="1">
                  <a:txBody>
                    <a:bodyPr/>
                    <a:lstStyle/>
                    <a:p>
                      <a:pPr algn="ctr"/>
                      <a:endParaRPr lang="zh-CN" altLang="en-US"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en-US" altLang="zh-CN" sz="1100" b="1" dirty="0">
                          <a:solidFill>
                            <a:srgbClr val="0054A6"/>
                          </a:solidFill>
                          <a:latin typeface="微软雅黑" panose="020B0503020204020204" pitchFamily="34" charset="-122"/>
                          <a:ea typeface="微软雅黑" panose="020B0503020204020204" pitchFamily="34" charset="-122"/>
                        </a:rPr>
                        <a:t>Draft</a:t>
                      </a:r>
                    </a:p>
                  </a:txBody>
                  <a:tcPr/>
                </a:tc>
                <a:tc gridSpan="2">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盘点差异补正</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hMerge="1">
                  <a:txBody>
                    <a:bodyPr/>
                    <a:lstStyle/>
                    <a:p>
                      <a:endParaRPr lang="zh-CN" altLang="en-US"/>
                    </a:p>
                  </a:txBody>
                  <a:tcPr/>
                </a:tc>
                <a:extLst>
                  <a:ext uri="{0D108BD9-81ED-4DB2-BD59-A6C34878D82A}">
                    <a16:rowId xmlns:a16="http://schemas.microsoft.com/office/drawing/2014/main" val="3140394635"/>
                  </a:ext>
                </a:extLst>
              </a:tr>
              <a:tr h="213360">
                <a:tc vMerge="1">
                  <a:txBody>
                    <a:bodyPr/>
                    <a:lstStyle/>
                    <a:p>
                      <a:endParaRPr lang="zh-CN" altLang="en-US"/>
                    </a:p>
                  </a:txBody>
                  <a:tcPr/>
                </a:tc>
                <a:tc>
                  <a:txBody>
                    <a:bodyPr/>
                    <a:lstStyle/>
                    <a:p>
                      <a:pPr algn="ctr"/>
                      <a:r>
                        <a:rPr lang="zh-CN" altLang="en-US" sz="1100" b="1" kern="1200" dirty="0">
                          <a:solidFill>
                            <a:schemeClr val="tx1"/>
                          </a:solidFill>
                          <a:latin typeface="微软雅黑" panose="020B0503020204020204" pitchFamily="34" charset="-122"/>
                          <a:ea typeface="微软雅黑" panose="020B0503020204020204" pitchFamily="34" charset="-122"/>
                          <a:cs typeface="+mn-cs"/>
                        </a:rPr>
                        <a:t>一致与否</a:t>
                      </a:r>
                      <a:endParaRPr lang="en-US" altLang="zh-CN" sz="1100" b="1" kern="1200" dirty="0">
                        <a:solidFill>
                          <a:schemeClr val="tx1"/>
                        </a:solidFill>
                        <a:latin typeface="微软雅黑" panose="020B0503020204020204" pitchFamily="34" charset="-122"/>
                        <a:ea typeface="微软雅黑" panose="020B0503020204020204" pitchFamily="34" charset="-122"/>
                        <a:cs typeface="+mn-cs"/>
                      </a:endParaRPr>
                    </a:p>
                  </a:txBody>
                  <a:tcPr>
                    <a:solidFill>
                      <a:schemeClr val="accent1"/>
                    </a:solidFill>
                  </a:tcPr>
                </a:tc>
                <a:tc>
                  <a:txBody>
                    <a:bodyPr/>
                    <a:lstStyle/>
                    <a:p>
                      <a:pPr algn="ctr"/>
                      <a:r>
                        <a:rPr lang="zh-CN" altLang="en-US" sz="1100" b="1" kern="1200" dirty="0">
                          <a:solidFill>
                            <a:schemeClr val="tx1"/>
                          </a:solidFill>
                          <a:latin typeface="微软雅黑" panose="020B0503020204020204" pitchFamily="34" charset="-122"/>
                          <a:ea typeface="微软雅黑" panose="020B0503020204020204" pitchFamily="34" charset="-122"/>
                          <a:cs typeface="+mn-cs"/>
                        </a:rPr>
                        <a:t>盈</a:t>
                      </a:r>
                      <a:r>
                        <a:rPr lang="en-US" altLang="zh-CN" sz="1100" b="1" kern="1200" dirty="0">
                          <a:solidFill>
                            <a:schemeClr val="tx1"/>
                          </a:solidFill>
                          <a:latin typeface="微软雅黑" panose="020B0503020204020204" pitchFamily="34" charset="-122"/>
                          <a:ea typeface="微软雅黑" panose="020B0503020204020204" pitchFamily="34" charset="-122"/>
                          <a:cs typeface="+mn-cs"/>
                        </a:rPr>
                        <a:t>/</a:t>
                      </a:r>
                      <a:r>
                        <a:rPr lang="zh-CN" altLang="en-US" sz="1100" b="1" kern="1200" dirty="0">
                          <a:solidFill>
                            <a:schemeClr val="tx1"/>
                          </a:solidFill>
                          <a:latin typeface="微软雅黑" panose="020B0503020204020204" pitchFamily="34" charset="-122"/>
                          <a:ea typeface="微软雅黑" panose="020B0503020204020204" pitchFamily="34" charset="-122"/>
                          <a:cs typeface="+mn-cs"/>
                        </a:rPr>
                        <a:t>亏</a:t>
                      </a:r>
                    </a:p>
                  </a:txBody>
                  <a:tcPr>
                    <a:solidFill>
                      <a:schemeClr val="accent1"/>
                    </a:solidFill>
                  </a:tcPr>
                </a:tc>
                <a:tc>
                  <a:txBody>
                    <a:bodyPr/>
                    <a:lstStyle/>
                    <a:p>
                      <a:pPr algn="ctr"/>
                      <a:r>
                        <a:rPr lang="zh-CN" altLang="en-US" sz="1100" b="1" kern="1200" dirty="0">
                          <a:solidFill>
                            <a:schemeClr val="tx1"/>
                          </a:solidFill>
                          <a:latin typeface="微软雅黑" panose="020B0503020204020204" pitchFamily="34" charset="-122"/>
                          <a:ea typeface="微软雅黑" panose="020B0503020204020204" pitchFamily="34" charset="-122"/>
                          <a:cs typeface="+mn-cs"/>
                        </a:rPr>
                        <a:t>信息错误</a:t>
                      </a:r>
                    </a:p>
                  </a:txBody>
                  <a:tcPr>
                    <a:solidFill>
                      <a:schemeClr val="accent1"/>
                    </a:solidFill>
                  </a:tcPr>
                </a:tc>
                <a:tc>
                  <a:txBody>
                    <a:bodyPr/>
                    <a:lstStyle/>
                    <a:p>
                      <a:pPr algn="ctr"/>
                      <a:r>
                        <a:rPr lang="en-US" altLang="zh-CN" sz="1100" b="1" kern="1200" dirty="0">
                          <a:solidFill>
                            <a:srgbClr val="0054A6"/>
                          </a:solidFill>
                          <a:latin typeface="微软雅黑" panose="020B0503020204020204" pitchFamily="34" charset="-122"/>
                          <a:ea typeface="微软雅黑" panose="020B0503020204020204" pitchFamily="34" charset="-122"/>
                          <a:cs typeface="+mn-cs"/>
                        </a:rPr>
                        <a:t>NO</a:t>
                      </a:r>
                      <a:endParaRPr lang="zh-CN" altLang="en-US" sz="1100" b="1" kern="1200" dirty="0">
                        <a:solidFill>
                          <a:srgbClr val="0054A6"/>
                        </a:solidFill>
                        <a:latin typeface="微软雅黑" panose="020B0503020204020204" pitchFamily="34" charset="-122"/>
                        <a:ea typeface="微软雅黑" panose="020B0503020204020204" pitchFamily="34" charset="-122"/>
                        <a:cs typeface="+mn-cs"/>
                      </a:endParaRPr>
                    </a:p>
                  </a:txBody>
                  <a:tcPr>
                    <a:solidFill>
                      <a:schemeClr val="accent1"/>
                    </a:solidFill>
                  </a:tcPr>
                </a:tc>
                <a:tc>
                  <a:txBody>
                    <a:bodyPr/>
                    <a:lstStyle/>
                    <a:p>
                      <a:pPr algn="ctr"/>
                      <a:r>
                        <a:rPr lang="zh-CN" altLang="en-US" sz="1100" b="1" kern="1200" dirty="0">
                          <a:solidFill>
                            <a:schemeClr val="tx1"/>
                          </a:solidFill>
                          <a:latin typeface="微软雅黑" panose="020B0503020204020204" pitchFamily="34" charset="-122"/>
                          <a:ea typeface="微软雅黑" panose="020B0503020204020204" pitchFamily="34" charset="-122"/>
                          <a:cs typeface="+mn-cs"/>
                        </a:rPr>
                        <a:t>补正</a:t>
                      </a:r>
                    </a:p>
                  </a:txBody>
                  <a:tcPr>
                    <a:solidFill>
                      <a:schemeClr val="accent1"/>
                    </a:solidFill>
                  </a:tcPr>
                </a:tc>
                <a:tc>
                  <a:txBody>
                    <a:bodyPr/>
                    <a:lstStyle/>
                    <a:p>
                      <a:pPr algn="ctr"/>
                      <a:r>
                        <a:rPr lang="zh-CN" altLang="en-US" sz="1100" b="1" kern="1200" dirty="0">
                          <a:solidFill>
                            <a:schemeClr val="tx1"/>
                          </a:solidFill>
                          <a:latin typeface="微软雅黑" panose="020B0503020204020204" pitchFamily="34" charset="-122"/>
                          <a:ea typeface="微软雅黑" panose="020B0503020204020204" pitchFamily="34" charset="-122"/>
                          <a:cs typeface="+mn-cs"/>
                        </a:rPr>
                        <a:t>完成与否</a:t>
                      </a:r>
                    </a:p>
                  </a:txBody>
                  <a:tcPr>
                    <a:solidFill>
                      <a:schemeClr val="accent1"/>
                    </a:solidFill>
                  </a:tcPr>
                </a:tc>
                <a:extLst>
                  <a:ext uri="{0D108BD9-81ED-4DB2-BD59-A6C34878D82A}">
                    <a16:rowId xmlns:a16="http://schemas.microsoft.com/office/drawing/2014/main" val="3873166"/>
                  </a:ext>
                </a:extLst>
              </a:tr>
              <a:tr h="253921">
                <a:tc>
                  <a:txBody>
                    <a:bodyPr/>
                    <a:lstStyle/>
                    <a:p>
                      <a:pPr algn="ctr"/>
                      <a:r>
                        <a:rPr lang="zh-CN" altLang="en-US" sz="1100" dirty="0">
                          <a:latin typeface="微软雅黑" panose="020B0503020204020204" pitchFamily="34" charset="-122"/>
                          <a:ea typeface="微软雅黑" panose="020B0503020204020204" pitchFamily="34" charset="-122"/>
                        </a:rPr>
                        <a:t>可批量</a:t>
                      </a:r>
                    </a:p>
                  </a:txBody>
                  <a:tcPr anchor="ctr"/>
                </a:tc>
                <a:tc>
                  <a:txBody>
                    <a:bodyPr/>
                    <a:lstStyle/>
                    <a:p>
                      <a:pPr algn="ctr"/>
                      <a:r>
                        <a:rPr lang="en-US" altLang="zh-CN" sz="1100" dirty="0">
                          <a:latin typeface="微软雅黑" panose="020B0503020204020204" pitchFamily="34" charset="-122"/>
                          <a:ea typeface="微软雅黑" panose="020B0503020204020204" pitchFamily="34" charset="-122"/>
                        </a:rPr>
                        <a:t>Y/N</a:t>
                      </a:r>
                      <a:endParaRPr lang="zh-CN" altLang="en-US" sz="1100" dirty="0">
                        <a:latin typeface="微软雅黑" panose="020B0503020204020204" pitchFamily="34" charset="-122"/>
                        <a:ea typeface="微软雅黑" panose="020B0503020204020204" pitchFamily="34" charset="-122"/>
                      </a:endParaRPr>
                    </a:p>
                  </a:txBody>
                  <a:tcPr anchor="ctr"/>
                </a:tc>
                <a:tc>
                  <a:txBody>
                    <a:bodyPr/>
                    <a:lstStyle/>
                    <a:p>
                      <a:r>
                        <a:rPr lang="zh-CN" altLang="en-US" sz="1100" dirty="0">
                          <a:latin typeface="微软雅黑" panose="020B0503020204020204" pitchFamily="34" charset="-122"/>
                          <a:ea typeface="微软雅黑" panose="020B0503020204020204" pitchFamily="34" charset="-122"/>
                        </a:rPr>
                        <a:t>盈</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亏</a:t>
                      </a:r>
                    </a:p>
                  </a:txBody>
                  <a:tcPr anchor="ctr"/>
                </a:tc>
                <a:tc>
                  <a:txBody>
                    <a:bodyPr/>
                    <a:lstStyle/>
                    <a:p>
                      <a:r>
                        <a:rPr lang="zh-CN" altLang="en-US" sz="1100" dirty="0">
                          <a:latin typeface="微软雅黑" panose="020B0503020204020204" pitchFamily="34" charset="-122"/>
                          <a:ea typeface="微软雅黑" panose="020B0503020204020204" pitchFamily="34" charset="-122"/>
                        </a:rPr>
                        <a:t>使用人</a:t>
                      </a:r>
                      <a:r>
                        <a:rPr lang="en-US" altLang="zh-CN" sz="1100" dirty="0">
                          <a:latin typeface="微软雅黑" panose="020B0503020204020204" pitchFamily="34" charset="-122"/>
                          <a:ea typeface="微软雅黑" panose="020B0503020204020204" pitchFamily="34" charset="-122"/>
                        </a:rPr>
                        <a:t>/</a:t>
                      </a:r>
                      <a:r>
                        <a:rPr lang="zh-CN" altLang="en-US" sz="1100" dirty="0">
                          <a:latin typeface="微软雅黑" panose="020B0503020204020204" pitchFamily="34" charset="-122"/>
                          <a:ea typeface="微软雅黑" panose="020B0503020204020204" pitchFamily="34" charset="-122"/>
                        </a:rPr>
                        <a:t>位置等</a:t>
                      </a:r>
                    </a:p>
                  </a:txBody>
                  <a:tcPr anchor="ctr"/>
                </a:tc>
                <a:tc>
                  <a:txBody>
                    <a:bodyPr/>
                    <a:lstStyle/>
                    <a:p>
                      <a:pPr algn="ctr"/>
                      <a:endParaRPr lang="zh-CN" altLang="en-US" sz="1100" kern="1200" dirty="0">
                        <a:solidFill>
                          <a:schemeClr val="dk1"/>
                        </a:solidFill>
                        <a:latin typeface="微软雅黑" panose="020B0503020204020204" pitchFamily="34" charset="-122"/>
                        <a:ea typeface="微软雅黑" panose="020B0503020204020204" pitchFamily="34" charset="-122"/>
                        <a:cs typeface="+mn-cs"/>
                      </a:endParaRPr>
                    </a:p>
                  </a:txBody>
                  <a:tcPr anchor="ctr"/>
                </a:tc>
                <a:tc>
                  <a:txBody>
                    <a:bodyPr/>
                    <a:lstStyle/>
                    <a:p>
                      <a:pPr algn="ctr"/>
                      <a:r>
                        <a:rPr lang="zh-CN" altLang="en-US" sz="1100" kern="1200" dirty="0">
                          <a:solidFill>
                            <a:schemeClr val="dk1"/>
                          </a:solidFill>
                          <a:latin typeface="微软雅黑" panose="020B0503020204020204" pitchFamily="34" charset="-122"/>
                          <a:ea typeface="微软雅黑" panose="020B0503020204020204" pitchFamily="34" charset="-122"/>
                          <a:cs typeface="+mn-cs"/>
                        </a:rPr>
                        <a:t>联动</a:t>
                      </a:r>
                    </a:p>
                  </a:txBody>
                  <a:tcPr anchor="ctr"/>
                </a:tc>
                <a:tc>
                  <a:txBody>
                    <a:bodyPr/>
                    <a:lstStyle/>
                    <a:p>
                      <a:r>
                        <a:rPr lang="zh-CN" altLang="en-US" sz="1100" kern="1200" dirty="0">
                          <a:solidFill>
                            <a:schemeClr val="dk1"/>
                          </a:solidFill>
                          <a:latin typeface="微软雅黑" panose="020B0503020204020204" pitchFamily="34" charset="-122"/>
                          <a:ea typeface="微软雅黑" panose="020B0503020204020204" pitchFamily="34" charset="-122"/>
                          <a:cs typeface="+mn-cs"/>
                        </a:rPr>
                        <a:t>自动更新</a:t>
                      </a:r>
                    </a:p>
                  </a:txBody>
                  <a:tcPr anchor="ctr"/>
                </a:tc>
                <a:extLst>
                  <a:ext uri="{0D108BD9-81ED-4DB2-BD59-A6C34878D82A}">
                    <a16:rowId xmlns:a16="http://schemas.microsoft.com/office/drawing/2014/main" val="3485807034"/>
                  </a:ext>
                </a:extLst>
              </a:tr>
            </a:tbl>
          </a:graphicData>
        </a:graphic>
      </p:graphicFrame>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13</a:t>
            </a:fld>
            <a:endParaRPr lang="ko-KR" altLang="en-US" dirty="0">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p:txBody>
          <a:bodyPr>
            <a:noAutofit/>
          </a:bodyPr>
          <a:lstStyle/>
          <a:p>
            <a:r>
              <a:rPr lang="zh-CN" altLang="en-US" sz="1800" b="1" dirty="0">
                <a:latin typeface="微软雅黑" panose="020B0503020204020204" pitchFamily="34" charset="-122"/>
                <a:ea typeface="微软雅黑" panose="020B0503020204020204" pitchFamily="34" charset="-122"/>
              </a:rPr>
              <a:t>功能需求：管理画面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资产盘点管理</a:t>
            </a:r>
          </a:p>
        </p:txBody>
      </p:sp>
      <p:sp>
        <p:nvSpPr>
          <p:cNvPr id="14" name="Rectangle 1378">
            <a:extLst>
              <a:ext uri="{FF2B5EF4-FFF2-40B4-BE49-F238E27FC236}">
                <a16:creationId xmlns:a16="http://schemas.microsoft.com/office/drawing/2014/main" id="{45C680E8-F9D2-45BF-BEDC-7735EDC0E5BB}"/>
              </a:ext>
            </a:extLst>
          </p:cNvPr>
          <p:cNvSpPr>
            <a:spLocks noChangeArrowheads="1"/>
          </p:cNvSpPr>
          <p:nvPr/>
        </p:nvSpPr>
        <p:spPr bwMode="auto">
          <a:xfrm>
            <a:off x="964177" y="1347919"/>
            <a:ext cx="1684035" cy="2418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资产盘点计划制作；</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lvl="1" fontAlgn="base" latinLnBrk="0">
              <a:lnSpc>
                <a:spcPct val="120000"/>
              </a:lnSpc>
              <a:spcBef>
                <a:spcPct val="0"/>
              </a:spcBef>
              <a:spcAft>
                <a:spcPct val="0"/>
              </a:spcAft>
              <a:defRPr/>
            </a:pPr>
            <a:r>
              <a:rPr lang="zh-CN" altLang="en-US" sz="1200" b="1" kern="0" dirty="0">
                <a:solidFill>
                  <a:srgbClr val="000000"/>
                </a:solidFill>
                <a:latin typeface="微软雅黑" panose="020B0503020204020204" pitchFamily="34" charset="-122"/>
                <a:ea typeface="微软雅黑" panose="020B0503020204020204" pitchFamily="34" charset="-122"/>
              </a:rPr>
              <a:t>资产盘点计划汇总：不需保存数据，动态变化；</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lvl="1" fontAlgn="base" latinLnBrk="0">
              <a:lnSpc>
                <a:spcPct val="120000"/>
              </a:lnSpc>
              <a:spcBef>
                <a:spcPct val="0"/>
              </a:spcBef>
              <a:spcAft>
                <a:spcPct val="0"/>
              </a:spcAft>
              <a:defRPr/>
            </a:pPr>
            <a:r>
              <a:rPr lang="zh-CN" altLang="en-US" sz="1200" b="1" kern="0" dirty="0">
                <a:solidFill>
                  <a:srgbClr val="000000"/>
                </a:solidFill>
                <a:latin typeface="微软雅黑" panose="020B0503020204020204" pitchFamily="34" charset="-122"/>
                <a:ea typeface="微软雅黑" panose="020B0503020204020204" pitchFamily="34" charset="-122"/>
              </a:rPr>
              <a:t>查询条件同时适用于计划汇总和计划明细表；</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lvl="1" fontAlgn="base" latinLnBrk="0">
              <a:lnSpc>
                <a:spcPct val="120000"/>
              </a:lnSpc>
              <a:spcBef>
                <a:spcPct val="0"/>
              </a:spcBef>
              <a:spcAft>
                <a:spcPct val="0"/>
              </a:spcAft>
              <a:defRPr/>
            </a:pPr>
            <a:r>
              <a:rPr lang="zh-CN" altLang="en-US" sz="1200" b="1" kern="0" dirty="0">
                <a:solidFill>
                  <a:srgbClr val="0054A6"/>
                </a:solidFill>
                <a:latin typeface="微软雅黑" panose="020B0503020204020204" pitchFamily="34" charset="-122"/>
                <a:ea typeface="微软雅黑" panose="020B0503020204020204" pitchFamily="34" charset="-122"/>
              </a:rPr>
              <a:t>盘点担当</a:t>
            </a:r>
            <a:r>
              <a:rPr lang="en-US" altLang="zh-CN" sz="1200" b="1" kern="0" dirty="0">
                <a:solidFill>
                  <a:srgbClr val="0054A6"/>
                </a:solidFill>
                <a:latin typeface="微软雅黑" panose="020B0503020204020204" pitchFamily="34" charset="-122"/>
                <a:ea typeface="微软雅黑" panose="020B0503020204020204" pitchFamily="34" charset="-122"/>
              </a:rPr>
              <a:t>=</a:t>
            </a:r>
            <a:r>
              <a:rPr lang="zh-CN" altLang="en-US" sz="1200" b="1" kern="0" dirty="0">
                <a:solidFill>
                  <a:srgbClr val="0054A6"/>
                </a:solidFill>
                <a:latin typeface="微软雅黑" panose="020B0503020204020204" pitchFamily="34" charset="-122"/>
                <a:ea typeface="微软雅黑" panose="020B0503020204020204" pitchFamily="34" charset="-122"/>
              </a:rPr>
              <a:t>使用者时，自动邮件至使用人，使用人确认“一致与否”后，信息反映到“盘点结果”，无反馈时连续邮件</a:t>
            </a:r>
            <a:r>
              <a:rPr lang="en-US" altLang="zh-CN" sz="1200" b="1" kern="0" dirty="0">
                <a:solidFill>
                  <a:srgbClr val="0054A6"/>
                </a:solidFill>
                <a:latin typeface="微软雅黑" panose="020B0503020204020204" pitchFamily="34" charset="-122"/>
                <a:ea typeface="微软雅黑" panose="020B0503020204020204" pitchFamily="34" charset="-122"/>
              </a:rPr>
              <a:t>3</a:t>
            </a:r>
            <a:r>
              <a:rPr lang="zh-CN" altLang="en-US" sz="1200" b="1" kern="0" dirty="0">
                <a:solidFill>
                  <a:srgbClr val="0054A6"/>
                </a:solidFill>
                <a:latin typeface="微软雅黑" panose="020B0503020204020204" pitchFamily="34" charset="-122"/>
                <a:ea typeface="微软雅黑" panose="020B0503020204020204" pitchFamily="34" charset="-122"/>
              </a:rPr>
              <a:t>天</a:t>
            </a:r>
            <a:r>
              <a:rPr lang="en-US" altLang="zh-CN" sz="1200" b="1" kern="0" dirty="0">
                <a:solidFill>
                  <a:srgbClr val="0054A6"/>
                </a:solidFill>
                <a:latin typeface="微软雅黑" panose="020B0503020204020204" pitchFamily="34" charset="-122"/>
                <a:ea typeface="微软雅黑" panose="020B0503020204020204" pitchFamily="34" charset="-122"/>
              </a:rPr>
              <a:t>/3</a:t>
            </a:r>
            <a:r>
              <a:rPr lang="zh-CN" altLang="en-US" sz="1200" b="1" kern="0" dirty="0">
                <a:solidFill>
                  <a:srgbClr val="0054A6"/>
                </a:solidFill>
                <a:latin typeface="微软雅黑" panose="020B0503020204020204" pitchFamily="34" charset="-122"/>
                <a:ea typeface="微软雅黑" panose="020B0503020204020204" pitchFamily="34" charset="-122"/>
              </a:rPr>
              <a:t>次；</a:t>
            </a:r>
            <a:endParaRPr lang="en-US" altLang="zh-CN" sz="1200" b="1" kern="0" dirty="0">
              <a:solidFill>
                <a:srgbClr val="0054A6"/>
              </a:solidFill>
              <a:latin typeface="微软雅黑" panose="020B0503020204020204" pitchFamily="34" charset="-122"/>
              <a:ea typeface="微软雅黑" panose="020B0503020204020204" pitchFamily="34" charset="-122"/>
            </a:endParaRPr>
          </a:p>
        </p:txBody>
      </p:sp>
      <p:sp>
        <p:nvSpPr>
          <p:cNvPr id="15" name="Rectangle 1379">
            <a:extLst>
              <a:ext uri="{FF2B5EF4-FFF2-40B4-BE49-F238E27FC236}">
                <a16:creationId xmlns:a16="http://schemas.microsoft.com/office/drawing/2014/main" id="{EB07AF95-7FEC-43FC-9DB1-D06E8CFB91BA}"/>
              </a:ext>
            </a:extLst>
          </p:cNvPr>
          <p:cNvSpPr>
            <a:spLocks noChangeArrowheads="1"/>
          </p:cNvSpPr>
          <p:nvPr/>
        </p:nvSpPr>
        <p:spPr bwMode="auto">
          <a:xfrm>
            <a:off x="964178" y="916119"/>
            <a:ext cx="1628373"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6" name="Line 1380">
            <a:extLst>
              <a:ext uri="{FF2B5EF4-FFF2-40B4-BE49-F238E27FC236}">
                <a16:creationId xmlns:a16="http://schemas.microsoft.com/office/drawing/2014/main" id="{AFA700C6-00A1-408A-BA6F-AF9395450554}"/>
              </a:ext>
            </a:extLst>
          </p:cNvPr>
          <p:cNvSpPr>
            <a:spLocks noChangeShapeType="1"/>
          </p:cNvSpPr>
          <p:nvPr/>
        </p:nvSpPr>
        <p:spPr bwMode="auto">
          <a:xfrm>
            <a:off x="964177" y="1216157"/>
            <a:ext cx="1684035"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8" name="Rectangle 1383">
            <a:extLst>
              <a:ext uri="{FF2B5EF4-FFF2-40B4-BE49-F238E27FC236}">
                <a16:creationId xmlns:a16="http://schemas.microsoft.com/office/drawing/2014/main" id="{324C9F06-D3EE-4B3B-A90E-E6C19C98CBE9}"/>
              </a:ext>
            </a:extLst>
          </p:cNvPr>
          <p:cNvSpPr>
            <a:spLocks noChangeArrowheads="1"/>
          </p:cNvSpPr>
          <p:nvPr/>
        </p:nvSpPr>
        <p:spPr bwMode="auto">
          <a:xfrm>
            <a:off x="3021792" y="916118"/>
            <a:ext cx="6725897"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r>
              <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&amp;</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其他</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Line 1384">
            <a:extLst>
              <a:ext uri="{FF2B5EF4-FFF2-40B4-BE49-F238E27FC236}">
                <a16:creationId xmlns:a16="http://schemas.microsoft.com/office/drawing/2014/main" id="{6DE06FD9-0ACD-4E39-BCDB-17C61399B303}"/>
              </a:ext>
            </a:extLst>
          </p:cNvPr>
          <p:cNvSpPr>
            <a:spLocks noChangeShapeType="1"/>
          </p:cNvSpPr>
          <p:nvPr/>
        </p:nvSpPr>
        <p:spPr bwMode="auto">
          <a:xfrm>
            <a:off x="2974957" y="1216157"/>
            <a:ext cx="6778323"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AutoShape 1385">
            <a:extLst>
              <a:ext uri="{FF2B5EF4-FFF2-40B4-BE49-F238E27FC236}">
                <a16:creationId xmlns:a16="http://schemas.microsoft.com/office/drawing/2014/main" id="{67681FC0-C9F7-4B24-966F-6715E2E2BF3B}"/>
              </a:ext>
            </a:extLst>
          </p:cNvPr>
          <p:cNvSpPr>
            <a:spLocks noChangeArrowheads="1"/>
          </p:cNvSpPr>
          <p:nvPr/>
        </p:nvSpPr>
        <p:spPr bwMode="auto">
          <a:xfrm rot="16200000" flipH="1">
            <a:off x="279094" y="3714232"/>
            <a:ext cx="5038928" cy="147381"/>
          </a:xfrm>
          <a:prstGeom prst="triangle">
            <a:avLst>
              <a:gd name="adj" fmla="val 50000"/>
            </a:avLst>
          </a:prstGeom>
          <a:solidFill>
            <a:srgbClr val="90909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nvGrpSpPr>
          <p:cNvPr id="26" name="Group 14">
            <a:extLst>
              <a:ext uri="{FF2B5EF4-FFF2-40B4-BE49-F238E27FC236}">
                <a16:creationId xmlns:a16="http://schemas.microsoft.com/office/drawing/2014/main" id="{FEBEB67E-6BD2-4F1D-A6F7-E474AA9D2D0F}"/>
              </a:ext>
            </a:extLst>
          </p:cNvPr>
          <p:cNvGrpSpPr>
            <a:grpSpLocks/>
          </p:cNvGrpSpPr>
          <p:nvPr/>
        </p:nvGrpSpPr>
        <p:grpSpPr bwMode="auto">
          <a:xfrm>
            <a:off x="124109" y="1319310"/>
            <a:ext cx="785757" cy="788988"/>
            <a:chOff x="2400" y="1968"/>
            <a:chExt cx="1152" cy="576"/>
          </a:xfrm>
        </p:grpSpPr>
        <p:sp>
          <p:nvSpPr>
            <p:cNvPr id="27" name="Freeform 15">
              <a:extLst>
                <a:ext uri="{FF2B5EF4-FFF2-40B4-BE49-F238E27FC236}">
                  <a16:creationId xmlns:a16="http://schemas.microsoft.com/office/drawing/2014/main" id="{099D18EC-F1DF-41C1-A595-F24C6BB9CA70}"/>
                </a:ext>
              </a:extLst>
            </p:cNvPr>
            <p:cNvSpPr>
              <a:spLocks/>
            </p:cNvSpPr>
            <p:nvPr>
              <p:custDataLst>
                <p:tags r:id="rId15"/>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Rectangle 16">
              <a:extLst>
                <a:ext uri="{FF2B5EF4-FFF2-40B4-BE49-F238E27FC236}">
                  <a16:creationId xmlns:a16="http://schemas.microsoft.com/office/drawing/2014/main" id="{D8BCDABA-1FD3-4ED5-AB53-86C617A210F7}"/>
                </a:ext>
              </a:extLst>
            </p:cNvPr>
            <p:cNvSpPr>
              <a:spLocks noChangeArrowheads="1"/>
            </p:cNvSpPr>
            <p:nvPr>
              <p:custDataLst>
                <p:tags r:id="rId16"/>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盘点计划</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grpSp>
      <p:grpSp>
        <p:nvGrpSpPr>
          <p:cNvPr id="29" name="Group 14">
            <a:extLst>
              <a:ext uri="{FF2B5EF4-FFF2-40B4-BE49-F238E27FC236}">
                <a16:creationId xmlns:a16="http://schemas.microsoft.com/office/drawing/2014/main" id="{917E17DD-C5E2-44C4-A9C0-5C44C96BAA9D}"/>
              </a:ext>
            </a:extLst>
          </p:cNvPr>
          <p:cNvGrpSpPr>
            <a:grpSpLocks/>
          </p:cNvGrpSpPr>
          <p:nvPr/>
        </p:nvGrpSpPr>
        <p:grpSpPr bwMode="auto">
          <a:xfrm>
            <a:off x="124109" y="4673797"/>
            <a:ext cx="785757" cy="788988"/>
            <a:chOff x="2400" y="1968"/>
            <a:chExt cx="1152" cy="576"/>
          </a:xfrm>
        </p:grpSpPr>
        <p:sp>
          <p:nvSpPr>
            <p:cNvPr id="30" name="Freeform 15">
              <a:extLst>
                <a:ext uri="{FF2B5EF4-FFF2-40B4-BE49-F238E27FC236}">
                  <a16:creationId xmlns:a16="http://schemas.microsoft.com/office/drawing/2014/main" id="{F425A4A9-D207-4433-A39B-42D6AD3F9F6D}"/>
                </a:ext>
              </a:extLst>
            </p:cNvPr>
            <p:cNvSpPr>
              <a:spLocks/>
            </p:cNvSpPr>
            <p:nvPr>
              <p:custDataLst>
                <p:tags r:id="rId13"/>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1" name="Rectangle 16">
              <a:extLst>
                <a:ext uri="{FF2B5EF4-FFF2-40B4-BE49-F238E27FC236}">
                  <a16:creationId xmlns:a16="http://schemas.microsoft.com/office/drawing/2014/main" id="{36199550-94ED-4268-87F5-49EEA21F1963}"/>
                </a:ext>
              </a:extLst>
            </p:cNvPr>
            <p:cNvSpPr>
              <a:spLocks noChangeArrowheads="1"/>
            </p:cNvSpPr>
            <p:nvPr>
              <p:custDataLst>
                <p:tags r:id="rId14"/>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盘点</a:t>
              </a:r>
              <a:r>
                <a:rPr lang="zh-CN" altLang="en-US" sz="1200" b="1" kern="0" dirty="0">
                  <a:solidFill>
                    <a:srgbClr val="000000"/>
                  </a:solidFill>
                  <a:latin typeface="微软雅黑" panose="020B0503020204020204" pitchFamily="34" charset="-122"/>
                  <a:ea typeface="微软雅黑" panose="020B0503020204020204" pitchFamily="34" charset="-122"/>
                </a:rPr>
                <a:t>实绩</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差异补正</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24" name="组合 23">
            <a:extLst>
              <a:ext uri="{FF2B5EF4-FFF2-40B4-BE49-F238E27FC236}">
                <a16:creationId xmlns:a16="http://schemas.microsoft.com/office/drawing/2014/main" id="{CCE72862-C14F-4D44-8956-30DD2F7CED8B}"/>
              </a:ext>
            </a:extLst>
          </p:cNvPr>
          <p:cNvGrpSpPr/>
          <p:nvPr/>
        </p:nvGrpSpPr>
        <p:grpSpPr>
          <a:xfrm>
            <a:off x="4270446" y="365452"/>
            <a:ext cx="280762" cy="304800"/>
            <a:chOff x="3967381" y="4013200"/>
            <a:chExt cx="280762" cy="304800"/>
          </a:xfrm>
        </p:grpSpPr>
        <p:grpSp>
          <p:nvGrpSpPr>
            <p:cNvPr id="25" name="Group 679">
              <a:extLst>
                <a:ext uri="{FF2B5EF4-FFF2-40B4-BE49-F238E27FC236}">
                  <a16:creationId xmlns:a16="http://schemas.microsoft.com/office/drawing/2014/main" id="{B6A01064-87A1-46A7-958B-969214F4631A}"/>
                </a:ext>
              </a:extLst>
            </p:cNvPr>
            <p:cNvGrpSpPr>
              <a:grpSpLocks/>
            </p:cNvGrpSpPr>
            <p:nvPr/>
          </p:nvGrpSpPr>
          <p:grpSpPr bwMode="auto">
            <a:xfrm>
              <a:off x="4035177" y="4013200"/>
              <a:ext cx="212966" cy="304800"/>
              <a:chOff x="1466" y="506"/>
              <a:chExt cx="174" cy="200"/>
            </a:xfrm>
          </p:grpSpPr>
          <p:sp>
            <p:nvSpPr>
              <p:cNvPr id="33" name="Arc 680">
                <a:extLst>
                  <a:ext uri="{FF2B5EF4-FFF2-40B4-BE49-F238E27FC236}">
                    <a16:creationId xmlns:a16="http://schemas.microsoft.com/office/drawing/2014/main" id="{A6AC274D-C349-4F7D-862A-D532A789D4FC}"/>
                  </a:ext>
                </a:extLst>
              </p:cNvPr>
              <p:cNvSpPr>
                <a:spLocks/>
              </p:cNvSpPr>
              <p:nvPr/>
            </p:nvSpPr>
            <p:spPr bwMode="blackWhite">
              <a:xfrm>
                <a:off x="1466" y="506"/>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34" name="Arc 681">
                <a:extLst>
                  <a:ext uri="{FF2B5EF4-FFF2-40B4-BE49-F238E27FC236}">
                    <a16:creationId xmlns:a16="http://schemas.microsoft.com/office/drawing/2014/main" id="{82B53E3A-0B67-4746-8462-A0BD93253465}"/>
                  </a:ext>
                </a:extLst>
              </p:cNvPr>
              <p:cNvSpPr>
                <a:spLocks/>
              </p:cNvSpPr>
              <p:nvPr/>
            </p:nvSpPr>
            <p:spPr bwMode="blackWhite">
              <a:xfrm flipV="1">
                <a:off x="1466" y="600"/>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2" name="Rectangle 682">
              <a:extLst>
                <a:ext uri="{FF2B5EF4-FFF2-40B4-BE49-F238E27FC236}">
                  <a16:creationId xmlns:a16="http://schemas.microsoft.com/office/drawing/2014/main" id="{71CF2EE6-7E6B-49CD-B602-960EC3E37C1C}"/>
                </a:ext>
              </a:extLst>
            </p:cNvPr>
            <p:cNvSpPr>
              <a:spLocks noChangeArrowheads="1"/>
            </p:cNvSpPr>
            <p:nvPr/>
          </p:nvSpPr>
          <p:spPr bwMode="invGray">
            <a:xfrm>
              <a:off x="3967381" y="4079875"/>
              <a:ext cx="24425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11</a:t>
              </a:r>
              <a:endParaRPr lang="ko-KR" altLang="ko-KR" sz="1400" i="1" dirty="0">
                <a:latin typeface="Arial Black" panose="020B0A04020102020204" pitchFamily="34" charset="0"/>
              </a:endParaRPr>
            </a:p>
          </p:txBody>
        </p:sp>
      </p:grpSp>
      <p:graphicFrame>
        <p:nvGraphicFramePr>
          <p:cNvPr id="23" name="表格 4">
            <a:extLst>
              <a:ext uri="{FF2B5EF4-FFF2-40B4-BE49-F238E27FC236}">
                <a16:creationId xmlns:a16="http://schemas.microsoft.com/office/drawing/2014/main" id="{6E1B56DF-36D4-4739-A1D5-47762137AEAD}"/>
              </a:ext>
            </a:extLst>
          </p:cNvPr>
          <p:cNvGraphicFramePr>
            <a:graphicFrameLocks noGrp="1"/>
          </p:cNvGraphicFramePr>
          <p:nvPr>
            <p:extLst>
              <p:ext uri="{D42A27DB-BD31-4B8C-83A1-F6EECF244321}">
                <p14:modId xmlns:p14="http://schemas.microsoft.com/office/powerpoint/2010/main" val="735477476"/>
              </p:ext>
            </p:extLst>
          </p:nvPr>
        </p:nvGraphicFramePr>
        <p:xfrm>
          <a:off x="2977535" y="2513228"/>
          <a:ext cx="6725919" cy="853440"/>
        </p:xfrm>
        <a:graphic>
          <a:graphicData uri="http://schemas.openxmlformats.org/drawingml/2006/table">
            <a:tbl>
              <a:tblPr firstRow="1" bandRow="1">
                <a:tableStyleId>{5C22544A-7EE6-4342-B048-85BDC9FD1C3A}</a:tableStyleId>
              </a:tblPr>
              <a:tblGrid>
                <a:gridCol w="503555">
                  <a:extLst>
                    <a:ext uri="{9D8B030D-6E8A-4147-A177-3AD203B41FA5}">
                      <a16:colId xmlns:a16="http://schemas.microsoft.com/office/drawing/2014/main" val="1276748596"/>
                    </a:ext>
                  </a:extLst>
                </a:gridCol>
                <a:gridCol w="435292">
                  <a:extLst>
                    <a:ext uri="{9D8B030D-6E8A-4147-A177-3AD203B41FA5}">
                      <a16:colId xmlns:a16="http://schemas.microsoft.com/office/drawing/2014/main" val="2091756336"/>
                    </a:ext>
                  </a:extLst>
                </a:gridCol>
                <a:gridCol w="503555">
                  <a:extLst>
                    <a:ext uri="{9D8B030D-6E8A-4147-A177-3AD203B41FA5}">
                      <a16:colId xmlns:a16="http://schemas.microsoft.com/office/drawing/2014/main" val="2586744981"/>
                    </a:ext>
                  </a:extLst>
                </a:gridCol>
                <a:gridCol w="503555">
                  <a:extLst>
                    <a:ext uri="{9D8B030D-6E8A-4147-A177-3AD203B41FA5}">
                      <a16:colId xmlns:a16="http://schemas.microsoft.com/office/drawing/2014/main" val="2686577530"/>
                    </a:ext>
                  </a:extLst>
                </a:gridCol>
                <a:gridCol w="643255">
                  <a:extLst>
                    <a:ext uri="{9D8B030D-6E8A-4147-A177-3AD203B41FA5}">
                      <a16:colId xmlns:a16="http://schemas.microsoft.com/office/drawing/2014/main" val="2741948536"/>
                    </a:ext>
                  </a:extLst>
                </a:gridCol>
                <a:gridCol w="643255">
                  <a:extLst>
                    <a:ext uri="{9D8B030D-6E8A-4147-A177-3AD203B41FA5}">
                      <a16:colId xmlns:a16="http://schemas.microsoft.com/office/drawing/2014/main" val="2126939445"/>
                    </a:ext>
                  </a:extLst>
                </a:gridCol>
                <a:gridCol w="503555">
                  <a:extLst>
                    <a:ext uri="{9D8B030D-6E8A-4147-A177-3AD203B41FA5}">
                      <a16:colId xmlns:a16="http://schemas.microsoft.com/office/drawing/2014/main" val="4169634679"/>
                    </a:ext>
                  </a:extLst>
                </a:gridCol>
                <a:gridCol w="922655">
                  <a:extLst>
                    <a:ext uri="{9D8B030D-6E8A-4147-A177-3AD203B41FA5}">
                      <a16:colId xmlns:a16="http://schemas.microsoft.com/office/drawing/2014/main" val="2895324872"/>
                    </a:ext>
                  </a:extLst>
                </a:gridCol>
                <a:gridCol w="2067242">
                  <a:extLst>
                    <a:ext uri="{9D8B030D-6E8A-4147-A177-3AD203B41FA5}">
                      <a16:colId xmlns:a16="http://schemas.microsoft.com/office/drawing/2014/main" val="1211306950"/>
                    </a:ext>
                  </a:extLst>
                </a:gridCol>
              </a:tblGrid>
              <a:tr h="297743">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选定</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en-US" altLang="zh-CN" sz="1100" b="1" dirty="0">
                          <a:solidFill>
                            <a:schemeClr val="tx1"/>
                          </a:solidFill>
                          <a:latin typeface="微软雅黑" panose="020B0503020204020204" pitchFamily="34" charset="-122"/>
                          <a:ea typeface="微软雅黑" panose="020B0503020204020204" pitchFamily="34" charset="-122"/>
                        </a:rPr>
                        <a:t>Box</a:t>
                      </a:r>
                    </a:p>
                  </a:txBody>
                  <a:tcPr/>
                </a:tc>
                <a:tc>
                  <a:txBody>
                    <a:bodyPr/>
                    <a:lstStyle/>
                    <a:p>
                      <a:pPr algn="ctr"/>
                      <a:r>
                        <a:rPr lang="en-US" altLang="zh-CN" sz="1100" b="1" dirty="0">
                          <a:solidFill>
                            <a:schemeClr val="tx1"/>
                          </a:solidFill>
                          <a:latin typeface="微软雅黑" panose="020B0503020204020204" pitchFamily="34" charset="-122"/>
                          <a:ea typeface="微软雅黑" panose="020B0503020204020204" pitchFamily="34" charset="-122"/>
                        </a:rPr>
                        <a:t>No</a:t>
                      </a: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盘点</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年度</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rgbClr val="0054A6"/>
                          </a:solidFill>
                          <a:latin typeface="微软雅黑" panose="020B0503020204020204" pitchFamily="34" charset="-122"/>
                          <a:ea typeface="微软雅黑" panose="020B0503020204020204" pitchFamily="34" charset="-122"/>
                        </a:rPr>
                        <a:t>盘点</a:t>
                      </a:r>
                      <a:endParaRPr lang="en-US" altLang="zh-CN" sz="1100" b="1" dirty="0">
                        <a:solidFill>
                          <a:srgbClr val="0054A6"/>
                        </a:solidFill>
                        <a:latin typeface="微软雅黑" panose="020B0503020204020204" pitchFamily="34" charset="-122"/>
                        <a:ea typeface="微软雅黑" panose="020B0503020204020204" pitchFamily="34" charset="-122"/>
                      </a:endParaRPr>
                    </a:p>
                    <a:p>
                      <a:pPr algn="ctr"/>
                      <a:r>
                        <a:rPr lang="zh-CN" altLang="en-US" sz="1100" b="1" dirty="0">
                          <a:solidFill>
                            <a:srgbClr val="0054A6"/>
                          </a:solidFill>
                          <a:latin typeface="微软雅黑" panose="020B0503020204020204" pitchFamily="34" charset="-122"/>
                          <a:ea typeface="微软雅黑" panose="020B0503020204020204" pitchFamily="34" charset="-122"/>
                        </a:rPr>
                        <a:t>批次</a:t>
                      </a:r>
                      <a:endParaRPr lang="en-US" altLang="zh-CN" sz="1100" b="1" dirty="0">
                        <a:solidFill>
                          <a:srgbClr val="0054A6"/>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计划开</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始时间</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计划完</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成时间</a:t>
                      </a: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盘点</a:t>
                      </a:r>
                      <a:endParaRPr lang="en-US" altLang="zh-CN" sz="1100" b="1" dirty="0">
                        <a:solidFill>
                          <a:schemeClr val="tx1"/>
                        </a:solidFill>
                        <a:latin typeface="微软雅黑" panose="020B0503020204020204" pitchFamily="34" charset="-122"/>
                        <a:ea typeface="微软雅黑" panose="020B0503020204020204" pitchFamily="34" charset="-122"/>
                      </a:endParaRPr>
                    </a:p>
                    <a:p>
                      <a:pPr algn="ctr"/>
                      <a:r>
                        <a:rPr lang="zh-CN" altLang="en-US" sz="1100" b="1" dirty="0">
                          <a:solidFill>
                            <a:schemeClr val="tx1"/>
                          </a:solidFill>
                          <a:latin typeface="微软雅黑" panose="020B0503020204020204" pitchFamily="34" charset="-122"/>
                          <a:ea typeface="微软雅黑" panose="020B0503020204020204" pitchFamily="34" charset="-122"/>
                        </a:rPr>
                        <a:t>担当</a:t>
                      </a:r>
                    </a:p>
                  </a:txBody>
                  <a:tcPr/>
                </a:tc>
                <a:tc>
                  <a:txBody>
                    <a:bodyPr/>
                    <a:lstStyle/>
                    <a:p>
                      <a:pPr algn="ctr"/>
                      <a:r>
                        <a:rPr lang="zh-CN" altLang="en-US" sz="1100" b="1" u="none" dirty="0">
                          <a:solidFill>
                            <a:schemeClr val="tx1"/>
                          </a:solidFill>
                          <a:latin typeface="微软雅黑" panose="020B0503020204020204" pitchFamily="34" charset="-122"/>
                          <a:ea typeface="微软雅黑" panose="020B0503020204020204" pitchFamily="34" charset="-122"/>
                        </a:rPr>
                        <a:t>选定</a:t>
                      </a:r>
                      <a:endParaRPr lang="en-US" altLang="zh-CN" sz="1100" b="1" u="none" dirty="0">
                        <a:solidFill>
                          <a:schemeClr val="tx1"/>
                        </a:solidFill>
                        <a:latin typeface="微软雅黑" panose="020B0503020204020204" pitchFamily="34" charset="-122"/>
                        <a:ea typeface="微软雅黑" panose="020B0503020204020204" pitchFamily="34" charset="-122"/>
                      </a:endParaRPr>
                    </a:p>
                    <a:p>
                      <a:pPr algn="ctr"/>
                      <a:r>
                        <a:rPr lang="zh-CN" altLang="en-US" sz="1100" b="1" u="none" dirty="0">
                          <a:solidFill>
                            <a:schemeClr val="tx1"/>
                          </a:solidFill>
                          <a:latin typeface="微软雅黑" panose="020B0503020204020204" pitchFamily="34" charset="-122"/>
                          <a:ea typeface="微软雅黑" panose="020B0503020204020204" pitchFamily="34" charset="-122"/>
                        </a:rPr>
                        <a:t>盘点对象</a:t>
                      </a:r>
                    </a:p>
                  </a:txBody>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资产号</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类型</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状态</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法人</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部门</a:t>
                      </a:r>
                      <a:r>
                        <a:rPr lang="en-US" altLang="zh-CN" sz="1100" b="1" dirty="0">
                          <a:solidFill>
                            <a:schemeClr val="tx1"/>
                          </a:solidFill>
                          <a:latin typeface="微软雅黑" panose="020B0503020204020204" pitchFamily="34" charset="-122"/>
                          <a:ea typeface="微软雅黑" panose="020B0503020204020204" pitchFamily="34" charset="-122"/>
                        </a:rPr>
                        <a:t>/</a:t>
                      </a:r>
                    </a:p>
                    <a:p>
                      <a:pPr algn="ctr"/>
                      <a:r>
                        <a:rPr lang="zh-CN" altLang="en-US" sz="1100" b="1" dirty="0">
                          <a:solidFill>
                            <a:schemeClr val="tx1"/>
                          </a:solidFill>
                          <a:latin typeface="微软雅黑" panose="020B0503020204020204" pitchFamily="34" charset="-122"/>
                          <a:ea typeface="微软雅黑" panose="020B0503020204020204" pitchFamily="34" charset="-122"/>
                        </a:rPr>
                        <a:t>使用人</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购买日期</a:t>
                      </a:r>
                      <a:r>
                        <a:rPr lang="en-US" altLang="zh-CN" sz="1100" b="1" dirty="0">
                          <a:solidFill>
                            <a:schemeClr val="tx1"/>
                          </a:solidFill>
                          <a:latin typeface="微软雅黑" panose="020B0503020204020204" pitchFamily="34" charset="-122"/>
                          <a:ea typeface="微软雅黑" panose="020B0503020204020204" pitchFamily="34" charset="-122"/>
                        </a:rPr>
                        <a:t>/</a:t>
                      </a:r>
                      <a:r>
                        <a:rPr lang="zh-CN" altLang="en-US" sz="1100" b="1" dirty="0">
                          <a:solidFill>
                            <a:schemeClr val="tx1"/>
                          </a:solidFill>
                          <a:latin typeface="微软雅黑" panose="020B0503020204020204" pitchFamily="34" charset="-122"/>
                          <a:ea typeface="微软雅黑" panose="020B0503020204020204" pitchFamily="34" charset="-122"/>
                        </a:rPr>
                        <a:t>位置</a:t>
                      </a:r>
                    </a:p>
                  </a:txBody>
                  <a:tcPr/>
                </a:tc>
                <a:extLst>
                  <a:ext uri="{0D108BD9-81ED-4DB2-BD59-A6C34878D82A}">
                    <a16:rowId xmlns:a16="http://schemas.microsoft.com/office/drawing/2014/main" val="3140394635"/>
                  </a:ext>
                </a:extLst>
              </a:tr>
              <a:tr h="253921">
                <a:tc>
                  <a:txBody>
                    <a:bodyPr/>
                    <a:lstStyle/>
                    <a:p>
                      <a:pPr algn="ctr"/>
                      <a:endParaRPr lang="zh-CN" altLang="en-US" sz="11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100" dirty="0">
                          <a:latin typeface="微软雅黑" panose="020B0503020204020204" pitchFamily="34" charset="-122"/>
                          <a:ea typeface="微软雅黑" panose="020B0503020204020204" pitchFamily="34" charset="-122"/>
                        </a:rPr>
                        <a:t>自</a:t>
                      </a:r>
                      <a:endParaRPr lang="en-US" altLang="zh-CN" sz="1100" dirty="0">
                        <a:latin typeface="微软雅黑" panose="020B0503020204020204" pitchFamily="34" charset="-122"/>
                        <a:ea typeface="微软雅黑" panose="020B0503020204020204" pitchFamily="34" charset="-122"/>
                      </a:endParaRPr>
                    </a:p>
                    <a:p>
                      <a:pPr algn="ctr"/>
                      <a:r>
                        <a:rPr lang="zh-CN" altLang="en-US" sz="1100" dirty="0">
                          <a:latin typeface="微软雅黑" panose="020B0503020204020204" pitchFamily="34" charset="-122"/>
                          <a:ea typeface="微软雅黑" panose="020B0503020204020204" pitchFamily="34" charset="-122"/>
                        </a:rPr>
                        <a:t>动</a:t>
                      </a:r>
                    </a:p>
                  </a:txBody>
                  <a:tcPr anchor="ctr"/>
                </a:tc>
                <a:tc gridSpan="5">
                  <a:txBody>
                    <a:bodyPr/>
                    <a:lstStyle/>
                    <a:p>
                      <a:pPr algn="ctr"/>
                      <a:r>
                        <a:rPr lang="zh-CN" altLang="en-US" sz="1100" dirty="0">
                          <a:latin typeface="微软雅黑" panose="020B0503020204020204" pitchFamily="34" charset="-122"/>
                          <a:ea typeface="微软雅黑" panose="020B0503020204020204" pitchFamily="34" charset="-122"/>
                        </a:rPr>
                        <a:t>可批量指定</a:t>
                      </a:r>
                    </a:p>
                  </a:txBody>
                  <a:tcPr anchor="ctr"/>
                </a:tc>
                <a:tc hMerge="1">
                  <a:txBody>
                    <a:bodyPr/>
                    <a:lstStyle/>
                    <a:p>
                      <a:pPr algn="ctr"/>
                      <a:r>
                        <a:rPr lang="zh-CN" altLang="en-US" sz="1100" dirty="0">
                          <a:latin typeface="微软雅黑" panose="020B0503020204020204" pitchFamily="34" charset="-122"/>
                          <a:ea typeface="微软雅黑" panose="020B0503020204020204" pitchFamily="34" charset="-122"/>
                        </a:rPr>
                        <a:t>可批量指定</a:t>
                      </a:r>
                    </a:p>
                  </a:txBody>
                  <a:tcPr anchor="ctr"/>
                </a:tc>
                <a:tc hMerge="1">
                  <a:txBody>
                    <a:bodyPr/>
                    <a:lstStyle/>
                    <a:p>
                      <a:endParaRPr lang="zh-CN" altLang="en-US"/>
                    </a:p>
                  </a:txBody>
                  <a:tcPr/>
                </a:tc>
                <a:tc hMerge="1">
                  <a:txBody>
                    <a:bodyPr/>
                    <a:lstStyle/>
                    <a:p>
                      <a:endParaRPr lang="zh-CN" altLang="en-US" sz="1100" dirty="0">
                        <a:latin typeface="微软雅黑" panose="020B0503020204020204" pitchFamily="34" charset="-122"/>
                        <a:ea typeface="微软雅黑" panose="020B0503020204020204" pitchFamily="34" charset="-122"/>
                      </a:endParaRPr>
                    </a:p>
                  </a:txBody>
                  <a:tcPr/>
                </a:tc>
                <a:tc hMerge="1">
                  <a:txBody>
                    <a:bodyPr/>
                    <a:lstStyle/>
                    <a:p>
                      <a:endParaRPr lang="zh-CN" altLang="en-US" sz="1100" dirty="0">
                        <a:latin typeface="微软雅黑" panose="020B0503020204020204" pitchFamily="34" charset="-122"/>
                        <a:ea typeface="微软雅黑" panose="020B0503020204020204" pitchFamily="34" charset="-122"/>
                      </a:endParaRPr>
                    </a:p>
                  </a:txBody>
                  <a:tcPr/>
                </a:tc>
                <a:tc>
                  <a:txBody>
                    <a:bodyPr/>
                    <a:lstStyle/>
                    <a:p>
                      <a:pPr algn="ctr"/>
                      <a:r>
                        <a:rPr lang="zh-CN" altLang="en-US" sz="1100" dirty="0">
                          <a:latin typeface="微软雅黑" panose="020B0503020204020204" pitchFamily="34" charset="-122"/>
                          <a:ea typeface="微软雅黑" panose="020B0503020204020204" pitchFamily="34" charset="-122"/>
                        </a:rPr>
                        <a:t>弹窗：可全</a:t>
                      </a:r>
                      <a:endParaRPr lang="en-US" altLang="zh-CN" sz="1100" dirty="0">
                        <a:latin typeface="微软雅黑" panose="020B0503020204020204" pitchFamily="34" charset="-122"/>
                        <a:ea typeface="微软雅黑" panose="020B0503020204020204" pitchFamily="34" charset="-122"/>
                      </a:endParaRPr>
                    </a:p>
                    <a:p>
                      <a:pPr algn="ctr"/>
                      <a:r>
                        <a:rPr lang="zh-CN" altLang="en-US" sz="1100" dirty="0">
                          <a:latin typeface="微软雅黑" panose="020B0503020204020204" pitchFamily="34" charset="-122"/>
                          <a:ea typeface="微软雅黑" panose="020B0503020204020204" pitchFamily="34" charset="-122"/>
                        </a:rPr>
                        <a:t>选或单多选</a:t>
                      </a:r>
                      <a:endParaRPr lang="en-US" altLang="zh-CN" sz="11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1100" dirty="0">
                          <a:latin typeface="微软雅黑" panose="020B0503020204020204" pitchFamily="34" charset="-122"/>
                          <a:ea typeface="微软雅黑" panose="020B0503020204020204" pitchFamily="34" charset="-122"/>
                        </a:rPr>
                        <a:t>弹窗：物料信息表，可筛选</a:t>
                      </a:r>
                      <a:endParaRPr lang="en-US" altLang="zh-CN" sz="1100" dirty="0">
                        <a:latin typeface="微软雅黑" panose="020B0503020204020204" pitchFamily="34" charset="-122"/>
                        <a:ea typeface="微软雅黑" panose="020B0503020204020204" pitchFamily="34" charset="-122"/>
                      </a:endParaRPr>
                    </a:p>
                    <a:p>
                      <a:pPr algn="ctr"/>
                      <a:r>
                        <a:rPr lang="zh-CN" altLang="en-US" sz="1100" dirty="0">
                          <a:latin typeface="微软雅黑" panose="020B0503020204020204" pitchFamily="34" charset="-122"/>
                          <a:ea typeface="微软雅黑" panose="020B0503020204020204" pitchFamily="34" charset="-122"/>
                        </a:rPr>
                        <a:t>查询选定后显示信息在计划表</a:t>
                      </a:r>
                    </a:p>
                  </a:txBody>
                  <a:tcPr anchor="ctr"/>
                </a:tc>
                <a:extLst>
                  <a:ext uri="{0D108BD9-81ED-4DB2-BD59-A6C34878D82A}">
                    <a16:rowId xmlns:a16="http://schemas.microsoft.com/office/drawing/2014/main" val="3485807034"/>
                  </a:ext>
                </a:extLst>
              </a:tr>
            </a:tbl>
          </a:graphicData>
        </a:graphic>
      </p:graphicFrame>
      <p:sp>
        <p:nvSpPr>
          <p:cNvPr id="36" name="Rectangle 1378">
            <a:extLst>
              <a:ext uri="{FF2B5EF4-FFF2-40B4-BE49-F238E27FC236}">
                <a16:creationId xmlns:a16="http://schemas.microsoft.com/office/drawing/2014/main" id="{63A42E24-BE53-4901-8547-FCC0431624B6}"/>
              </a:ext>
            </a:extLst>
          </p:cNvPr>
          <p:cNvSpPr>
            <a:spLocks noChangeArrowheads="1"/>
          </p:cNvSpPr>
          <p:nvPr/>
        </p:nvSpPr>
        <p:spPr bwMode="auto">
          <a:xfrm>
            <a:off x="2986202" y="3385451"/>
            <a:ext cx="6761487" cy="120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0000"/>
                </a:solidFill>
                <a:latin typeface="微软雅黑" panose="020B0503020204020204" pitchFamily="34" charset="-122"/>
                <a:ea typeface="微软雅黑" panose="020B0503020204020204" pitchFamily="34" charset="-122"/>
              </a:rPr>
              <a:t>查询条件：法人、盘点年度、</a:t>
            </a:r>
            <a:r>
              <a:rPr lang="zh-CN" altLang="en-US" sz="1100" kern="0" dirty="0">
                <a:solidFill>
                  <a:srgbClr val="0054A6"/>
                </a:solidFill>
                <a:latin typeface="微软雅黑" panose="020B0503020204020204" pitchFamily="34" charset="-122"/>
                <a:ea typeface="微软雅黑" panose="020B0503020204020204" pitchFamily="34" charset="-122"/>
              </a:rPr>
              <a:t>盘点批次</a:t>
            </a:r>
            <a:r>
              <a:rPr lang="zh-CN" altLang="en-US" sz="1100" kern="0" dirty="0">
                <a:solidFill>
                  <a:srgbClr val="000000"/>
                </a:solidFill>
                <a:latin typeface="微软雅黑" panose="020B0503020204020204" pitchFamily="34" charset="-122"/>
                <a:ea typeface="微软雅黑" panose="020B0503020204020204" pitchFamily="34" charset="-122"/>
              </a:rPr>
              <a:t>、盘点担当、物料类型、存放位置</a:t>
            </a:r>
            <a:r>
              <a:rPr lang="en-US" altLang="zh-CN" sz="1100" kern="0" dirty="0">
                <a:solidFill>
                  <a:srgbClr val="000000"/>
                </a:solidFill>
                <a:latin typeface="微软雅黑" panose="020B0503020204020204" pitchFamily="34" charset="-122"/>
                <a:ea typeface="微软雅黑" panose="020B0503020204020204" pitchFamily="34" charset="-122"/>
              </a:rPr>
              <a:t>;</a:t>
            </a: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0000"/>
                </a:solidFill>
                <a:latin typeface="微软雅黑" panose="020B0503020204020204" pitchFamily="34" charset="-122"/>
                <a:ea typeface="微软雅黑" panose="020B0503020204020204" pitchFamily="34" charset="-122"/>
              </a:rPr>
              <a:t>选定</a:t>
            </a:r>
            <a:r>
              <a:rPr lang="en-US" altLang="zh-CN" sz="1100" kern="0" dirty="0">
                <a:solidFill>
                  <a:srgbClr val="000000"/>
                </a:solidFill>
                <a:latin typeface="微软雅黑" panose="020B0503020204020204" pitchFamily="34" charset="-122"/>
                <a:ea typeface="微软雅黑" panose="020B0503020204020204" pitchFamily="34" charset="-122"/>
              </a:rPr>
              <a:t>Box</a:t>
            </a:r>
            <a:r>
              <a:rPr lang="zh-CN" altLang="en-US" sz="1100" kern="0" dirty="0">
                <a:solidFill>
                  <a:srgbClr val="000000"/>
                </a:solidFill>
                <a:latin typeface="微软雅黑" panose="020B0503020204020204" pitchFamily="34" charset="-122"/>
                <a:ea typeface="微软雅黑" panose="020B0503020204020204" pitchFamily="34" charset="-122"/>
              </a:rPr>
              <a:t>：全选或单个选择功能；</a:t>
            </a:r>
            <a:endParaRPr lang="en-US" altLang="zh-CN" sz="1100"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0000"/>
                </a:solidFill>
                <a:latin typeface="微软雅黑" panose="020B0503020204020204" pitchFamily="34" charset="-122"/>
                <a:ea typeface="微软雅黑" panose="020B0503020204020204" pitchFamily="34" charset="-122"/>
              </a:rPr>
              <a:t>盘点担当：可指定为</a:t>
            </a:r>
            <a:r>
              <a:rPr lang="en-US" altLang="zh-CN" sz="1100" kern="0" dirty="0">
                <a:solidFill>
                  <a:srgbClr val="000000"/>
                </a:solidFill>
                <a:latin typeface="微软雅黑" panose="020B0503020204020204" pitchFamily="34" charset="-122"/>
                <a:ea typeface="微软雅黑" panose="020B0503020204020204" pitchFamily="34" charset="-122"/>
              </a:rPr>
              <a:t>”</a:t>
            </a:r>
            <a:r>
              <a:rPr lang="zh-CN" altLang="en-US" sz="1100" kern="0" dirty="0">
                <a:solidFill>
                  <a:srgbClr val="000000"/>
                </a:solidFill>
                <a:latin typeface="微软雅黑" panose="020B0503020204020204" pitchFamily="34" charset="-122"/>
                <a:ea typeface="微软雅黑" panose="020B0503020204020204" pitchFamily="34" charset="-122"/>
              </a:rPr>
              <a:t>具体人员</a:t>
            </a:r>
            <a:r>
              <a:rPr lang="en-US" altLang="zh-CN" sz="1100" kern="0" dirty="0">
                <a:solidFill>
                  <a:srgbClr val="000000"/>
                </a:solidFill>
                <a:latin typeface="微软雅黑" panose="020B0503020204020204" pitchFamily="34" charset="-122"/>
                <a:ea typeface="微软雅黑" panose="020B0503020204020204" pitchFamily="34" charset="-122"/>
              </a:rPr>
              <a:t>”</a:t>
            </a:r>
            <a:r>
              <a:rPr lang="zh-CN" altLang="en-US" sz="1100" kern="0" dirty="0">
                <a:solidFill>
                  <a:srgbClr val="000000"/>
                </a:solidFill>
                <a:latin typeface="微软雅黑" panose="020B0503020204020204" pitchFamily="34" charset="-122"/>
                <a:ea typeface="微软雅黑" panose="020B0503020204020204" pitchFamily="34" charset="-122"/>
              </a:rPr>
              <a:t>或</a:t>
            </a:r>
            <a:r>
              <a:rPr lang="en-US" altLang="zh-CN" sz="1100" kern="0" dirty="0">
                <a:solidFill>
                  <a:srgbClr val="000000"/>
                </a:solidFill>
                <a:latin typeface="微软雅黑" panose="020B0503020204020204" pitchFamily="34" charset="-122"/>
                <a:ea typeface="微软雅黑" panose="020B0503020204020204" pitchFamily="34" charset="-122"/>
              </a:rPr>
              <a:t>”</a:t>
            </a:r>
            <a:r>
              <a:rPr lang="zh-CN" altLang="en-US" sz="1100" kern="0" dirty="0">
                <a:solidFill>
                  <a:srgbClr val="000000"/>
                </a:solidFill>
                <a:latin typeface="微软雅黑" panose="020B0503020204020204" pitchFamily="34" charset="-122"/>
                <a:ea typeface="微软雅黑" panose="020B0503020204020204" pitchFamily="34" charset="-122"/>
              </a:rPr>
              <a:t>使用者”，为“使用者”时，自动更新为</a:t>
            </a:r>
            <a:r>
              <a:rPr lang="en-US" altLang="zh-CN" sz="1100" kern="0" dirty="0">
                <a:solidFill>
                  <a:srgbClr val="000000"/>
                </a:solidFill>
                <a:latin typeface="微软雅黑" panose="020B0503020204020204" pitchFamily="34" charset="-122"/>
                <a:ea typeface="微软雅黑" panose="020B0503020204020204" pitchFamily="34" charset="-122"/>
              </a:rPr>
              <a:t>”</a:t>
            </a:r>
            <a:r>
              <a:rPr lang="zh-CN" altLang="en-US" sz="1100" kern="0" dirty="0">
                <a:solidFill>
                  <a:srgbClr val="000000"/>
                </a:solidFill>
                <a:latin typeface="微软雅黑" panose="020B0503020204020204" pitchFamily="34" charset="-122"/>
                <a:ea typeface="微软雅黑" panose="020B0503020204020204" pitchFamily="34" charset="-122"/>
              </a:rPr>
              <a:t>使用人”；</a:t>
            </a:r>
            <a:endParaRPr lang="en-US" altLang="zh-CN" sz="1100"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en-US" altLang="zh-CN" sz="1100" kern="0" dirty="0">
                <a:solidFill>
                  <a:srgbClr val="0054A6"/>
                </a:solidFill>
                <a:latin typeface="微软雅黑" panose="020B0503020204020204" pitchFamily="34" charset="-122"/>
                <a:ea typeface="微软雅黑" panose="020B0503020204020204" pitchFamily="34" charset="-122"/>
              </a:rPr>
              <a:t>Export/Import:</a:t>
            </a:r>
            <a:r>
              <a:rPr lang="zh-CN" altLang="en-US" sz="1100" kern="0" dirty="0">
                <a:solidFill>
                  <a:srgbClr val="0054A6"/>
                </a:solidFill>
                <a:latin typeface="微软雅黑" panose="020B0503020204020204" pitchFamily="34" charset="-122"/>
                <a:ea typeface="微软雅黑" panose="020B0503020204020204" pitchFamily="34" charset="-122"/>
              </a:rPr>
              <a:t>选定盘点对象后，可通过</a:t>
            </a:r>
            <a:r>
              <a:rPr lang="en-US" altLang="zh-CN" sz="1100" kern="0" dirty="0">
                <a:solidFill>
                  <a:srgbClr val="0054A6"/>
                </a:solidFill>
                <a:latin typeface="微软雅黑" panose="020B0503020204020204" pitchFamily="34" charset="-122"/>
                <a:ea typeface="微软雅黑" panose="020B0503020204020204" pitchFamily="34" charset="-122"/>
              </a:rPr>
              <a:t>export</a:t>
            </a:r>
            <a:r>
              <a:rPr lang="zh-CN" altLang="en-US" sz="1100" kern="0" dirty="0">
                <a:solidFill>
                  <a:srgbClr val="0054A6"/>
                </a:solidFill>
                <a:latin typeface="微软雅黑" panose="020B0503020204020204" pitchFamily="34" charset="-122"/>
                <a:ea typeface="微软雅黑" panose="020B0503020204020204" pitchFamily="34" charset="-122"/>
              </a:rPr>
              <a:t>下载对象清单，线下填写相关盘点计划</a:t>
            </a:r>
            <a:r>
              <a:rPr lang="en-US" altLang="zh-CN" sz="1100" kern="0" dirty="0">
                <a:solidFill>
                  <a:srgbClr val="0054A6"/>
                </a:solidFill>
                <a:latin typeface="微软雅黑" panose="020B0503020204020204" pitchFamily="34" charset="-122"/>
                <a:ea typeface="微软雅黑" panose="020B0503020204020204" pitchFamily="34" charset="-122"/>
              </a:rPr>
              <a:t>/</a:t>
            </a:r>
            <a:r>
              <a:rPr lang="zh-CN" altLang="en-US" sz="1100" kern="0" dirty="0">
                <a:solidFill>
                  <a:srgbClr val="0054A6"/>
                </a:solidFill>
                <a:latin typeface="微软雅黑" panose="020B0503020204020204" pitchFamily="34" charset="-122"/>
                <a:ea typeface="微软雅黑" panose="020B0503020204020204" pitchFamily="34" charset="-122"/>
              </a:rPr>
              <a:t>担当等信息后，再通过</a:t>
            </a:r>
            <a:r>
              <a:rPr lang="en-US" altLang="zh-CN" sz="1100" kern="0" dirty="0">
                <a:solidFill>
                  <a:srgbClr val="0054A6"/>
                </a:solidFill>
                <a:latin typeface="微软雅黑" panose="020B0503020204020204" pitchFamily="34" charset="-122"/>
                <a:ea typeface="微软雅黑" panose="020B0503020204020204" pitchFamily="34" charset="-122"/>
              </a:rPr>
              <a:t>Import</a:t>
            </a:r>
            <a:r>
              <a:rPr lang="zh-CN" altLang="en-US" sz="1100" kern="0" dirty="0">
                <a:solidFill>
                  <a:srgbClr val="0054A6"/>
                </a:solidFill>
                <a:latin typeface="微软雅黑" panose="020B0503020204020204" pitchFamily="34" charset="-122"/>
                <a:ea typeface="微软雅黑" panose="020B0503020204020204" pitchFamily="34" charset="-122"/>
              </a:rPr>
              <a:t>上传至系统；</a:t>
            </a:r>
            <a:endParaRPr lang="en-US" altLang="zh-CN" sz="1100" kern="0" dirty="0">
              <a:solidFill>
                <a:srgbClr val="0054A6"/>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kern="0" dirty="0">
                <a:solidFill>
                  <a:srgbClr val="0054A6"/>
                </a:solidFill>
                <a:latin typeface="微软雅黑" panose="020B0503020204020204" pitchFamily="34" charset="-122"/>
                <a:ea typeface="微软雅黑" panose="020B0503020204020204" pitchFamily="34" charset="-122"/>
              </a:rPr>
              <a:t>确定计划：计划制作完成后，通过此功能确定计划，同时自动发送邮件至“盘点担当”；</a:t>
            </a:r>
            <a:endParaRPr lang="en-US" altLang="zh-CN" sz="1100" kern="0" dirty="0">
              <a:solidFill>
                <a:srgbClr val="0054A6"/>
              </a:solidFill>
              <a:latin typeface="微软雅黑" panose="020B0503020204020204" pitchFamily="34" charset="-122"/>
              <a:ea typeface="微软雅黑" panose="020B0503020204020204" pitchFamily="34" charset="-122"/>
            </a:endParaRPr>
          </a:p>
        </p:txBody>
      </p:sp>
      <p:sp>
        <p:nvSpPr>
          <p:cNvPr id="55" name="Rectangle 1378">
            <a:extLst>
              <a:ext uri="{FF2B5EF4-FFF2-40B4-BE49-F238E27FC236}">
                <a16:creationId xmlns:a16="http://schemas.microsoft.com/office/drawing/2014/main" id="{AFF4E5DD-A7AA-4993-A704-3111D26DD89B}"/>
              </a:ext>
            </a:extLst>
          </p:cNvPr>
          <p:cNvSpPr>
            <a:spLocks noChangeArrowheads="1"/>
          </p:cNvSpPr>
          <p:nvPr/>
        </p:nvSpPr>
        <p:spPr bwMode="auto">
          <a:xfrm>
            <a:off x="1060100" y="4673797"/>
            <a:ext cx="1684035" cy="107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盘点实绩登录；</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盘点差异补正：盘盈盘亏补正、信息补正；</a:t>
            </a:r>
            <a:endParaRPr lang="en-US" altLang="zh-CN" sz="12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盘亏后物料状态：盘亏；</a:t>
            </a:r>
            <a:endParaRPr lang="en-US" altLang="zh-CN" sz="1200" b="1" kern="0" dirty="0">
              <a:solidFill>
                <a:srgbClr val="000000"/>
              </a:solidFill>
              <a:latin typeface="微软雅黑" panose="020B0503020204020204" pitchFamily="34" charset="-122"/>
              <a:ea typeface="微软雅黑" panose="020B0503020204020204" pitchFamily="34" charset="-122"/>
            </a:endParaRPr>
          </a:p>
        </p:txBody>
      </p:sp>
      <p:graphicFrame>
        <p:nvGraphicFramePr>
          <p:cNvPr id="57" name="表格 4">
            <a:extLst>
              <a:ext uri="{FF2B5EF4-FFF2-40B4-BE49-F238E27FC236}">
                <a16:creationId xmlns:a16="http://schemas.microsoft.com/office/drawing/2014/main" id="{BDDAAC48-E6E6-4FD8-8563-6CF45ACF783D}"/>
              </a:ext>
            </a:extLst>
          </p:cNvPr>
          <p:cNvGraphicFramePr>
            <a:graphicFrameLocks noGrp="1"/>
          </p:cNvGraphicFramePr>
          <p:nvPr>
            <p:extLst>
              <p:ext uri="{D42A27DB-BD31-4B8C-83A1-F6EECF244321}">
                <p14:modId xmlns:p14="http://schemas.microsoft.com/office/powerpoint/2010/main" val="3443943556"/>
              </p:ext>
            </p:extLst>
          </p:nvPr>
        </p:nvGraphicFramePr>
        <p:xfrm>
          <a:off x="3021792" y="1289159"/>
          <a:ext cx="5982026" cy="702697"/>
        </p:xfrm>
        <a:graphic>
          <a:graphicData uri="http://schemas.openxmlformats.org/drawingml/2006/table">
            <a:tbl>
              <a:tblPr firstRow="1" bandRow="1">
                <a:tableStyleId>{5C22544A-7EE6-4342-B048-85BDC9FD1C3A}</a:tableStyleId>
              </a:tblPr>
              <a:tblGrid>
                <a:gridCol w="485364">
                  <a:extLst>
                    <a:ext uri="{9D8B030D-6E8A-4147-A177-3AD203B41FA5}">
                      <a16:colId xmlns:a16="http://schemas.microsoft.com/office/drawing/2014/main" val="1826553969"/>
                    </a:ext>
                  </a:extLst>
                </a:gridCol>
                <a:gridCol w="782955">
                  <a:extLst>
                    <a:ext uri="{9D8B030D-6E8A-4147-A177-3AD203B41FA5}">
                      <a16:colId xmlns:a16="http://schemas.microsoft.com/office/drawing/2014/main" val="1276748596"/>
                    </a:ext>
                  </a:extLst>
                </a:gridCol>
                <a:gridCol w="782955">
                  <a:extLst>
                    <a:ext uri="{9D8B030D-6E8A-4147-A177-3AD203B41FA5}">
                      <a16:colId xmlns:a16="http://schemas.microsoft.com/office/drawing/2014/main" val="3893160253"/>
                    </a:ext>
                  </a:extLst>
                </a:gridCol>
                <a:gridCol w="782955">
                  <a:extLst>
                    <a:ext uri="{9D8B030D-6E8A-4147-A177-3AD203B41FA5}">
                      <a16:colId xmlns:a16="http://schemas.microsoft.com/office/drawing/2014/main" val="2091756336"/>
                    </a:ext>
                  </a:extLst>
                </a:gridCol>
                <a:gridCol w="790893">
                  <a:extLst>
                    <a:ext uri="{9D8B030D-6E8A-4147-A177-3AD203B41FA5}">
                      <a16:colId xmlns:a16="http://schemas.microsoft.com/office/drawing/2014/main" val="2586744981"/>
                    </a:ext>
                  </a:extLst>
                </a:gridCol>
                <a:gridCol w="782955">
                  <a:extLst>
                    <a:ext uri="{9D8B030D-6E8A-4147-A177-3AD203B41FA5}">
                      <a16:colId xmlns:a16="http://schemas.microsoft.com/office/drawing/2014/main" val="843924886"/>
                    </a:ext>
                  </a:extLst>
                </a:gridCol>
                <a:gridCol w="771842">
                  <a:extLst>
                    <a:ext uri="{9D8B030D-6E8A-4147-A177-3AD203B41FA5}">
                      <a16:colId xmlns:a16="http://schemas.microsoft.com/office/drawing/2014/main" val="2997702162"/>
                    </a:ext>
                  </a:extLst>
                </a:gridCol>
                <a:gridCol w="802107">
                  <a:extLst>
                    <a:ext uri="{9D8B030D-6E8A-4147-A177-3AD203B41FA5}">
                      <a16:colId xmlns:a16="http://schemas.microsoft.com/office/drawing/2014/main" val="4014637082"/>
                    </a:ext>
                  </a:extLst>
                </a:gridCol>
              </a:tblGrid>
              <a:tr h="274968">
                <a:tc gridSpan="8">
                  <a:txBody>
                    <a:bodyPr/>
                    <a:lstStyle/>
                    <a:p>
                      <a:pPr algn="l"/>
                      <a:r>
                        <a:rPr lang="zh-CN" altLang="en-US" sz="1200" b="1" dirty="0">
                          <a:solidFill>
                            <a:schemeClr val="tx1"/>
                          </a:solidFill>
                          <a:latin typeface="微软雅黑" panose="020B0503020204020204" pitchFamily="34" charset="-122"/>
                          <a:ea typeface="微软雅黑" panose="020B0503020204020204" pitchFamily="34" charset="-122"/>
                        </a:rPr>
                        <a:t>盘点年度别盘点计划汇总</a:t>
                      </a:r>
                      <a:endParaRPr lang="en-US" altLang="zh-CN" sz="1200" b="1" dirty="0">
                        <a:solidFill>
                          <a:schemeClr val="tx1"/>
                        </a:solidFill>
                        <a:latin typeface="微软雅黑" panose="020B0503020204020204" pitchFamily="34" charset="-122"/>
                        <a:ea typeface="微软雅黑" panose="020B0503020204020204" pitchFamily="34" charset="-122"/>
                      </a:endParaRPr>
                    </a:p>
                  </a:txBody>
                  <a:tcPr>
                    <a:solidFill>
                      <a:schemeClr val="bg1"/>
                    </a:solidFill>
                  </a:tcPr>
                </a:tc>
                <a:tc hMerge="1">
                  <a:txBody>
                    <a:bodyPr/>
                    <a:lstStyle/>
                    <a:p>
                      <a:pPr algn="l"/>
                      <a:r>
                        <a:rPr lang="zh-CN" altLang="en-US" sz="1200" b="1" dirty="0">
                          <a:solidFill>
                            <a:schemeClr val="tx1"/>
                          </a:solidFill>
                          <a:latin typeface="微软雅黑" panose="020B0503020204020204" pitchFamily="34" charset="-122"/>
                          <a:ea typeface="微软雅黑" panose="020B0503020204020204" pitchFamily="34" charset="-122"/>
                        </a:rPr>
                        <a:t>盘点年度别盘点计划汇总</a:t>
                      </a:r>
                      <a:endParaRPr lang="en-US" altLang="zh-CN" sz="1200" b="1" dirty="0">
                        <a:solidFill>
                          <a:schemeClr val="tx1"/>
                        </a:solidFill>
                        <a:latin typeface="微软雅黑" panose="020B0503020204020204" pitchFamily="34" charset="-122"/>
                        <a:ea typeface="微软雅黑" panose="020B0503020204020204" pitchFamily="34" charset="-122"/>
                      </a:endParaRPr>
                    </a:p>
                  </a:txBody>
                  <a:tcPr>
                    <a:solidFill>
                      <a:schemeClr val="bg1"/>
                    </a:solidFill>
                  </a:tcPr>
                </a:tc>
                <a:tc hMerge="1">
                  <a:txBody>
                    <a:bodyPr/>
                    <a:lstStyle/>
                    <a:p>
                      <a:endParaRPr lang="zh-CN" altLang="en-US"/>
                    </a:p>
                  </a:txBody>
                  <a:tcPr/>
                </a:tc>
                <a:tc hMerge="1">
                  <a:txBody>
                    <a:bodyPr/>
                    <a:lstStyle/>
                    <a:p>
                      <a:pPr algn="ct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hMerge="1">
                  <a:txBody>
                    <a:bodyPr/>
                    <a:lstStyle/>
                    <a:p>
                      <a:pPr algn="ct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tc hMerge="1">
                  <a:txBody>
                    <a:bodyPr/>
                    <a:lstStyle/>
                    <a:p>
                      <a:pPr algn="ctr"/>
                      <a:endParaRPr lang="zh-CN" altLang="en-US" dirty="0"/>
                    </a:p>
                  </a:txBody>
                  <a:tcPr/>
                </a:tc>
                <a:tc hMerge="1">
                  <a:txBody>
                    <a:bodyPr/>
                    <a:lstStyle/>
                    <a:p>
                      <a:pPr algn="ctr"/>
                      <a:endParaRPr lang="zh-CN" altLang="en-US" dirty="0"/>
                    </a:p>
                  </a:txBody>
                  <a:tcPr/>
                </a:tc>
                <a:tc hMerge="1">
                  <a:txBody>
                    <a:bodyPr/>
                    <a:lstStyle/>
                    <a:p>
                      <a:pPr algn="ctr"/>
                      <a:endParaRPr lang="en-US" altLang="zh-CN" sz="1100" b="1" dirty="0">
                        <a:solidFill>
                          <a:schemeClr val="tx1"/>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140394635"/>
                  </a:ext>
                </a:extLst>
              </a:tr>
              <a:tr h="427729">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法人</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nchor="ctr">
                    <a:solidFill>
                      <a:schemeClr val="accent1"/>
                    </a:solidFill>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盘点年度</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nchor="ctr">
                    <a:solidFill>
                      <a:schemeClr val="accent1"/>
                    </a:solidFill>
                  </a:tcPr>
                </a:tc>
                <a:tc>
                  <a:txBody>
                    <a:bodyPr/>
                    <a:lstStyle/>
                    <a:p>
                      <a:pPr algn="ctr"/>
                      <a:r>
                        <a:rPr lang="zh-CN" altLang="en-US" sz="1100" b="1" dirty="0">
                          <a:solidFill>
                            <a:srgbClr val="0054A6"/>
                          </a:solidFill>
                          <a:latin typeface="微软雅黑" panose="020B0503020204020204" pitchFamily="34" charset="-122"/>
                          <a:ea typeface="微软雅黑" panose="020B0503020204020204" pitchFamily="34" charset="-122"/>
                        </a:rPr>
                        <a:t>盘点批次</a:t>
                      </a:r>
                      <a:endParaRPr lang="en-US" altLang="zh-CN" sz="1100" b="1" dirty="0">
                        <a:solidFill>
                          <a:srgbClr val="0054A6"/>
                        </a:solidFill>
                        <a:latin typeface="微软雅黑" panose="020B0503020204020204" pitchFamily="34" charset="-122"/>
                        <a:ea typeface="微软雅黑" panose="020B0503020204020204" pitchFamily="34" charset="-122"/>
                      </a:endParaRPr>
                    </a:p>
                  </a:txBody>
                  <a:tcPr anchor="ctr">
                    <a:solidFill>
                      <a:schemeClr val="accent1"/>
                    </a:solidFill>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盘点担当</a:t>
                      </a:r>
                      <a:endParaRPr lang="en-US" altLang="zh-CN" sz="1100" b="1" dirty="0">
                        <a:solidFill>
                          <a:schemeClr val="tx1"/>
                        </a:solidFill>
                        <a:latin typeface="微软雅黑" panose="020B0503020204020204" pitchFamily="34" charset="-122"/>
                        <a:ea typeface="微软雅黑" panose="020B0503020204020204" pitchFamily="34" charset="-122"/>
                      </a:endParaRPr>
                    </a:p>
                  </a:txBody>
                  <a:tcPr anchor="ctr">
                    <a:solidFill>
                      <a:schemeClr val="accent1"/>
                    </a:solidFill>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物料类型</a:t>
                      </a:r>
                      <a:endParaRPr lang="zh-CN" altLang="en-US" dirty="0"/>
                    </a:p>
                  </a:txBody>
                  <a:tcPr anchor="ctr">
                    <a:solidFill>
                      <a:schemeClr val="accent1"/>
                    </a:solidFill>
                  </a:tcPr>
                </a:tc>
                <a:tc>
                  <a:txBody>
                    <a:bodyPr/>
                    <a:lstStyle/>
                    <a:p>
                      <a:pPr algn="ctr"/>
                      <a:r>
                        <a:rPr lang="zh-CN" altLang="en-US" sz="1100" b="1" dirty="0">
                          <a:solidFill>
                            <a:schemeClr val="tx1"/>
                          </a:solidFill>
                          <a:latin typeface="微软雅黑" panose="020B0503020204020204" pitchFamily="34" charset="-122"/>
                          <a:ea typeface="微软雅黑" panose="020B0503020204020204" pitchFamily="34" charset="-122"/>
                        </a:rPr>
                        <a:t>存放位置</a:t>
                      </a:r>
                    </a:p>
                  </a:txBody>
                  <a:tcPr anchor="ctr">
                    <a:solidFill>
                      <a:schemeClr val="accent1"/>
                    </a:solidFill>
                  </a:tcPr>
                </a:tc>
                <a:tc>
                  <a:txBody>
                    <a:bodyPr/>
                    <a:lstStyle/>
                    <a:p>
                      <a:pPr algn="ctr"/>
                      <a:r>
                        <a:rPr lang="zh-CN" altLang="en-US" sz="1100" b="1" kern="1200" dirty="0">
                          <a:solidFill>
                            <a:schemeClr val="tx1"/>
                          </a:solidFill>
                          <a:latin typeface="微软雅黑" panose="020B0503020204020204" pitchFamily="34" charset="-122"/>
                          <a:ea typeface="微软雅黑" panose="020B0503020204020204" pitchFamily="34" charset="-122"/>
                          <a:cs typeface="+mn-cs"/>
                        </a:rPr>
                        <a:t>数量</a:t>
                      </a:r>
                      <a:r>
                        <a:rPr lang="en-US" altLang="zh-CN" sz="1100" b="1" kern="1200" dirty="0">
                          <a:solidFill>
                            <a:schemeClr val="tx1"/>
                          </a:solidFill>
                          <a:latin typeface="微软雅黑" panose="020B0503020204020204" pitchFamily="34" charset="-122"/>
                          <a:ea typeface="微软雅黑" panose="020B0503020204020204" pitchFamily="34" charset="-122"/>
                          <a:cs typeface="+mn-cs"/>
                        </a:rPr>
                        <a:t>Sub</a:t>
                      </a:r>
                      <a:endParaRPr lang="zh-CN" altLang="en-US" sz="1100" b="1" kern="1200" dirty="0">
                        <a:solidFill>
                          <a:schemeClr val="tx1"/>
                        </a:solidFill>
                        <a:latin typeface="微软雅黑" panose="020B0503020204020204" pitchFamily="34" charset="-122"/>
                        <a:ea typeface="微软雅黑" panose="020B0503020204020204" pitchFamily="34" charset="-122"/>
                        <a:cs typeface="+mn-cs"/>
                      </a:endParaRPr>
                    </a:p>
                  </a:txBody>
                  <a:tcPr anchor="ctr">
                    <a:solidFill>
                      <a:schemeClr val="accent1"/>
                    </a:solidFill>
                  </a:tcPr>
                </a:tc>
                <a:tc>
                  <a:txBody>
                    <a:bodyPr/>
                    <a:lstStyle/>
                    <a:p>
                      <a:pPr algn="ctr"/>
                      <a:r>
                        <a:rPr lang="zh-CN" altLang="en-US" sz="1100" b="1" kern="1200" dirty="0">
                          <a:solidFill>
                            <a:schemeClr val="tx1"/>
                          </a:solidFill>
                          <a:latin typeface="微软雅黑" panose="020B0503020204020204" pitchFamily="34" charset="-122"/>
                          <a:ea typeface="微软雅黑" panose="020B0503020204020204" pitchFamily="34" charset="-122"/>
                          <a:cs typeface="+mn-cs"/>
                        </a:rPr>
                        <a:t>数量</a:t>
                      </a:r>
                      <a:r>
                        <a:rPr lang="en-US" altLang="zh-CN" sz="1100" b="1" kern="1200" dirty="0">
                          <a:solidFill>
                            <a:schemeClr val="tx1"/>
                          </a:solidFill>
                          <a:latin typeface="微软雅黑" panose="020B0503020204020204" pitchFamily="34" charset="-122"/>
                          <a:ea typeface="微软雅黑" panose="020B0503020204020204" pitchFamily="34" charset="-122"/>
                          <a:cs typeface="+mn-cs"/>
                        </a:rPr>
                        <a:t>total</a:t>
                      </a:r>
                      <a:endParaRPr lang="zh-CN" altLang="en-US" sz="1100" b="1" kern="1200" dirty="0">
                        <a:solidFill>
                          <a:schemeClr val="tx1"/>
                        </a:solidFill>
                        <a:latin typeface="微软雅黑" panose="020B0503020204020204" pitchFamily="34" charset="-122"/>
                        <a:ea typeface="微软雅黑" panose="020B0503020204020204" pitchFamily="34" charset="-122"/>
                        <a:cs typeface="+mn-cs"/>
                      </a:endParaRPr>
                    </a:p>
                  </a:txBody>
                  <a:tcPr anchor="ctr">
                    <a:solidFill>
                      <a:schemeClr val="accent1"/>
                    </a:solidFill>
                  </a:tcPr>
                </a:tc>
                <a:extLst>
                  <a:ext uri="{0D108BD9-81ED-4DB2-BD59-A6C34878D82A}">
                    <a16:rowId xmlns:a16="http://schemas.microsoft.com/office/drawing/2014/main" val="3485807034"/>
                  </a:ext>
                </a:extLst>
              </a:tr>
            </a:tbl>
          </a:graphicData>
        </a:graphic>
      </p:graphicFrame>
      <p:sp>
        <p:nvSpPr>
          <p:cNvPr id="9" name="矩形 8">
            <a:extLst>
              <a:ext uri="{FF2B5EF4-FFF2-40B4-BE49-F238E27FC236}">
                <a16:creationId xmlns:a16="http://schemas.microsoft.com/office/drawing/2014/main" id="{BA96273F-88C8-4A9F-8EEA-C77E0518C884}"/>
              </a:ext>
            </a:extLst>
          </p:cNvPr>
          <p:cNvSpPr/>
          <p:nvPr/>
        </p:nvSpPr>
        <p:spPr>
          <a:xfrm>
            <a:off x="3097736" y="3043115"/>
            <a:ext cx="279554" cy="2438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a:extLst>
              <a:ext uri="{FF2B5EF4-FFF2-40B4-BE49-F238E27FC236}">
                <a16:creationId xmlns:a16="http://schemas.microsoft.com/office/drawing/2014/main" id="{8645C833-D7E8-DE33-17C4-FF4A854D1867}"/>
              </a:ext>
            </a:extLst>
          </p:cNvPr>
          <p:cNvGrpSpPr/>
          <p:nvPr/>
        </p:nvGrpSpPr>
        <p:grpSpPr>
          <a:xfrm>
            <a:off x="3008978" y="5466275"/>
            <a:ext cx="6738711" cy="1026709"/>
            <a:chOff x="2795906" y="5466275"/>
            <a:chExt cx="6738711" cy="1026709"/>
          </a:xfrm>
        </p:grpSpPr>
        <p:grpSp>
          <p:nvGrpSpPr>
            <p:cNvPr id="62" name="Group 17">
              <a:extLst>
                <a:ext uri="{FF2B5EF4-FFF2-40B4-BE49-F238E27FC236}">
                  <a16:creationId xmlns:a16="http://schemas.microsoft.com/office/drawing/2014/main" id="{EB599E17-F0BA-43BA-8EAC-926D8E570697}"/>
                </a:ext>
              </a:extLst>
            </p:cNvPr>
            <p:cNvGrpSpPr>
              <a:grpSpLocks/>
            </p:cNvGrpSpPr>
            <p:nvPr>
              <p:custDataLst>
                <p:tags r:id="rId1"/>
              </p:custDataLst>
            </p:nvPr>
          </p:nvGrpSpPr>
          <p:grpSpPr bwMode="auto">
            <a:xfrm>
              <a:off x="2795906" y="5971623"/>
              <a:ext cx="3563016" cy="521361"/>
              <a:chOff x="2400" y="1968"/>
              <a:chExt cx="960" cy="960"/>
            </a:xfrm>
            <a:noFill/>
          </p:grpSpPr>
          <p:sp>
            <p:nvSpPr>
              <p:cNvPr id="63" name="Rectangle 18">
                <a:extLst>
                  <a:ext uri="{FF2B5EF4-FFF2-40B4-BE49-F238E27FC236}">
                    <a16:creationId xmlns:a16="http://schemas.microsoft.com/office/drawing/2014/main" id="{4D3100F9-0DE1-4D72-9E79-D07F4B8EF193}"/>
                  </a:ext>
                </a:extLst>
              </p:cNvPr>
              <p:cNvSpPr>
                <a:spLocks noChangeArrowheads="1"/>
              </p:cNvSpPr>
              <p:nvPr>
                <p:custDataLst>
                  <p:tags r:id="rId11"/>
                </p:custDataLst>
              </p:nvPr>
            </p:nvSpPr>
            <p:spPr bwMode="auto">
              <a:xfrm>
                <a:off x="2400" y="1968"/>
                <a:ext cx="960" cy="96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endParaRPr lang="zh-CN" altLang="en-US" sz="1200"/>
              </a:p>
            </p:txBody>
          </p:sp>
          <p:sp>
            <p:nvSpPr>
              <p:cNvPr id="64" name="Rectangle 19">
                <a:extLst>
                  <a:ext uri="{FF2B5EF4-FFF2-40B4-BE49-F238E27FC236}">
                    <a16:creationId xmlns:a16="http://schemas.microsoft.com/office/drawing/2014/main" id="{E605D302-451A-4588-B479-8F22DAF94BB8}"/>
                  </a:ext>
                </a:extLst>
              </p:cNvPr>
              <p:cNvSpPr>
                <a:spLocks noChangeArrowheads="1"/>
              </p:cNvSpPr>
              <p:nvPr>
                <p:custDataLst>
                  <p:tags r:id="rId12"/>
                </p:custDataLst>
              </p:nvPr>
            </p:nvSpPr>
            <p:spPr bwMode="auto">
              <a:xfrm>
                <a:off x="2400" y="2065"/>
                <a:ext cx="960" cy="86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0" rIns="6350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71450" indent="-171450">
                  <a:buFont typeface="Wingdings" panose="05000000000000000000" pitchFamily="2" charset="2"/>
                  <a:buChar char="Ø"/>
                </a:pPr>
                <a:r>
                  <a:rPr lang="zh-CN" altLang="en-US" sz="1200" kern="0" dirty="0">
                    <a:solidFill>
                      <a:srgbClr val="000000"/>
                    </a:solidFill>
                    <a:latin typeface="微软雅黑" panose="020B0503020204020204" pitchFamily="34" charset="-122"/>
                    <a:ea typeface="微软雅黑" panose="020B0503020204020204" pitchFamily="34" charset="-122"/>
                  </a:rPr>
                  <a:t> 跳转到该物料基础信息画面，进行相关信息更正；</a:t>
                </a:r>
                <a:endParaRPr lang="en-US" altLang="zh-CN" sz="1200" kern="0" dirty="0">
                  <a:solidFill>
                    <a:srgbClr val="000000"/>
                  </a:solidFill>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Ø"/>
                </a:pPr>
                <a:r>
                  <a:rPr lang="en-US" altLang="zh-CN" sz="1200" kern="0" dirty="0">
                    <a:solidFill>
                      <a:srgbClr val="000000"/>
                    </a:solidFill>
                    <a:latin typeface="微软雅黑" panose="020B0503020204020204" pitchFamily="34" charset="-122"/>
                    <a:ea typeface="微软雅黑" panose="020B0503020204020204" pitchFamily="34" charset="-122"/>
                  </a:rPr>
                  <a:t> or “</a:t>
                </a:r>
                <a:r>
                  <a:rPr lang="zh-CN" altLang="en-US" sz="1200" kern="0" dirty="0">
                    <a:solidFill>
                      <a:srgbClr val="000000"/>
                    </a:solidFill>
                    <a:latin typeface="微软雅黑" panose="020B0503020204020204" pitchFamily="34" charset="-122"/>
                    <a:ea typeface="微软雅黑" panose="020B0503020204020204" pitchFamily="34" charset="-122"/>
                  </a:rPr>
                  <a:t>盘亏登记”，后物料状态：</a:t>
                </a:r>
                <a:r>
                  <a:rPr lang="zh-CN" altLang="en-US" sz="1200" kern="0" dirty="0">
                    <a:solidFill>
                      <a:schemeClr val="tx1">
                        <a:lumMod val="50000"/>
                      </a:schemeClr>
                    </a:solidFill>
                    <a:latin typeface="微软雅黑" panose="020B0503020204020204" pitchFamily="34" charset="-122"/>
                    <a:ea typeface="微软雅黑" panose="020B0503020204020204" pitchFamily="34" charset="-122"/>
                  </a:rPr>
                  <a:t>盘亏</a:t>
                </a:r>
                <a:r>
                  <a:rPr lang="zh-CN" altLang="en-US" sz="1200" kern="0" dirty="0">
                    <a:solidFill>
                      <a:srgbClr val="000000"/>
                    </a:solidFill>
                    <a:latin typeface="微软雅黑" panose="020B0503020204020204" pitchFamily="34" charset="-122"/>
                    <a:ea typeface="微软雅黑" panose="020B0503020204020204" pitchFamily="34" charset="-122"/>
                  </a:rPr>
                  <a:t>；</a:t>
                </a:r>
                <a:endParaRPr lang="en-US" altLang="ko-KR" sz="1200" kern="0" dirty="0">
                  <a:solidFill>
                    <a:srgbClr val="000000"/>
                  </a:solidFill>
                  <a:latin typeface="微软雅黑" panose="020B0503020204020204" pitchFamily="34" charset="-122"/>
                  <a:ea typeface="微软雅黑" panose="020B0503020204020204" pitchFamily="34" charset="-122"/>
                </a:endParaRPr>
              </a:p>
            </p:txBody>
          </p:sp>
        </p:grpSp>
        <p:grpSp>
          <p:nvGrpSpPr>
            <p:cNvPr id="65" name="Group 17">
              <a:extLst>
                <a:ext uri="{FF2B5EF4-FFF2-40B4-BE49-F238E27FC236}">
                  <a16:creationId xmlns:a16="http://schemas.microsoft.com/office/drawing/2014/main" id="{286FBFD5-D7CA-4A58-B2E9-7B9E717298CA}"/>
                </a:ext>
              </a:extLst>
            </p:cNvPr>
            <p:cNvGrpSpPr>
              <a:grpSpLocks/>
            </p:cNvGrpSpPr>
            <p:nvPr>
              <p:custDataLst>
                <p:tags r:id="rId2"/>
              </p:custDataLst>
            </p:nvPr>
          </p:nvGrpSpPr>
          <p:grpSpPr bwMode="auto">
            <a:xfrm>
              <a:off x="7003646" y="5971623"/>
              <a:ext cx="2530971" cy="521361"/>
              <a:chOff x="2400" y="1968"/>
              <a:chExt cx="960" cy="960"/>
            </a:xfrm>
            <a:noFill/>
          </p:grpSpPr>
          <p:sp>
            <p:nvSpPr>
              <p:cNvPr id="66" name="Rectangle 18">
                <a:extLst>
                  <a:ext uri="{FF2B5EF4-FFF2-40B4-BE49-F238E27FC236}">
                    <a16:creationId xmlns:a16="http://schemas.microsoft.com/office/drawing/2014/main" id="{E07A7AF7-2967-4295-8A09-3FB084ADC983}"/>
                  </a:ext>
                </a:extLst>
              </p:cNvPr>
              <p:cNvSpPr>
                <a:spLocks noChangeArrowheads="1"/>
              </p:cNvSpPr>
              <p:nvPr>
                <p:custDataLst>
                  <p:tags r:id="rId9"/>
                </p:custDataLst>
              </p:nvPr>
            </p:nvSpPr>
            <p:spPr bwMode="auto">
              <a:xfrm>
                <a:off x="2400" y="1968"/>
                <a:ext cx="960" cy="96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p>
                <a:endParaRPr lang="zh-CN" altLang="en-US" sz="1200"/>
              </a:p>
            </p:txBody>
          </p:sp>
          <p:sp>
            <p:nvSpPr>
              <p:cNvPr id="67" name="Rectangle 19">
                <a:extLst>
                  <a:ext uri="{FF2B5EF4-FFF2-40B4-BE49-F238E27FC236}">
                    <a16:creationId xmlns:a16="http://schemas.microsoft.com/office/drawing/2014/main" id="{584E7962-EBD2-4B4B-BA9C-039FB16F9F0A}"/>
                  </a:ext>
                </a:extLst>
              </p:cNvPr>
              <p:cNvSpPr>
                <a:spLocks noChangeArrowheads="1"/>
              </p:cNvSpPr>
              <p:nvPr>
                <p:custDataLst>
                  <p:tags r:id="rId10"/>
                </p:custDataLst>
              </p:nvPr>
            </p:nvSpPr>
            <p:spPr bwMode="auto">
              <a:xfrm>
                <a:off x="2400" y="1968"/>
                <a:ext cx="960" cy="96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0" rIns="6350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71450" indent="-171450">
                  <a:buFont typeface="Wingdings" panose="05000000000000000000" pitchFamily="2" charset="2"/>
                  <a:buChar char="Ø"/>
                </a:pPr>
                <a:r>
                  <a:rPr lang="zh-CN" altLang="en-US" sz="1200" kern="0" dirty="0">
                    <a:solidFill>
                      <a:srgbClr val="000000"/>
                    </a:solidFill>
                    <a:latin typeface="微软雅黑" panose="020B0503020204020204" pitchFamily="34" charset="-122"/>
                    <a:ea typeface="微软雅黑" panose="020B0503020204020204" pitchFamily="34" charset="-122"/>
                  </a:rPr>
                  <a:t> 跳转物料新登记画面，物料登记；</a:t>
                </a:r>
                <a:endParaRPr lang="en-US" altLang="zh-CN" sz="1200" kern="0" dirty="0">
                  <a:solidFill>
                    <a:srgbClr val="000000"/>
                  </a:solidFill>
                  <a:latin typeface="微软雅黑" panose="020B0503020204020204" pitchFamily="34" charset="-122"/>
                  <a:ea typeface="微软雅黑" panose="020B0503020204020204" pitchFamily="34" charset="-122"/>
                </a:endParaRPr>
              </a:p>
              <a:p>
                <a:pPr marL="171450" indent="-171450">
                  <a:buFont typeface="Wingdings" panose="05000000000000000000" pitchFamily="2" charset="2"/>
                  <a:buChar char="Ø"/>
                </a:pPr>
                <a:r>
                  <a:rPr lang="zh-CN" altLang="en-US" sz="1200" kern="0" dirty="0">
                    <a:solidFill>
                      <a:srgbClr val="000000"/>
                    </a:solidFill>
                    <a:latin typeface="微软雅黑" panose="020B0503020204020204" pitchFamily="34" charset="-122"/>
                    <a:ea typeface="微软雅黑" panose="020B0503020204020204" pitchFamily="34" charset="-122"/>
                  </a:rPr>
                  <a:t> 完成后联动盘点实绩表。</a:t>
                </a:r>
                <a:endParaRPr lang="en-US" altLang="ko-KR" sz="1200" kern="0" dirty="0">
                  <a:solidFill>
                    <a:srgbClr val="000000"/>
                  </a:solidFill>
                  <a:latin typeface="微软雅黑" panose="020B0503020204020204" pitchFamily="34" charset="-122"/>
                  <a:ea typeface="微软雅黑" panose="020B0503020204020204" pitchFamily="34" charset="-122"/>
                </a:endParaRPr>
              </a:p>
            </p:txBody>
          </p:sp>
        </p:grpSp>
        <p:cxnSp>
          <p:nvCxnSpPr>
            <p:cNvPr id="68" name="连接符: 肘形 67">
              <a:extLst>
                <a:ext uri="{FF2B5EF4-FFF2-40B4-BE49-F238E27FC236}">
                  <a16:creationId xmlns:a16="http://schemas.microsoft.com/office/drawing/2014/main" id="{9233A0D0-D91F-4C2F-A9FD-936E73758820}"/>
                </a:ext>
              </a:extLst>
            </p:cNvPr>
            <p:cNvCxnSpPr>
              <a:cxnSpLocks/>
              <a:stCxn id="74" idx="2"/>
              <a:endCxn id="67" idx="0"/>
            </p:cNvCxnSpPr>
            <p:nvPr/>
          </p:nvCxnSpPr>
          <p:spPr>
            <a:xfrm rot="16200000" flipH="1">
              <a:off x="7317640" y="5020131"/>
              <a:ext cx="505348" cy="1397636"/>
            </a:xfrm>
            <a:prstGeom prst="bentConnector3">
              <a:avLst>
                <a:gd name="adj1" fmla="val 34266"/>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75" name="Group 21">
              <a:extLst>
                <a:ext uri="{FF2B5EF4-FFF2-40B4-BE49-F238E27FC236}">
                  <a16:creationId xmlns:a16="http://schemas.microsoft.com/office/drawing/2014/main" id="{D0A810A8-39B1-4B26-B348-31D9527EE3F7}"/>
                </a:ext>
              </a:extLst>
            </p:cNvPr>
            <p:cNvGrpSpPr>
              <a:grpSpLocks/>
            </p:cNvGrpSpPr>
            <p:nvPr/>
          </p:nvGrpSpPr>
          <p:grpSpPr bwMode="auto">
            <a:xfrm>
              <a:off x="4656946" y="5658645"/>
              <a:ext cx="665052" cy="277294"/>
              <a:chOff x="2400" y="1968"/>
              <a:chExt cx="960" cy="960"/>
            </a:xfrm>
            <a:noFill/>
          </p:grpSpPr>
          <p:sp>
            <p:nvSpPr>
              <p:cNvPr id="76" name="Oval 22">
                <a:extLst>
                  <a:ext uri="{FF2B5EF4-FFF2-40B4-BE49-F238E27FC236}">
                    <a16:creationId xmlns:a16="http://schemas.microsoft.com/office/drawing/2014/main" id="{0AB296CA-4A6A-4972-A1FD-47875F9121EC}"/>
                  </a:ext>
                </a:extLst>
              </p:cNvPr>
              <p:cNvSpPr>
                <a:spLocks noChangeArrowheads="1"/>
              </p:cNvSpPr>
              <p:nvPr>
                <p:custDataLst>
                  <p:tags r:id="rId7"/>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sz="1050" b="1">
                  <a:latin typeface="微软雅黑" panose="020B0503020204020204" pitchFamily="34" charset="-122"/>
                  <a:ea typeface="微软雅黑" panose="020B0503020204020204" pitchFamily="34" charset="-122"/>
                </a:endParaRPr>
              </a:p>
            </p:txBody>
          </p:sp>
          <p:sp>
            <p:nvSpPr>
              <p:cNvPr id="77" name="Rectangle 23">
                <a:extLst>
                  <a:ext uri="{FF2B5EF4-FFF2-40B4-BE49-F238E27FC236}">
                    <a16:creationId xmlns:a16="http://schemas.microsoft.com/office/drawing/2014/main" id="{C6D09447-68F8-4125-9E5B-25D0B3D74CD1}"/>
                  </a:ext>
                </a:extLst>
              </p:cNvPr>
              <p:cNvSpPr>
                <a:spLocks noChangeArrowheads="1"/>
              </p:cNvSpPr>
              <p:nvPr>
                <p:custDataLst>
                  <p:tags r:id="rId8"/>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050" kern="0" dirty="0">
                    <a:solidFill>
                      <a:srgbClr val="000000"/>
                    </a:solidFill>
                    <a:latin typeface="微软雅黑" panose="020B0503020204020204" pitchFamily="34" charset="-122"/>
                    <a:ea typeface="微软雅黑" panose="020B0503020204020204" pitchFamily="34" charset="-122"/>
                  </a:rPr>
                  <a:t>盘亏补正</a:t>
                </a:r>
              </a:p>
            </p:txBody>
          </p:sp>
        </p:grpSp>
        <p:cxnSp>
          <p:nvCxnSpPr>
            <p:cNvPr id="82" name="连接符: 肘形 81">
              <a:extLst>
                <a:ext uri="{FF2B5EF4-FFF2-40B4-BE49-F238E27FC236}">
                  <a16:creationId xmlns:a16="http://schemas.microsoft.com/office/drawing/2014/main" id="{6377BC22-CEE8-4C47-9DCC-1D5A1700FA2E}"/>
                </a:ext>
              </a:extLst>
            </p:cNvPr>
            <p:cNvCxnSpPr>
              <a:cxnSpLocks/>
              <a:stCxn id="74" idx="2"/>
              <a:endCxn id="63" idx="0"/>
            </p:cNvCxnSpPr>
            <p:nvPr/>
          </p:nvCxnSpPr>
          <p:spPr>
            <a:xfrm rot="5400000">
              <a:off x="5471781" y="4571908"/>
              <a:ext cx="505348" cy="2294082"/>
            </a:xfrm>
            <a:prstGeom prst="bentConnector3">
              <a:avLst>
                <a:gd name="adj1" fmla="val 32299"/>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90" name="Group 21">
              <a:extLst>
                <a:ext uri="{FF2B5EF4-FFF2-40B4-BE49-F238E27FC236}">
                  <a16:creationId xmlns:a16="http://schemas.microsoft.com/office/drawing/2014/main" id="{3EF8E14B-96EF-4A2C-8A84-B2F1F5284EB6}"/>
                </a:ext>
              </a:extLst>
            </p:cNvPr>
            <p:cNvGrpSpPr>
              <a:grpSpLocks/>
            </p:cNvGrpSpPr>
            <p:nvPr/>
          </p:nvGrpSpPr>
          <p:grpSpPr bwMode="auto">
            <a:xfrm>
              <a:off x="3852803" y="5658645"/>
              <a:ext cx="665052" cy="277294"/>
              <a:chOff x="2400" y="1968"/>
              <a:chExt cx="960" cy="960"/>
            </a:xfrm>
            <a:noFill/>
          </p:grpSpPr>
          <p:sp>
            <p:nvSpPr>
              <p:cNvPr id="91" name="Oval 22">
                <a:extLst>
                  <a:ext uri="{FF2B5EF4-FFF2-40B4-BE49-F238E27FC236}">
                    <a16:creationId xmlns:a16="http://schemas.microsoft.com/office/drawing/2014/main" id="{063679E2-A246-45E2-8D15-129A05FB61CF}"/>
                  </a:ext>
                </a:extLst>
              </p:cNvPr>
              <p:cNvSpPr>
                <a:spLocks noChangeArrowheads="1"/>
              </p:cNvSpPr>
              <p:nvPr>
                <p:custDataLst>
                  <p:tags r:id="rId5"/>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sz="1050" b="1">
                  <a:latin typeface="微软雅黑" panose="020B0503020204020204" pitchFamily="34" charset="-122"/>
                  <a:ea typeface="微软雅黑" panose="020B0503020204020204" pitchFamily="34" charset="-122"/>
                </a:endParaRPr>
              </a:p>
            </p:txBody>
          </p:sp>
          <p:sp>
            <p:nvSpPr>
              <p:cNvPr id="92" name="Rectangle 23">
                <a:extLst>
                  <a:ext uri="{FF2B5EF4-FFF2-40B4-BE49-F238E27FC236}">
                    <a16:creationId xmlns:a16="http://schemas.microsoft.com/office/drawing/2014/main" id="{29644F49-5D34-4149-8670-D6412A028817}"/>
                  </a:ext>
                </a:extLst>
              </p:cNvPr>
              <p:cNvSpPr>
                <a:spLocks noChangeArrowheads="1"/>
              </p:cNvSpPr>
              <p:nvPr>
                <p:custDataLst>
                  <p:tags r:id="rId6"/>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050" kern="0" dirty="0">
                    <a:solidFill>
                      <a:srgbClr val="000000"/>
                    </a:solidFill>
                    <a:latin typeface="微软雅黑" panose="020B0503020204020204" pitchFamily="34" charset="-122"/>
                    <a:ea typeface="微软雅黑" panose="020B0503020204020204" pitchFamily="34" charset="-122"/>
                  </a:rPr>
                  <a:t>信息补正</a:t>
                </a:r>
              </a:p>
            </p:txBody>
          </p:sp>
        </p:grpSp>
        <p:grpSp>
          <p:nvGrpSpPr>
            <p:cNvPr id="93" name="Group 21">
              <a:extLst>
                <a:ext uri="{FF2B5EF4-FFF2-40B4-BE49-F238E27FC236}">
                  <a16:creationId xmlns:a16="http://schemas.microsoft.com/office/drawing/2014/main" id="{4919B737-99DF-425F-8F64-4A4FA6953CF5}"/>
                </a:ext>
              </a:extLst>
            </p:cNvPr>
            <p:cNvGrpSpPr>
              <a:grpSpLocks/>
            </p:cNvGrpSpPr>
            <p:nvPr/>
          </p:nvGrpSpPr>
          <p:grpSpPr bwMode="auto">
            <a:xfrm>
              <a:off x="7573587" y="5658645"/>
              <a:ext cx="665052" cy="277294"/>
              <a:chOff x="2400" y="1968"/>
              <a:chExt cx="960" cy="960"/>
            </a:xfrm>
            <a:noFill/>
          </p:grpSpPr>
          <p:sp>
            <p:nvSpPr>
              <p:cNvPr id="94" name="Oval 22">
                <a:extLst>
                  <a:ext uri="{FF2B5EF4-FFF2-40B4-BE49-F238E27FC236}">
                    <a16:creationId xmlns:a16="http://schemas.microsoft.com/office/drawing/2014/main" id="{53A0CA69-96B0-4DF9-B67D-6B97A27C04E0}"/>
                  </a:ext>
                </a:extLst>
              </p:cNvPr>
              <p:cNvSpPr>
                <a:spLocks noChangeArrowheads="1"/>
              </p:cNvSpPr>
              <p:nvPr>
                <p:custDataLst>
                  <p:tags r:id="rId3"/>
                </p:custDataLst>
              </p:nvPr>
            </p:nvSpPr>
            <p:spPr bwMode="blackWhite">
              <a:xfrm>
                <a:off x="2400" y="1968"/>
                <a:ext cx="960" cy="960"/>
              </a:xfrm>
              <a:prstGeom prst="ellipse">
                <a:avLst/>
              </a:prstGeom>
              <a:grpFill/>
              <a:ln w="9525">
                <a:solidFill>
                  <a:schemeClr val="tx1"/>
                </a:solidFill>
                <a:round/>
                <a:headEnd/>
                <a:tailEnd/>
              </a:ln>
              <a:effectLst>
                <a:outerShdw dist="25400" dir="5400000" algn="ctr" rotWithShape="0">
                  <a:schemeClr val="bg2"/>
                </a:outerShdw>
              </a:effectLst>
            </p:spPr>
            <p:txBody>
              <a:bodyPr wrap="none" anchor="ctr"/>
              <a:lstStyle/>
              <a:p>
                <a:endParaRPr lang="zh-CN" altLang="en-US" sz="1050" b="1">
                  <a:latin typeface="微软雅黑" panose="020B0503020204020204" pitchFamily="34" charset="-122"/>
                  <a:ea typeface="微软雅黑" panose="020B0503020204020204" pitchFamily="34" charset="-122"/>
                </a:endParaRPr>
              </a:p>
            </p:txBody>
          </p:sp>
          <p:sp>
            <p:nvSpPr>
              <p:cNvPr id="95" name="Rectangle 23">
                <a:extLst>
                  <a:ext uri="{FF2B5EF4-FFF2-40B4-BE49-F238E27FC236}">
                    <a16:creationId xmlns:a16="http://schemas.microsoft.com/office/drawing/2014/main" id="{2669E3F5-56B3-4B37-899F-16BF361BD40B}"/>
                  </a:ext>
                </a:extLst>
              </p:cNvPr>
              <p:cNvSpPr>
                <a:spLocks noChangeArrowheads="1"/>
              </p:cNvSpPr>
              <p:nvPr>
                <p:custDataLst>
                  <p:tags r:id="rId4"/>
                </p:custDataLst>
              </p:nvPr>
            </p:nvSpPr>
            <p:spPr bwMode="blackWhite">
              <a:xfrm>
                <a:off x="2440" y="2008"/>
                <a:ext cx="880" cy="8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algn="ctr"/>
                <a:r>
                  <a:rPr lang="zh-CN" altLang="en-US" sz="1050" kern="0" dirty="0">
                    <a:solidFill>
                      <a:srgbClr val="000000"/>
                    </a:solidFill>
                    <a:latin typeface="微软雅黑" panose="020B0503020204020204" pitchFamily="34" charset="-122"/>
                    <a:ea typeface="微软雅黑" panose="020B0503020204020204" pitchFamily="34" charset="-122"/>
                  </a:rPr>
                  <a:t>盘盈补正</a:t>
                </a:r>
              </a:p>
            </p:txBody>
          </p:sp>
        </p:grpSp>
      </p:grpSp>
      <p:sp>
        <p:nvSpPr>
          <p:cNvPr id="74" name="矩形 73">
            <a:extLst>
              <a:ext uri="{FF2B5EF4-FFF2-40B4-BE49-F238E27FC236}">
                <a16:creationId xmlns:a16="http://schemas.microsoft.com/office/drawing/2014/main" id="{FFDF323C-2C8E-FBDA-97B4-35D50146ED49}"/>
              </a:ext>
            </a:extLst>
          </p:cNvPr>
          <p:cNvSpPr/>
          <p:nvPr/>
        </p:nvSpPr>
        <p:spPr>
          <a:xfrm>
            <a:off x="6845555" y="5248122"/>
            <a:ext cx="478026" cy="218153"/>
          </a:xfrm>
          <a:prstGeom prst="rect">
            <a:avLst/>
          </a:pr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2"/>
              </a:solidFill>
            </a:endParaRPr>
          </a:p>
        </p:txBody>
      </p:sp>
      <p:grpSp>
        <p:nvGrpSpPr>
          <p:cNvPr id="6" name="组合 5">
            <a:extLst>
              <a:ext uri="{FF2B5EF4-FFF2-40B4-BE49-F238E27FC236}">
                <a16:creationId xmlns:a16="http://schemas.microsoft.com/office/drawing/2014/main" id="{DB90E3B3-1E34-BA86-2DB8-4770DEC765CA}"/>
              </a:ext>
            </a:extLst>
          </p:cNvPr>
          <p:cNvGrpSpPr/>
          <p:nvPr/>
        </p:nvGrpSpPr>
        <p:grpSpPr>
          <a:xfrm>
            <a:off x="2977535" y="1975587"/>
            <a:ext cx="6688933" cy="532049"/>
            <a:chOff x="2977535" y="1975587"/>
            <a:chExt cx="6688933" cy="532049"/>
          </a:xfrm>
        </p:grpSpPr>
        <p:sp>
          <p:nvSpPr>
            <p:cNvPr id="61" name="Rectangle 1378">
              <a:extLst>
                <a:ext uri="{FF2B5EF4-FFF2-40B4-BE49-F238E27FC236}">
                  <a16:creationId xmlns:a16="http://schemas.microsoft.com/office/drawing/2014/main" id="{A886326A-FCE7-4288-A8BD-A34D926C4683}"/>
                </a:ext>
              </a:extLst>
            </p:cNvPr>
            <p:cNvSpPr>
              <a:spLocks noChangeArrowheads="1"/>
            </p:cNvSpPr>
            <p:nvPr/>
          </p:nvSpPr>
          <p:spPr bwMode="auto">
            <a:xfrm>
              <a:off x="3054555" y="1975587"/>
              <a:ext cx="6434331"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1" indent="0" defTabSz="914400" fontAlgn="base">
                <a:spcBef>
                  <a:spcPct val="0"/>
                </a:spcBef>
                <a:spcAft>
                  <a:spcPct val="0"/>
                </a:spcAft>
                <a:buClrTx/>
                <a:buSzPct val="120000"/>
                <a:buNone/>
                <a:tabLst/>
                <a:defRPr/>
              </a:pPr>
              <a:r>
                <a:rPr lang="zh-CN" altLang="en-US" sz="1200" b="1" dirty="0">
                  <a:latin typeface="微软雅黑" panose="020B0503020204020204" pitchFamily="34" charset="-122"/>
                  <a:ea typeface="微软雅黑" panose="020B0503020204020204" pitchFamily="34" charset="-122"/>
                </a:rPr>
                <a:t>盘点年度别盘点计划明细</a:t>
              </a:r>
              <a:endParaRPr lang="en-US" altLang="zh-CN" sz="1200" b="1" dirty="0">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15CF9916-DE13-EF3F-2F5D-894C07E0826C}"/>
                </a:ext>
              </a:extLst>
            </p:cNvPr>
            <p:cNvGrpSpPr/>
            <p:nvPr/>
          </p:nvGrpSpPr>
          <p:grpSpPr>
            <a:xfrm>
              <a:off x="2977535" y="2237764"/>
              <a:ext cx="6688933" cy="269872"/>
              <a:chOff x="2977535" y="2237764"/>
              <a:chExt cx="6688933" cy="269872"/>
            </a:xfrm>
          </p:grpSpPr>
          <p:grpSp>
            <p:nvGrpSpPr>
              <p:cNvPr id="37" name="Group 124">
                <a:extLst>
                  <a:ext uri="{FF2B5EF4-FFF2-40B4-BE49-F238E27FC236}">
                    <a16:creationId xmlns:a16="http://schemas.microsoft.com/office/drawing/2014/main" id="{9ACEC329-A145-4BA8-A558-996DD3C87805}"/>
                  </a:ext>
                </a:extLst>
              </p:cNvPr>
              <p:cNvGrpSpPr>
                <a:grpSpLocks/>
              </p:cNvGrpSpPr>
              <p:nvPr/>
            </p:nvGrpSpPr>
            <p:grpSpPr bwMode="auto">
              <a:xfrm>
                <a:off x="2977535" y="2239349"/>
                <a:ext cx="257622" cy="268287"/>
                <a:chOff x="5893" y="2063"/>
                <a:chExt cx="190" cy="190"/>
              </a:xfrm>
              <a:solidFill>
                <a:schemeClr val="bg1">
                  <a:lumMod val="75000"/>
                </a:schemeClr>
              </a:solidFill>
            </p:grpSpPr>
            <p:sp>
              <p:nvSpPr>
                <p:cNvPr id="38" name="Oval 125">
                  <a:extLst>
                    <a:ext uri="{FF2B5EF4-FFF2-40B4-BE49-F238E27FC236}">
                      <a16:creationId xmlns:a16="http://schemas.microsoft.com/office/drawing/2014/main" id="{9D1A7F55-9AD1-4742-8F38-93ECAC42BBA2}"/>
                    </a:ext>
                  </a:extLst>
                </p:cNvPr>
                <p:cNvSpPr>
                  <a:spLocks noChangeArrowheads="1"/>
                </p:cNvSpPr>
                <p:nvPr/>
              </p:nvSpPr>
              <p:spPr bwMode="auto">
                <a:xfrm>
                  <a:off x="5893" y="2063"/>
                  <a:ext cx="190" cy="190"/>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Rectangle 126">
                  <a:extLst>
                    <a:ext uri="{FF2B5EF4-FFF2-40B4-BE49-F238E27FC236}">
                      <a16:creationId xmlns:a16="http://schemas.microsoft.com/office/drawing/2014/main" id="{58DADFF5-436C-4B21-B701-6071D0597558}"/>
                    </a:ext>
                  </a:extLst>
                </p:cNvPr>
                <p:cNvSpPr>
                  <a:spLocks noChangeArrowheads="1"/>
                </p:cNvSpPr>
                <p:nvPr/>
              </p:nvSpPr>
              <p:spPr bwMode="auto">
                <a:xfrm>
                  <a:off x="5931" y="2150"/>
                  <a:ext cx="114" cy="1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Rectangle 127">
                  <a:extLst>
                    <a:ext uri="{FF2B5EF4-FFF2-40B4-BE49-F238E27FC236}">
                      <a16:creationId xmlns:a16="http://schemas.microsoft.com/office/drawing/2014/main" id="{9E9EA887-979B-43EA-AC7B-759B6071DABF}"/>
                    </a:ext>
                  </a:extLst>
                </p:cNvPr>
                <p:cNvSpPr>
                  <a:spLocks noChangeArrowheads="1"/>
                </p:cNvSpPr>
                <p:nvPr/>
              </p:nvSpPr>
              <p:spPr bwMode="auto">
                <a:xfrm rot="16200000">
                  <a:off x="5931" y="2150"/>
                  <a:ext cx="114" cy="1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 name="矩形 4">
                <a:extLst>
                  <a:ext uri="{FF2B5EF4-FFF2-40B4-BE49-F238E27FC236}">
                    <a16:creationId xmlns:a16="http://schemas.microsoft.com/office/drawing/2014/main" id="{DFC866ED-E74B-4DCB-8A87-CE8A7DDDDF38}"/>
                  </a:ext>
                </a:extLst>
              </p:cNvPr>
              <p:cNvSpPr/>
              <p:nvPr/>
            </p:nvSpPr>
            <p:spPr>
              <a:xfrm>
                <a:off x="3311756" y="2262554"/>
                <a:ext cx="561776" cy="245082"/>
              </a:xfrm>
              <a:prstGeom prst="rect">
                <a:avLst/>
              </a:prstGeom>
              <a:solidFill>
                <a:schemeClr val="bg1">
                  <a:lumMod val="95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2"/>
                    </a:solidFill>
                  </a:rPr>
                  <a:t>新增</a:t>
                </a:r>
              </a:p>
            </p:txBody>
          </p:sp>
          <p:sp>
            <p:nvSpPr>
              <p:cNvPr id="45" name="矩形 44">
                <a:extLst>
                  <a:ext uri="{FF2B5EF4-FFF2-40B4-BE49-F238E27FC236}">
                    <a16:creationId xmlns:a16="http://schemas.microsoft.com/office/drawing/2014/main" id="{E238146F-4E4B-4354-947B-D1EFF8605608}"/>
                  </a:ext>
                </a:extLst>
              </p:cNvPr>
              <p:cNvSpPr/>
              <p:nvPr/>
            </p:nvSpPr>
            <p:spPr>
              <a:xfrm>
                <a:off x="6018818" y="2239353"/>
                <a:ext cx="722238" cy="268283"/>
              </a:xfrm>
              <a:prstGeom prst="rect">
                <a:avLst/>
              </a:prstGeom>
              <a:solidFill>
                <a:schemeClr val="bg1">
                  <a:lumMod val="95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2"/>
                    </a:solidFill>
                  </a:rPr>
                  <a:t>Export</a:t>
                </a:r>
                <a:endParaRPr lang="zh-CN" altLang="en-US" sz="1200" dirty="0">
                  <a:solidFill>
                    <a:schemeClr val="tx2"/>
                  </a:solidFill>
                </a:endParaRPr>
              </a:p>
            </p:txBody>
          </p:sp>
          <p:grpSp>
            <p:nvGrpSpPr>
              <p:cNvPr id="46" name="Group 132">
                <a:extLst>
                  <a:ext uri="{FF2B5EF4-FFF2-40B4-BE49-F238E27FC236}">
                    <a16:creationId xmlns:a16="http://schemas.microsoft.com/office/drawing/2014/main" id="{7380F9E6-1016-4936-BA6D-F2B163A177C8}"/>
                  </a:ext>
                </a:extLst>
              </p:cNvPr>
              <p:cNvGrpSpPr>
                <a:grpSpLocks/>
              </p:cNvGrpSpPr>
              <p:nvPr/>
            </p:nvGrpSpPr>
            <p:grpSpPr bwMode="auto">
              <a:xfrm>
                <a:off x="4096318" y="2237764"/>
                <a:ext cx="259240" cy="269872"/>
                <a:chOff x="5893" y="1419"/>
                <a:chExt cx="191" cy="191"/>
              </a:xfrm>
              <a:solidFill>
                <a:schemeClr val="bg1">
                  <a:lumMod val="85000"/>
                </a:schemeClr>
              </a:solidFill>
            </p:grpSpPr>
            <p:sp>
              <p:nvSpPr>
                <p:cNvPr id="47" name="Oval 133">
                  <a:extLst>
                    <a:ext uri="{FF2B5EF4-FFF2-40B4-BE49-F238E27FC236}">
                      <a16:creationId xmlns:a16="http://schemas.microsoft.com/office/drawing/2014/main" id="{B0E915D4-F63F-4812-BB94-0F9E30D4189A}"/>
                    </a:ext>
                  </a:extLst>
                </p:cNvPr>
                <p:cNvSpPr>
                  <a:spLocks noChangeArrowheads="1"/>
                </p:cNvSpPr>
                <p:nvPr/>
              </p:nvSpPr>
              <p:spPr bwMode="auto">
                <a:xfrm>
                  <a:off x="5893" y="1419"/>
                  <a:ext cx="191" cy="191"/>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Rectangle 134">
                  <a:extLst>
                    <a:ext uri="{FF2B5EF4-FFF2-40B4-BE49-F238E27FC236}">
                      <a16:creationId xmlns:a16="http://schemas.microsoft.com/office/drawing/2014/main" id="{E9362C47-28B2-4ACC-A3DA-AF02BB29489F}"/>
                    </a:ext>
                  </a:extLst>
                </p:cNvPr>
                <p:cNvSpPr>
                  <a:spLocks noChangeArrowheads="1"/>
                </p:cNvSpPr>
                <p:nvPr/>
              </p:nvSpPr>
              <p:spPr bwMode="auto">
                <a:xfrm>
                  <a:off x="5931" y="1506"/>
                  <a:ext cx="115" cy="1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9" name="矩形 48">
                <a:extLst>
                  <a:ext uri="{FF2B5EF4-FFF2-40B4-BE49-F238E27FC236}">
                    <a16:creationId xmlns:a16="http://schemas.microsoft.com/office/drawing/2014/main" id="{9D4A5097-098B-4FDD-B6EC-84F5149889BA}"/>
                  </a:ext>
                </a:extLst>
              </p:cNvPr>
              <p:cNvSpPr/>
              <p:nvPr/>
            </p:nvSpPr>
            <p:spPr>
              <a:xfrm>
                <a:off x="4393266" y="2262554"/>
                <a:ext cx="561776" cy="245082"/>
              </a:xfrm>
              <a:prstGeom prst="rect">
                <a:avLst/>
              </a:prstGeom>
              <a:solidFill>
                <a:schemeClr val="bg1">
                  <a:lumMod val="95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2"/>
                    </a:solidFill>
                  </a:rPr>
                  <a:t>删除</a:t>
                </a:r>
              </a:p>
            </p:txBody>
          </p:sp>
          <p:sp>
            <p:nvSpPr>
              <p:cNvPr id="69" name="矩形 68">
                <a:extLst>
                  <a:ext uri="{FF2B5EF4-FFF2-40B4-BE49-F238E27FC236}">
                    <a16:creationId xmlns:a16="http://schemas.microsoft.com/office/drawing/2014/main" id="{AC74EC4C-2405-1E1D-797A-054C1B140E16}"/>
                  </a:ext>
                </a:extLst>
              </p:cNvPr>
              <p:cNvSpPr/>
              <p:nvPr/>
            </p:nvSpPr>
            <p:spPr>
              <a:xfrm>
                <a:off x="5227001" y="2239353"/>
                <a:ext cx="722238" cy="268283"/>
              </a:xfrm>
              <a:prstGeom prst="rect">
                <a:avLst/>
              </a:prstGeom>
              <a:solidFill>
                <a:schemeClr val="bg1">
                  <a:lumMod val="95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2"/>
                    </a:solidFill>
                  </a:rPr>
                  <a:t>Import</a:t>
                </a:r>
                <a:endParaRPr lang="zh-CN" altLang="en-US" sz="1200" dirty="0">
                  <a:solidFill>
                    <a:schemeClr val="tx2"/>
                  </a:solidFill>
                </a:endParaRPr>
              </a:p>
            </p:txBody>
          </p:sp>
          <p:sp>
            <p:nvSpPr>
              <p:cNvPr id="70" name="矩形 69">
                <a:extLst>
                  <a:ext uri="{FF2B5EF4-FFF2-40B4-BE49-F238E27FC236}">
                    <a16:creationId xmlns:a16="http://schemas.microsoft.com/office/drawing/2014/main" id="{D871CF99-702E-C74B-164D-14E699F403BE}"/>
                  </a:ext>
                </a:extLst>
              </p:cNvPr>
              <p:cNvSpPr/>
              <p:nvPr/>
            </p:nvSpPr>
            <p:spPr>
              <a:xfrm>
                <a:off x="8818337" y="2252268"/>
                <a:ext cx="848131" cy="255368"/>
              </a:xfrm>
              <a:prstGeom prst="rect">
                <a:avLst/>
              </a:prstGeom>
              <a:solidFill>
                <a:schemeClr val="bg1">
                  <a:lumMod val="95000"/>
                </a:schemeClr>
              </a:solidFill>
              <a:ln w="1270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rgbClr val="0054A6"/>
                    </a:solidFill>
                  </a:rPr>
                  <a:t>确定计划</a:t>
                </a:r>
              </a:p>
            </p:txBody>
          </p:sp>
          <p:sp>
            <p:nvSpPr>
              <p:cNvPr id="72" name="Freeform 1023">
                <a:extLst>
                  <a:ext uri="{FF2B5EF4-FFF2-40B4-BE49-F238E27FC236}">
                    <a16:creationId xmlns:a16="http://schemas.microsoft.com/office/drawing/2014/main" id="{7053D77D-A8EE-6963-9B64-75837EDB2908}"/>
                  </a:ext>
                </a:extLst>
              </p:cNvPr>
              <p:cNvSpPr>
                <a:spLocks/>
              </p:cNvSpPr>
              <p:nvPr/>
            </p:nvSpPr>
            <p:spPr bwMode="auto">
              <a:xfrm>
                <a:off x="8474846" y="2252268"/>
                <a:ext cx="350482" cy="255368"/>
              </a:xfrm>
              <a:custGeom>
                <a:avLst/>
                <a:gdLst>
                  <a:gd name="T0" fmla="*/ 0 w 648"/>
                  <a:gd name="T1" fmla="*/ 374 h 618"/>
                  <a:gd name="T2" fmla="*/ 88 w 648"/>
                  <a:gd name="T3" fmla="*/ 320 h 618"/>
                  <a:gd name="T4" fmla="*/ 122 w 648"/>
                  <a:gd name="T5" fmla="*/ 340 h 618"/>
                  <a:gd name="T6" fmla="*/ 184 w 648"/>
                  <a:gd name="T7" fmla="*/ 452 h 618"/>
                  <a:gd name="T8" fmla="*/ 278 w 648"/>
                  <a:gd name="T9" fmla="*/ 316 h 618"/>
                  <a:gd name="T10" fmla="*/ 434 w 648"/>
                  <a:gd name="T11" fmla="*/ 148 h 618"/>
                  <a:gd name="T12" fmla="*/ 534 w 648"/>
                  <a:gd name="T13" fmla="*/ 60 h 618"/>
                  <a:gd name="T14" fmla="*/ 632 w 648"/>
                  <a:gd name="T15" fmla="*/ 0 h 618"/>
                  <a:gd name="T16" fmla="*/ 648 w 648"/>
                  <a:gd name="T17" fmla="*/ 26 h 618"/>
                  <a:gd name="T18" fmla="*/ 566 w 648"/>
                  <a:gd name="T19" fmla="*/ 98 h 618"/>
                  <a:gd name="T20" fmla="*/ 448 w 648"/>
                  <a:gd name="T21" fmla="*/ 230 h 618"/>
                  <a:gd name="T22" fmla="*/ 346 w 648"/>
                  <a:gd name="T23" fmla="*/ 360 h 618"/>
                  <a:gd name="T24" fmla="*/ 234 w 648"/>
                  <a:gd name="T25" fmla="*/ 554 h 618"/>
                  <a:gd name="T26" fmla="*/ 144 w 648"/>
                  <a:gd name="T27" fmla="*/ 618 h 618"/>
                  <a:gd name="T28" fmla="*/ 82 w 648"/>
                  <a:gd name="T29" fmla="*/ 466 h 618"/>
                  <a:gd name="T30" fmla="*/ 42 w 648"/>
                  <a:gd name="T31" fmla="*/ 404 h 618"/>
                  <a:gd name="T32" fmla="*/ 0 w 648"/>
                  <a:gd name="T33" fmla="*/ 374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909090">
                  <a:alpha val="50000"/>
                </a:srgbClr>
              </a:soli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grpSp>
    </p:spTree>
    <p:extLst>
      <p:ext uri="{BB962C8B-B14F-4D97-AF65-F5344CB8AC3E}">
        <p14:creationId xmlns:p14="http://schemas.microsoft.com/office/powerpoint/2010/main" val="2330413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表格 4">
            <a:extLst>
              <a:ext uri="{FF2B5EF4-FFF2-40B4-BE49-F238E27FC236}">
                <a16:creationId xmlns:a16="http://schemas.microsoft.com/office/drawing/2014/main" id="{AF856975-7F8C-49FB-89AB-94A2DACCA429}"/>
              </a:ext>
            </a:extLst>
          </p:cNvPr>
          <p:cNvGraphicFramePr>
            <a:graphicFrameLocks noGrp="1"/>
          </p:cNvGraphicFramePr>
          <p:nvPr>
            <p:extLst>
              <p:ext uri="{D42A27DB-BD31-4B8C-83A1-F6EECF244321}">
                <p14:modId xmlns:p14="http://schemas.microsoft.com/office/powerpoint/2010/main" val="495743258"/>
              </p:ext>
            </p:extLst>
          </p:nvPr>
        </p:nvGraphicFramePr>
        <p:xfrm>
          <a:off x="2991788" y="1372562"/>
          <a:ext cx="6772164" cy="1325880"/>
        </p:xfrm>
        <a:graphic>
          <a:graphicData uri="http://schemas.openxmlformats.org/drawingml/2006/table">
            <a:tbl>
              <a:tblPr firstRow="1" bandRow="1">
                <a:effectLst>
                  <a:innerShdw blurRad="63500" dist="50800" dir="16200000">
                    <a:prstClr val="black">
                      <a:alpha val="50000"/>
                    </a:prstClr>
                  </a:innerShdw>
                </a:effectLst>
                <a:tableStyleId>{69012ECD-51FC-41F1-AA8D-1B2483CD663E}</a:tableStyleId>
              </a:tblPr>
              <a:tblGrid>
                <a:gridCol w="341463">
                  <a:extLst>
                    <a:ext uri="{9D8B030D-6E8A-4147-A177-3AD203B41FA5}">
                      <a16:colId xmlns:a16="http://schemas.microsoft.com/office/drawing/2014/main" val="979507923"/>
                    </a:ext>
                  </a:extLst>
                </a:gridCol>
                <a:gridCol w="560459">
                  <a:extLst>
                    <a:ext uri="{9D8B030D-6E8A-4147-A177-3AD203B41FA5}">
                      <a16:colId xmlns:a16="http://schemas.microsoft.com/office/drawing/2014/main" val="2925572356"/>
                    </a:ext>
                  </a:extLst>
                </a:gridCol>
                <a:gridCol w="521730">
                  <a:extLst>
                    <a:ext uri="{9D8B030D-6E8A-4147-A177-3AD203B41FA5}">
                      <a16:colId xmlns:a16="http://schemas.microsoft.com/office/drawing/2014/main" val="1124343203"/>
                    </a:ext>
                  </a:extLst>
                </a:gridCol>
                <a:gridCol w="459160">
                  <a:extLst>
                    <a:ext uri="{9D8B030D-6E8A-4147-A177-3AD203B41FA5}">
                      <a16:colId xmlns:a16="http://schemas.microsoft.com/office/drawing/2014/main" val="2570768362"/>
                    </a:ext>
                  </a:extLst>
                </a:gridCol>
                <a:gridCol w="716896">
                  <a:extLst>
                    <a:ext uri="{9D8B030D-6E8A-4147-A177-3AD203B41FA5}">
                      <a16:colId xmlns:a16="http://schemas.microsoft.com/office/drawing/2014/main" val="556643075"/>
                    </a:ext>
                  </a:extLst>
                </a:gridCol>
                <a:gridCol w="466608">
                  <a:extLst>
                    <a:ext uri="{9D8B030D-6E8A-4147-A177-3AD203B41FA5}">
                      <a16:colId xmlns:a16="http://schemas.microsoft.com/office/drawing/2014/main" val="1375357042"/>
                    </a:ext>
                  </a:extLst>
                </a:gridCol>
                <a:gridCol w="341463">
                  <a:extLst>
                    <a:ext uri="{9D8B030D-6E8A-4147-A177-3AD203B41FA5}">
                      <a16:colId xmlns:a16="http://schemas.microsoft.com/office/drawing/2014/main" val="2271139348"/>
                    </a:ext>
                  </a:extLst>
                </a:gridCol>
                <a:gridCol w="341463">
                  <a:extLst>
                    <a:ext uri="{9D8B030D-6E8A-4147-A177-3AD203B41FA5}">
                      <a16:colId xmlns:a16="http://schemas.microsoft.com/office/drawing/2014/main" val="3678619302"/>
                    </a:ext>
                  </a:extLst>
                </a:gridCol>
                <a:gridCol w="591752">
                  <a:extLst>
                    <a:ext uri="{9D8B030D-6E8A-4147-A177-3AD203B41FA5}">
                      <a16:colId xmlns:a16="http://schemas.microsoft.com/office/drawing/2014/main" val="2445985020"/>
                    </a:ext>
                  </a:extLst>
                </a:gridCol>
                <a:gridCol w="584303">
                  <a:extLst>
                    <a:ext uri="{9D8B030D-6E8A-4147-A177-3AD203B41FA5}">
                      <a16:colId xmlns:a16="http://schemas.microsoft.com/office/drawing/2014/main" val="3911183253"/>
                    </a:ext>
                  </a:extLst>
                </a:gridCol>
                <a:gridCol w="341463">
                  <a:extLst>
                    <a:ext uri="{9D8B030D-6E8A-4147-A177-3AD203B41FA5}">
                      <a16:colId xmlns:a16="http://schemas.microsoft.com/office/drawing/2014/main" val="1239878777"/>
                    </a:ext>
                  </a:extLst>
                </a:gridCol>
                <a:gridCol w="267258">
                  <a:extLst>
                    <a:ext uri="{9D8B030D-6E8A-4147-A177-3AD203B41FA5}">
                      <a16:colId xmlns:a16="http://schemas.microsoft.com/office/drawing/2014/main" val="4197849858"/>
                    </a:ext>
                  </a:extLst>
                </a:gridCol>
                <a:gridCol w="130216">
                  <a:extLst>
                    <a:ext uri="{9D8B030D-6E8A-4147-A177-3AD203B41FA5}">
                      <a16:colId xmlns:a16="http://schemas.microsoft.com/office/drawing/2014/main" val="2760323342"/>
                    </a:ext>
                  </a:extLst>
                </a:gridCol>
                <a:gridCol w="497680">
                  <a:extLst>
                    <a:ext uri="{9D8B030D-6E8A-4147-A177-3AD203B41FA5}">
                      <a16:colId xmlns:a16="http://schemas.microsoft.com/office/drawing/2014/main" val="68592658"/>
                    </a:ext>
                  </a:extLst>
                </a:gridCol>
                <a:gridCol w="610250">
                  <a:extLst>
                    <a:ext uri="{9D8B030D-6E8A-4147-A177-3AD203B41FA5}">
                      <a16:colId xmlns:a16="http://schemas.microsoft.com/office/drawing/2014/main" val="3985382560"/>
                    </a:ext>
                  </a:extLst>
                </a:gridCol>
              </a:tblGrid>
              <a:tr h="398041">
                <a:tc>
                  <a:txBody>
                    <a:bodyPr/>
                    <a:lstStyle/>
                    <a:p>
                      <a:pPr algn="ctr"/>
                      <a:r>
                        <a:rPr lang="zh-CN" altLang="en-US" sz="1050" dirty="0"/>
                        <a:t>法</a:t>
                      </a:r>
                      <a:endParaRPr lang="en-US" altLang="zh-CN" sz="1050" dirty="0"/>
                    </a:p>
                    <a:p>
                      <a:pPr algn="ctr"/>
                      <a:r>
                        <a:rPr lang="zh-CN" altLang="en-US" sz="1050" dirty="0"/>
                        <a:t>人</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部</a:t>
                      </a:r>
                      <a:endParaRPr lang="en-US" altLang="zh-CN" sz="1050" dirty="0"/>
                    </a:p>
                    <a:p>
                      <a:pPr algn="ctr"/>
                      <a:r>
                        <a:rPr lang="zh-CN" altLang="en-US" sz="1050" dirty="0"/>
                        <a:t>门</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申请</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latin typeface="微软雅黑" panose="020B0503020204020204" pitchFamily="34" charset="-122"/>
                          <a:ea typeface="微软雅黑" panose="020B0503020204020204" pitchFamily="34" charset="-122"/>
                        </a:rPr>
                        <a:t>No</a:t>
                      </a:r>
                      <a:endParaRPr lang="zh-CN" altLang="en-US" sz="1050" b="1" dirty="0">
                        <a:latin typeface="微软雅黑" panose="020B0503020204020204" pitchFamily="34" charset="-122"/>
                        <a:ea typeface="微软雅黑" panose="020B0503020204020204" pitchFamily="34" charset="-122"/>
                      </a:endParaRP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接收</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日期</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使用担当</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latin typeface="微软雅黑" panose="020B0503020204020204" pitchFamily="34" charset="-122"/>
                          <a:ea typeface="微软雅黑" panose="020B0503020204020204" pitchFamily="34" charset="-122"/>
                        </a:rPr>
                        <a:t>ID/</a:t>
                      </a:r>
                      <a:r>
                        <a:rPr lang="zh-CN" altLang="en-US" sz="1050" b="1" dirty="0">
                          <a:latin typeface="微软雅黑" panose="020B0503020204020204" pitchFamily="34" charset="-122"/>
                          <a:ea typeface="微软雅黑" panose="020B0503020204020204" pitchFamily="34" charset="-122"/>
                        </a:rPr>
                        <a:t>姓名</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t>物料</a:t>
                      </a:r>
                      <a:endParaRPr lang="en-US" altLang="zh-CN" sz="1050" dirty="0"/>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t>类型</a:t>
                      </a:r>
                      <a:endParaRPr lang="en-US" altLang="zh-CN" sz="1050" dirty="0"/>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位</a:t>
                      </a:r>
                      <a:endParaRPr lang="en-US" altLang="zh-CN" sz="1050" dirty="0"/>
                    </a:p>
                    <a:p>
                      <a:pPr algn="ctr"/>
                      <a:r>
                        <a:rPr lang="zh-CN" altLang="en-US" sz="1050" dirty="0"/>
                        <a:t>置</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状</a:t>
                      </a:r>
                      <a:endParaRPr lang="en-US" altLang="zh-CN" sz="1050" dirty="0"/>
                    </a:p>
                    <a:p>
                      <a:pPr algn="ctr"/>
                      <a:r>
                        <a:rPr lang="zh-CN" altLang="en-US" sz="1050" dirty="0"/>
                        <a:t>态</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资产</a:t>
                      </a:r>
                      <a:r>
                        <a:rPr lang="en-US" altLang="zh-CN" sz="1050" dirty="0"/>
                        <a:t>/</a:t>
                      </a:r>
                    </a:p>
                    <a:p>
                      <a:pPr algn="ctr"/>
                      <a:r>
                        <a:rPr lang="zh-CN" altLang="en-US" sz="1050" dirty="0"/>
                        <a:t>耗材号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en-US" altLang="zh-CN" sz="1050" dirty="0"/>
                        <a:t>SAP</a:t>
                      </a:r>
                    </a:p>
                    <a:p>
                      <a:pPr algn="ctr"/>
                      <a:r>
                        <a:rPr lang="zh-CN" altLang="en-US" sz="1050" dirty="0"/>
                        <a:t>资产号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品</a:t>
                      </a:r>
                      <a:endParaRPr lang="en-US" altLang="zh-CN" sz="1050" dirty="0"/>
                    </a:p>
                    <a:p>
                      <a:pPr algn="ctr"/>
                      <a:r>
                        <a:rPr lang="zh-CN" altLang="en-US" sz="1050" dirty="0"/>
                        <a:t>牌</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gridSpan="2">
                  <a:txBody>
                    <a:bodyPr/>
                    <a:lstStyle/>
                    <a:p>
                      <a:pPr algn="ctr"/>
                      <a:r>
                        <a:rPr lang="zh-CN" altLang="en-US" sz="1050" dirty="0"/>
                        <a:t>型</a:t>
                      </a:r>
                      <a:endParaRPr lang="en-US" altLang="zh-CN" sz="1050" dirty="0"/>
                    </a:p>
                    <a:p>
                      <a:pPr algn="ctr"/>
                      <a:r>
                        <a:rPr lang="zh-CN" altLang="en-US" sz="1050" dirty="0"/>
                        <a:t>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hMerge="1">
                  <a:txBody>
                    <a:bodyPr/>
                    <a:lstStyle/>
                    <a:p>
                      <a:pPr algn="ctr"/>
                      <a:endParaRPr lang="zh-CN" altLang="en-US" sz="1050" dirty="0"/>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入库</a:t>
                      </a:r>
                      <a:endParaRPr lang="en-US" altLang="zh-CN" sz="1050" dirty="0"/>
                    </a:p>
                    <a:p>
                      <a:pPr algn="ctr"/>
                      <a:r>
                        <a:rPr lang="zh-CN" altLang="en-US" sz="1050" dirty="0"/>
                        <a:t>日期</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是否</a:t>
                      </a:r>
                      <a:endParaRPr lang="en-US" altLang="zh-CN" sz="1050" dirty="0"/>
                    </a:p>
                    <a:p>
                      <a:pPr algn="ctr"/>
                      <a:r>
                        <a:rPr lang="zh-CN" altLang="en-US" sz="1050" dirty="0"/>
                        <a:t>保内</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extLst>
                  <a:ext uri="{0D108BD9-81ED-4DB2-BD59-A6C34878D82A}">
                    <a16:rowId xmlns:a16="http://schemas.microsoft.com/office/drawing/2014/main" val="1284643588"/>
                  </a:ext>
                </a:extLst>
              </a:tr>
              <a:tr h="243248">
                <a:tc gridSpan="15">
                  <a:txBody>
                    <a:bodyPr/>
                    <a:lstStyle/>
                    <a:p>
                      <a:pPr algn="ctr"/>
                      <a:r>
                        <a:rPr lang="zh-CN" altLang="en-US" sz="1050" dirty="0"/>
                        <a:t>查询条件</a:t>
                      </a:r>
                      <a:r>
                        <a:rPr lang="en-US" altLang="zh-CN" sz="1050" dirty="0"/>
                        <a:t>&amp;</a:t>
                      </a:r>
                      <a:r>
                        <a:rPr lang="zh-CN" altLang="en-US" sz="1050" dirty="0"/>
                        <a:t>查询结果共同字段</a:t>
                      </a:r>
                      <a:r>
                        <a:rPr lang="en-US" altLang="zh-CN" sz="1050" dirty="0"/>
                        <a:t>(</a:t>
                      </a:r>
                      <a:r>
                        <a:rPr lang="zh-CN" altLang="en-US" sz="1050" dirty="0"/>
                        <a:t>支持模糊查询：资产号、品牌、型号</a:t>
                      </a:r>
                      <a:r>
                        <a:rPr lang="en-US" altLang="zh-CN" sz="1050" dirty="0"/>
                        <a:t>)</a:t>
                      </a: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p>
                  </a:txBody>
                  <a:tcPr>
                    <a:lnL>
                      <a:noFill/>
                    </a:lnL>
                    <a:lnT w="12700" cap="flat" cmpd="sng" algn="ctr">
                      <a:solidFill>
                        <a:schemeClr val="tx1"/>
                      </a:solidFill>
                      <a:prstDash val="solid"/>
                      <a:round/>
                      <a:headEnd type="none" w="med" len="med"/>
                      <a:tailEnd type="none" w="med" len="med"/>
                    </a:lnT>
                    <a:cell3D prstMaterial="dkEdge">
                      <a:bevel prst="relaxedInset"/>
                      <a:lightRig rig="flood" dir="t"/>
                    </a:cell3D>
                    <a:solidFill>
                      <a:schemeClr val="accent2">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pPr algn="ctr"/>
                      <a:endParaRPr lang="zh-CN" altLang="en-US" sz="1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pPr algn="ct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pPr algn="ct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pPr algn="ct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49904"/>
                  </a:ext>
                </a:extLst>
              </a:tr>
              <a:tr h="398041">
                <a:tc>
                  <a:txBody>
                    <a:bodyPr/>
                    <a:lstStyle/>
                    <a:p>
                      <a:pPr algn="ctr"/>
                      <a:r>
                        <a:rPr lang="zh-CN" altLang="en-US" sz="1050" b="1" dirty="0">
                          <a:latin typeface="微软雅黑" panose="020B0503020204020204" pitchFamily="34" charset="-122"/>
                          <a:ea typeface="微软雅黑" panose="020B0503020204020204" pitchFamily="34" charset="-122"/>
                        </a:rPr>
                        <a:t>价</a:t>
                      </a:r>
                      <a:endParaRPr lang="en-US" altLang="zh-CN" sz="1050" b="1" dirty="0">
                        <a:latin typeface="微软雅黑" panose="020B0503020204020204" pitchFamily="34" charset="-122"/>
                        <a:ea typeface="微软雅黑" panose="020B0503020204020204" pitchFamily="34" charset="-122"/>
                      </a:endParaRPr>
                    </a:p>
                    <a:p>
                      <a:pPr algn="ctr"/>
                      <a:r>
                        <a:rPr lang="zh-CN" altLang="en-US" sz="1050" b="1" dirty="0">
                          <a:latin typeface="微软雅黑" panose="020B0503020204020204" pitchFamily="34" charset="-122"/>
                          <a:ea typeface="微软雅黑" panose="020B0503020204020204" pitchFamily="34" charset="-122"/>
                        </a:rPr>
                        <a:t>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申请</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latin typeface="微软雅黑" panose="020B0503020204020204" pitchFamily="34" charset="-122"/>
                          <a:ea typeface="微软雅黑" panose="020B0503020204020204" pitchFamily="34" charset="-122"/>
                        </a:rPr>
                        <a:t>Draft</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购买</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latin typeface="微软雅黑" panose="020B0503020204020204" pitchFamily="34" charset="-122"/>
                          <a:ea typeface="微软雅黑" panose="020B0503020204020204" pitchFamily="34" charset="-122"/>
                        </a:rPr>
                        <a:t>draft</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订单</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日期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t>管理担当</a:t>
                      </a:r>
                      <a:endParaRPr lang="en-US" altLang="zh-CN" sz="1050" b="1" dirty="0"/>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t>ID/</a:t>
                      </a:r>
                      <a:r>
                        <a:rPr lang="zh-CN" altLang="en-US" sz="1050" b="1" dirty="0"/>
                        <a:t>姓名</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主要</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参数</a:t>
                      </a:r>
                      <a:endParaRPr lang="en-US" altLang="zh-CN"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数</a:t>
                      </a:r>
                      <a:endParaRPr lang="en-US" altLang="zh-CN" sz="1050" b="1" kern="1200" dirty="0">
                        <a:solidFill>
                          <a:schemeClr val="tx1"/>
                        </a:solidFill>
                        <a:latin typeface="微软雅黑" panose="020B0503020204020204" pitchFamily="34" charset="-122"/>
                        <a:ea typeface="微软雅黑" panose="020B0503020204020204" pitchFamily="34" charset="-122"/>
                        <a:cs typeface="+mn-cs"/>
                      </a:endParaRPr>
                    </a:p>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量</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单</a:t>
                      </a:r>
                      <a:endParaRPr lang="en-US" altLang="zh-CN" sz="1050" b="1" kern="1200" dirty="0">
                        <a:solidFill>
                          <a:schemeClr val="tx1"/>
                        </a:solidFill>
                        <a:latin typeface="微软雅黑" panose="020B0503020204020204" pitchFamily="34" charset="-122"/>
                        <a:ea typeface="微软雅黑" panose="020B0503020204020204" pitchFamily="34" charset="-122"/>
                        <a:cs typeface="+mn-cs"/>
                      </a:endParaRPr>
                    </a:p>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位</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购买</a:t>
                      </a:r>
                      <a:endParaRPr lang="en-US" altLang="zh-CN" sz="1050" b="1" kern="1200" dirty="0">
                        <a:solidFill>
                          <a:schemeClr val="tx1"/>
                        </a:solidFill>
                        <a:latin typeface="微软雅黑" panose="020B0503020204020204" pitchFamily="34" charset="-122"/>
                        <a:ea typeface="微软雅黑" panose="020B0503020204020204" pitchFamily="34" charset="-122"/>
                        <a:cs typeface="+mn-cs"/>
                      </a:endParaRPr>
                    </a:p>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供应商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免费</a:t>
                      </a:r>
                      <a:endParaRPr lang="en-US" altLang="zh-CN" sz="1050" b="1" kern="1200" dirty="0">
                        <a:solidFill>
                          <a:schemeClr val="tx1"/>
                        </a:solidFill>
                        <a:latin typeface="微软雅黑" panose="020B0503020204020204" pitchFamily="34" charset="-122"/>
                        <a:ea typeface="微软雅黑" panose="020B0503020204020204" pitchFamily="34" charset="-122"/>
                        <a:cs typeface="+mn-cs"/>
                      </a:endParaRPr>
                    </a:p>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维保期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gridSpan="2">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续保</a:t>
                      </a:r>
                      <a:endParaRPr lang="en-US" altLang="zh-CN" sz="1050" b="1" kern="1200" dirty="0">
                        <a:solidFill>
                          <a:schemeClr val="tx1"/>
                        </a:solidFill>
                        <a:latin typeface="微软雅黑" panose="020B0503020204020204" pitchFamily="34" charset="-122"/>
                        <a:ea typeface="微软雅黑" panose="020B0503020204020204" pitchFamily="34" charset="-122"/>
                        <a:cs typeface="+mn-cs"/>
                      </a:endParaRPr>
                    </a:p>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维保期</a:t>
                      </a:r>
                      <a:endParaRPr lang="zh-CN" altLang="en-US" sz="105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故障状态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维保</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供应商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维保</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供应商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最新盘</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点时间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6431708"/>
                  </a:ext>
                </a:extLst>
              </a:tr>
              <a:tr h="243248">
                <a:tc gridSpan="1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solidFill>
                            <a:schemeClr val="tx1"/>
                          </a:solidFill>
                        </a:rPr>
                        <a:t>查询结果主要字段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latinLnBrk="1" hangingPunct="1"/>
                      <a:endParaRPr lang="zh-CN" altLang="en-US" sz="1100" b="1"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dirty="0"/>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05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05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05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05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40868"/>
                  </a:ext>
                </a:extLst>
              </a:tr>
            </a:tbl>
          </a:graphicData>
        </a:graphic>
      </p:graphicFrame>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14</a:t>
            </a:fld>
            <a:endParaRPr lang="ko-KR" altLang="en-US" dirty="0">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a:xfrm>
            <a:off x="416496" y="395982"/>
            <a:ext cx="6941398" cy="297511"/>
          </a:xfrm>
        </p:spPr>
        <p:txBody>
          <a:bodyPr>
            <a:noAutofit/>
          </a:bodyPr>
          <a:lstStyle/>
          <a:p>
            <a:r>
              <a:rPr lang="zh-CN" altLang="en-US" sz="1800" b="1" dirty="0">
                <a:latin typeface="微软雅黑" panose="020B0503020204020204" pitchFamily="34" charset="-122"/>
                <a:ea typeface="微软雅黑" panose="020B0503020204020204" pitchFamily="34" charset="-122"/>
              </a:rPr>
              <a:t>功能需求：报表画面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物料清单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出入库履历</a:t>
            </a:r>
          </a:p>
        </p:txBody>
      </p:sp>
      <p:grpSp>
        <p:nvGrpSpPr>
          <p:cNvPr id="24" name="组合 23">
            <a:extLst>
              <a:ext uri="{FF2B5EF4-FFF2-40B4-BE49-F238E27FC236}">
                <a16:creationId xmlns:a16="http://schemas.microsoft.com/office/drawing/2014/main" id="{CCE72862-C14F-4D44-8956-30DD2F7CED8B}"/>
              </a:ext>
            </a:extLst>
          </p:cNvPr>
          <p:cNvGrpSpPr/>
          <p:nvPr/>
        </p:nvGrpSpPr>
        <p:grpSpPr>
          <a:xfrm>
            <a:off x="5355006" y="388693"/>
            <a:ext cx="280762" cy="304800"/>
            <a:chOff x="3967381" y="4013200"/>
            <a:chExt cx="280762" cy="304800"/>
          </a:xfrm>
        </p:grpSpPr>
        <p:grpSp>
          <p:nvGrpSpPr>
            <p:cNvPr id="25" name="Group 679">
              <a:extLst>
                <a:ext uri="{FF2B5EF4-FFF2-40B4-BE49-F238E27FC236}">
                  <a16:creationId xmlns:a16="http://schemas.microsoft.com/office/drawing/2014/main" id="{B6A01064-87A1-46A7-958B-969214F4631A}"/>
                </a:ext>
              </a:extLst>
            </p:cNvPr>
            <p:cNvGrpSpPr>
              <a:grpSpLocks/>
            </p:cNvGrpSpPr>
            <p:nvPr/>
          </p:nvGrpSpPr>
          <p:grpSpPr bwMode="auto">
            <a:xfrm>
              <a:off x="4035177" y="4013200"/>
              <a:ext cx="212966" cy="304800"/>
              <a:chOff x="1466" y="506"/>
              <a:chExt cx="174" cy="200"/>
            </a:xfrm>
          </p:grpSpPr>
          <p:sp>
            <p:nvSpPr>
              <p:cNvPr id="33" name="Arc 680">
                <a:extLst>
                  <a:ext uri="{FF2B5EF4-FFF2-40B4-BE49-F238E27FC236}">
                    <a16:creationId xmlns:a16="http://schemas.microsoft.com/office/drawing/2014/main" id="{A6AC274D-C349-4F7D-862A-D532A789D4FC}"/>
                  </a:ext>
                </a:extLst>
              </p:cNvPr>
              <p:cNvSpPr>
                <a:spLocks/>
              </p:cNvSpPr>
              <p:nvPr/>
            </p:nvSpPr>
            <p:spPr bwMode="blackWhite">
              <a:xfrm>
                <a:off x="1466" y="506"/>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34" name="Arc 681">
                <a:extLst>
                  <a:ext uri="{FF2B5EF4-FFF2-40B4-BE49-F238E27FC236}">
                    <a16:creationId xmlns:a16="http://schemas.microsoft.com/office/drawing/2014/main" id="{82B53E3A-0B67-4746-8462-A0BD93253465}"/>
                  </a:ext>
                </a:extLst>
              </p:cNvPr>
              <p:cNvSpPr>
                <a:spLocks/>
              </p:cNvSpPr>
              <p:nvPr/>
            </p:nvSpPr>
            <p:spPr bwMode="blackWhite">
              <a:xfrm flipV="1">
                <a:off x="1466" y="600"/>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2" name="Rectangle 682">
              <a:extLst>
                <a:ext uri="{FF2B5EF4-FFF2-40B4-BE49-F238E27FC236}">
                  <a16:creationId xmlns:a16="http://schemas.microsoft.com/office/drawing/2014/main" id="{71CF2EE6-7E6B-49CD-B602-960EC3E37C1C}"/>
                </a:ext>
              </a:extLst>
            </p:cNvPr>
            <p:cNvSpPr>
              <a:spLocks noChangeArrowheads="1"/>
            </p:cNvSpPr>
            <p:nvPr/>
          </p:nvSpPr>
          <p:spPr bwMode="invGray">
            <a:xfrm>
              <a:off x="3967381" y="4079875"/>
              <a:ext cx="24425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13</a:t>
              </a:r>
              <a:endParaRPr lang="ko-KR" altLang="ko-KR" sz="1400" i="1" dirty="0">
                <a:latin typeface="Arial Black" panose="020B0A04020102020204" pitchFamily="34" charset="0"/>
              </a:endParaRPr>
            </a:p>
          </p:txBody>
        </p:sp>
      </p:grpSp>
      <p:grpSp>
        <p:nvGrpSpPr>
          <p:cNvPr id="7" name="组合 6">
            <a:extLst>
              <a:ext uri="{FF2B5EF4-FFF2-40B4-BE49-F238E27FC236}">
                <a16:creationId xmlns:a16="http://schemas.microsoft.com/office/drawing/2014/main" id="{F0688EF6-7D9A-9B1A-AE94-482AAFF0C782}"/>
              </a:ext>
            </a:extLst>
          </p:cNvPr>
          <p:cNvGrpSpPr/>
          <p:nvPr/>
        </p:nvGrpSpPr>
        <p:grpSpPr>
          <a:xfrm>
            <a:off x="133882" y="2985599"/>
            <a:ext cx="2680339" cy="1201611"/>
            <a:chOff x="133882" y="2868044"/>
            <a:chExt cx="2680339" cy="1201611"/>
          </a:xfrm>
        </p:grpSpPr>
        <p:sp>
          <p:nvSpPr>
            <p:cNvPr id="11" name="Rectangle 1378">
              <a:extLst>
                <a:ext uri="{FF2B5EF4-FFF2-40B4-BE49-F238E27FC236}">
                  <a16:creationId xmlns:a16="http://schemas.microsoft.com/office/drawing/2014/main" id="{B0C7B43F-5BCD-4A48-B502-7FBD12DCB856}"/>
                </a:ext>
              </a:extLst>
            </p:cNvPr>
            <p:cNvSpPr>
              <a:spLocks noChangeArrowheads="1"/>
            </p:cNvSpPr>
            <p:nvPr/>
          </p:nvSpPr>
          <p:spPr bwMode="auto">
            <a:xfrm>
              <a:off x="976877" y="2868044"/>
              <a:ext cx="1837344" cy="120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资产耗材发放</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借用</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返还台账查询；</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类型：发放</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借用</a:t>
              </a:r>
              <a:r>
                <a:rPr lang="en-US" altLang="zh-CN" sz="1100" b="1" kern="0" dirty="0">
                  <a:solidFill>
                    <a:srgbClr val="000000"/>
                  </a:solidFill>
                  <a:latin typeface="微软雅黑" panose="020B0503020204020204" pitchFamily="34" charset="-122"/>
                  <a:ea typeface="微软雅黑" panose="020B0503020204020204" pitchFamily="34" charset="-122"/>
                </a:rPr>
                <a:t>/</a:t>
              </a:r>
              <a:r>
                <a:rPr lang="zh-CN" altLang="en-US" sz="1100" b="1" kern="0" dirty="0">
                  <a:solidFill>
                    <a:srgbClr val="000000"/>
                  </a:solidFill>
                  <a:latin typeface="微软雅黑" panose="020B0503020204020204" pitchFamily="34" charset="-122"/>
                  <a:ea typeface="微软雅黑" panose="020B0503020204020204" pitchFamily="34" charset="-122"/>
                </a:rPr>
                <a:t>返还；</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默认显示近一周的登录人所在法人的所有类型的台账。</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可下载。</a:t>
              </a:r>
              <a:endParaRPr lang="ko-KR" altLang="ko-KR" sz="1100" b="1" kern="0" dirty="0">
                <a:solidFill>
                  <a:srgbClr val="000000"/>
                </a:solidFill>
                <a:latin typeface="微软雅黑" panose="020B0503020204020204" pitchFamily="34" charset="-122"/>
              </a:endParaRPr>
            </a:p>
          </p:txBody>
        </p:sp>
        <p:grpSp>
          <p:nvGrpSpPr>
            <p:cNvPr id="12" name="Group 14">
              <a:extLst>
                <a:ext uri="{FF2B5EF4-FFF2-40B4-BE49-F238E27FC236}">
                  <a16:creationId xmlns:a16="http://schemas.microsoft.com/office/drawing/2014/main" id="{29D0AEBF-4879-4742-A5E3-98C7CE70BB95}"/>
                </a:ext>
              </a:extLst>
            </p:cNvPr>
            <p:cNvGrpSpPr>
              <a:grpSpLocks/>
            </p:cNvGrpSpPr>
            <p:nvPr/>
          </p:nvGrpSpPr>
          <p:grpSpPr bwMode="auto">
            <a:xfrm>
              <a:off x="133882" y="2868044"/>
              <a:ext cx="767087" cy="788988"/>
              <a:chOff x="2400" y="1968"/>
              <a:chExt cx="1152" cy="576"/>
            </a:xfrm>
          </p:grpSpPr>
          <p:sp>
            <p:nvSpPr>
              <p:cNvPr id="13" name="Freeform 15">
                <a:extLst>
                  <a:ext uri="{FF2B5EF4-FFF2-40B4-BE49-F238E27FC236}">
                    <a16:creationId xmlns:a16="http://schemas.microsoft.com/office/drawing/2014/main" id="{C1CBDEE7-7DE0-44DE-9D88-20D5753848F7}"/>
                  </a:ext>
                </a:extLst>
              </p:cNvPr>
              <p:cNvSpPr>
                <a:spLocks/>
              </p:cNvSpPr>
              <p:nvPr>
                <p:custDataLst>
                  <p:tags r:id="rId8"/>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4" name="Rectangle 16">
                <a:extLst>
                  <a:ext uri="{FF2B5EF4-FFF2-40B4-BE49-F238E27FC236}">
                    <a16:creationId xmlns:a16="http://schemas.microsoft.com/office/drawing/2014/main" id="{0B7256E2-7651-49C9-BDEA-5E01CA3CB792}"/>
                  </a:ext>
                </a:extLst>
              </p:cNvPr>
              <p:cNvSpPr>
                <a:spLocks noChangeArrowheads="1"/>
              </p:cNvSpPr>
              <p:nvPr>
                <p:custDataLst>
                  <p:tags r:id="rId9"/>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发放</a:t>
                </a:r>
                <a:r>
                  <a:rPr lang="en-US" altLang="zh-CN" sz="1200" b="1" kern="0" dirty="0">
                    <a:solidFill>
                      <a:srgbClr val="000000"/>
                    </a:solidFill>
                    <a:latin typeface="微软雅黑" panose="020B0503020204020204" pitchFamily="34" charset="-122"/>
                    <a:ea typeface="微软雅黑" panose="020B0503020204020204" pitchFamily="34" charset="-122"/>
                  </a:rPr>
                  <a:t>/</a:t>
                </a:r>
                <a:r>
                  <a:rPr lang="zh-CN" altLang="en-US" sz="1200" b="1" kern="0" dirty="0">
                    <a:solidFill>
                      <a:srgbClr val="000000"/>
                    </a:solidFill>
                    <a:latin typeface="微软雅黑" panose="020B0503020204020204" pitchFamily="34" charset="-122"/>
                    <a:ea typeface="微软雅黑" panose="020B0503020204020204" pitchFamily="34" charset="-122"/>
                  </a:rPr>
                  <a:t>借用</a:t>
                </a:r>
                <a:r>
                  <a:rPr lang="en-US" altLang="zh-CN" sz="1200" b="1" kern="0" dirty="0">
                    <a:solidFill>
                      <a:srgbClr val="000000"/>
                    </a:solidFill>
                    <a:latin typeface="微软雅黑" panose="020B0503020204020204" pitchFamily="34" charset="-122"/>
                    <a:ea typeface="微软雅黑" panose="020B0503020204020204" pitchFamily="34" charset="-122"/>
                  </a:rPr>
                  <a:t>/</a:t>
                </a:r>
                <a:r>
                  <a:rPr lang="zh-CN" altLang="en-US" sz="1200" b="1" kern="0" dirty="0">
                    <a:solidFill>
                      <a:srgbClr val="000000"/>
                    </a:solidFill>
                    <a:latin typeface="微软雅黑" panose="020B0503020204020204" pitchFamily="34" charset="-122"/>
                    <a:ea typeface="微软雅黑" panose="020B0503020204020204" pitchFamily="34" charset="-122"/>
                  </a:rPr>
                  <a:t>返还台账</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sp>
        <p:nvSpPr>
          <p:cNvPr id="22" name="Rectangle 1379">
            <a:extLst>
              <a:ext uri="{FF2B5EF4-FFF2-40B4-BE49-F238E27FC236}">
                <a16:creationId xmlns:a16="http://schemas.microsoft.com/office/drawing/2014/main" id="{EAF60DE5-0DB6-4075-9401-128C656293CB}"/>
              </a:ext>
            </a:extLst>
          </p:cNvPr>
          <p:cNvSpPr>
            <a:spLocks noChangeArrowheads="1"/>
          </p:cNvSpPr>
          <p:nvPr/>
        </p:nvSpPr>
        <p:spPr bwMode="auto">
          <a:xfrm>
            <a:off x="976877" y="938931"/>
            <a:ext cx="1712725"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Line 1380">
            <a:extLst>
              <a:ext uri="{FF2B5EF4-FFF2-40B4-BE49-F238E27FC236}">
                <a16:creationId xmlns:a16="http://schemas.microsoft.com/office/drawing/2014/main" id="{334B2AFE-7D08-4E3E-8433-286D7E4D0147}"/>
              </a:ext>
            </a:extLst>
          </p:cNvPr>
          <p:cNvSpPr>
            <a:spLocks noChangeShapeType="1"/>
          </p:cNvSpPr>
          <p:nvPr/>
        </p:nvSpPr>
        <p:spPr bwMode="auto">
          <a:xfrm>
            <a:off x="976878" y="1238969"/>
            <a:ext cx="177127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8" name="Rectangle 1379">
            <a:extLst>
              <a:ext uri="{FF2B5EF4-FFF2-40B4-BE49-F238E27FC236}">
                <a16:creationId xmlns:a16="http://schemas.microsoft.com/office/drawing/2014/main" id="{98195D9E-6084-4C10-9CC0-2B9F5EFEC145}"/>
              </a:ext>
            </a:extLst>
          </p:cNvPr>
          <p:cNvSpPr>
            <a:spLocks noChangeArrowheads="1"/>
          </p:cNvSpPr>
          <p:nvPr/>
        </p:nvSpPr>
        <p:spPr bwMode="auto">
          <a:xfrm>
            <a:off x="2991787" y="924011"/>
            <a:ext cx="6613848"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algn="ctr" fontAlgn="base" latinLnBrk="0">
              <a:lnSpc>
                <a:spcPct val="120000"/>
              </a:lnSpc>
              <a:spcBef>
                <a:spcPct val="0"/>
              </a:spcBef>
              <a:spcAft>
                <a:spcPct val="0"/>
              </a:spcAf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查询条件</a:t>
            </a:r>
            <a:r>
              <a:rPr lang="en-US" altLang="zh-CN" sz="1200" b="1" kern="0" dirty="0">
                <a:solidFill>
                  <a:srgbClr val="000000"/>
                </a:solidFill>
                <a:latin typeface="微软雅黑" panose="020B0503020204020204" pitchFamily="34" charset="-122"/>
                <a:ea typeface="微软雅黑" panose="020B0503020204020204" pitchFamily="34" charset="-122"/>
              </a:rPr>
              <a:t> &amp; </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9" name="Line 1380">
            <a:extLst>
              <a:ext uri="{FF2B5EF4-FFF2-40B4-BE49-F238E27FC236}">
                <a16:creationId xmlns:a16="http://schemas.microsoft.com/office/drawing/2014/main" id="{11E39B31-7E41-4AF9-B6F9-3EE6ADEA14AA}"/>
              </a:ext>
            </a:extLst>
          </p:cNvPr>
          <p:cNvSpPr>
            <a:spLocks noChangeShapeType="1"/>
          </p:cNvSpPr>
          <p:nvPr/>
        </p:nvSpPr>
        <p:spPr bwMode="auto">
          <a:xfrm>
            <a:off x="2993247" y="1224051"/>
            <a:ext cx="6624119" cy="11608"/>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aphicFrame>
        <p:nvGraphicFramePr>
          <p:cNvPr id="29" name="表格 4">
            <a:extLst>
              <a:ext uri="{FF2B5EF4-FFF2-40B4-BE49-F238E27FC236}">
                <a16:creationId xmlns:a16="http://schemas.microsoft.com/office/drawing/2014/main" id="{717E187C-4631-470D-A79A-891947F33447}"/>
              </a:ext>
            </a:extLst>
          </p:cNvPr>
          <p:cNvGraphicFramePr>
            <a:graphicFrameLocks noGrp="1"/>
          </p:cNvGraphicFramePr>
          <p:nvPr>
            <p:extLst>
              <p:ext uri="{D42A27DB-BD31-4B8C-83A1-F6EECF244321}">
                <p14:modId xmlns:p14="http://schemas.microsoft.com/office/powerpoint/2010/main" val="4147940251"/>
              </p:ext>
            </p:extLst>
          </p:nvPr>
        </p:nvGraphicFramePr>
        <p:xfrm>
          <a:off x="2991787" y="2985599"/>
          <a:ext cx="6857758" cy="1005840"/>
        </p:xfrm>
        <a:graphic>
          <a:graphicData uri="http://schemas.openxmlformats.org/drawingml/2006/table">
            <a:tbl>
              <a:tblPr firstRow="1" bandRow="1">
                <a:effectLst>
                  <a:innerShdw blurRad="63500" dist="50800" dir="16200000">
                    <a:prstClr val="black">
                      <a:alpha val="50000"/>
                    </a:prstClr>
                  </a:innerShdw>
                </a:effectLst>
                <a:tableStyleId>{69012ECD-51FC-41F1-AA8D-1B2483CD663E}</a:tableStyleId>
              </a:tblPr>
              <a:tblGrid>
                <a:gridCol w="609012">
                  <a:extLst>
                    <a:ext uri="{9D8B030D-6E8A-4147-A177-3AD203B41FA5}">
                      <a16:colId xmlns:a16="http://schemas.microsoft.com/office/drawing/2014/main" val="979507923"/>
                    </a:ext>
                  </a:extLst>
                </a:gridCol>
                <a:gridCol w="609012">
                  <a:extLst>
                    <a:ext uri="{9D8B030D-6E8A-4147-A177-3AD203B41FA5}">
                      <a16:colId xmlns:a16="http://schemas.microsoft.com/office/drawing/2014/main" val="2925572356"/>
                    </a:ext>
                  </a:extLst>
                </a:gridCol>
                <a:gridCol w="720941">
                  <a:extLst>
                    <a:ext uri="{9D8B030D-6E8A-4147-A177-3AD203B41FA5}">
                      <a16:colId xmlns:a16="http://schemas.microsoft.com/office/drawing/2014/main" val="556643075"/>
                    </a:ext>
                  </a:extLst>
                </a:gridCol>
                <a:gridCol w="720941">
                  <a:extLst>
                    <a:ext uri="{9D8B030D-6E8A-4147-A177-3AD203B41FA5}">
                      <a16:colId xmlns:a16="http://schemas.microsoft.com/office/drawing/2014/main" val="558522822"/>
                    </a:ext>
                  </a:extLst>
                </a:gridCol>
                <a:gridCol w="1134119">
                  <a:extLst>
                    <a:ext uri="{9D8B030D-6E8A-4147-A177-3AD203B41FA5}">
                      <a16:colId xmlns:a16="http://schemas.microsoft.com/office/drawing/2014/main" val="1375357042"/>
                    </a:ext>
                  </a:extLst>
                </a:gridCol>
                <a:gridCol w="849735">
                  <a:extLst>
                    <a:ext uri="{9D8B030D-6E8A-4147-A177-3AD203B41FA5}">
                      <a16:colId xmlns:a16="http://schemas.microsoft.com/office/drawing/2014/main" val="2271139348"/>
                    </a:ext>
                  </a:extLst>
                </a:gridCol>
                <a:gridCol w="737806">
                  <a:extLst>
                    <a:ext uri="{9D8B030D-6E8A-4147-A177-3AD203B41FA5}">
                      <a16:colId xmlns:a16="http://schemas.microsoft.com/office/drawing/2014/main" val="3678619302"/>
                    </a:ext>
                  </a:extLst>
                </a:gridCol>
                <a:gridCol w="737806">
                  <a:extLst>
                    <a:ext uri="{9D8B030D-6E8A-4147-A177-3AD203B41FA5}">
                      <a16:colId xmlns:a16="http://schemas.microsoft.com/office/drawing/2014/main" val="1225589187"/>
                    </a:ext>
                  </a:extLst>
                </a:gridCol>
                <a:gridCol w="738386">
                  <a:extLst>
                    <a:ext uri="{9D8B030D-6E8A-4147-A177-3AD203B41FA5}">
                      <a16:colId xmlns:a16="http://schemas.microsoft.com/office/drawing/2014/main" val="2445985020"/>
                    </a:ext>
                  </a:extLst>
                </a:gridCol>
              </a:tblGrid>
              <a:tr h="2394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bg1"/>
                          </a:solidFill>
                          <a:latin typeface="+mn-lt"/>
                          <a:ea typeface="+mn-ea"/>
                          <a:cs typeface="+mn-cs"/>
                        </a:rPr>
                        <a:t>法人</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bg1"/>
                          </a:solidFill>
                          <a:latin typeface="+mn-lt"/>
                          <a:ea typeface="+mn-ea"/>
                          <a:cs typeface="+mn-cs"/>
                        </a:rPr>
                        <a:t>类型</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bg1"/>
                          </a:solidFill>
                          <a:latin typeface="+mn-lt"/>
                          <a:ea typeface="+mn-ea"/>
                          <a:cs typeface="+mn-cs"/>
                        </a:rPr>
                        <a:t>发放日期</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bg1"/>
                          </a:solidFill>
                          <a:latin typeface="+mn-lt"/>
                          <a:ea typeface="+mn-ea"/>
                          <a:cs typeface="+mn-cs"/>
                        </a:rPr>
                        <a:t>借用日期</a:t>
                      </a:r>
                    </a:p>
                  </a:txBody>
                  <a:tcPr anchor="ctr">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bg1"/>
                          </a:solidFill>
                          <a:latin typeface="+mn-lt"/>
                          <a:ea typeface="+mn-ea"/>
                          <a:cs typeface="+mn-cs"/>
                        </a:rPr>
                        <a:t>返还日期</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资产耗材号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bg1"/>
                          </a:solidFill>
                          <a:latin typeface="+mn-lt"/>
                          <a:ea typeface="+mn-ea"/>
                          <a:cs typeface="+mn-cs"/>
                        </a:rPr>
                        <a:t>物料类型</a:t>
                      </a:r>
                      <a:r>
                        <a:rPr lang="en-US" altLang="zh-CN" sz="1050" b="1" kern="1200" dirty="0">
                          <a:solidFill>
                            <a:schemeClr val="bg1"/>
                          </a:solidFill>
                          <a:latin typeface="+mn-lt"/>
                          <a:ea typeface="+mn-ea"/>
                          <a:cs typeface="+mn-cs"/>
                        </a:rPr>
                        <a:t>L3</a:t>
                      </a:r>
                      <a:endParaRPr lang="zh-CN" altLang="en-US" sz="1050" b="1" kern="1200" dirty="0">
                        <a:solidFill>
                          <a:schemeClr val="bg1"/>
                        </a:solidFill>
                        <a:latin typeface="+mn-lt"/>
                        <a:ea typeface="+mn-ea"/>
                        <a:cs typeface="+mn-cs"/>
                      </a:endParaRP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hMerge="1">
                  <a:txBody>
                    <a:bodyPr/>
                    <a:lstStyle/>
                    <a:p>
                      <a:endParaRPr lang="zh-CN" altLang="en-US"/>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bg1"/>
                          </a:solidFill>
                          <a:latin typeface="+mn-lt"/>
                          <a:ea typeface="+mn-ea"/>
                          <a:cs typeface="+mn-cs"/>
                        </a:rPr>
                        <a:t>使用人</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extLst>
                  <a:ext uri="{0D108BD9-81ED-4DB2-BD59-A6C34878D82A}">
                    <a16:rowId xmlns:a16="http://schemas.microsoft.com/office/drawing/2014/main" val="1284643588"/>
                  </a:ext>
                </a:extLst>
              </a:tr>
              <a:tr h="239400">
                <a:tc gridSpan="9">
                  <a:txBody>
                    <a:bodyPr/>
                    <a:lstStyle/>
                    <a:p>
                      <a:pPr algn="ctr"/>
                      <a:r>
                        <a:rPr lang="zh-CN" altLang="en-US" sz="1050" dirty="0"/>
                        <a:t>查询条件</a:t>
                      </a:r>
                      <a:r>
                        <a:rPr lang="en-US" altLang="zh-CN" sz="1050" dirty="0"/>
                        <a:t>&amp;</a:t>
                      </a:r>
                      <a:r>
                        <a:rPr lang="zh-CN" altLang="en-US" sz="1050" dirty="0"/>
                        <a:t>查询结果共同字段  </a:t>
                      </a:r>
                      <a:r>
                        <a:rPr lang="en-US" altLang="zh-CN" sz="1050" dirty="0"/>
                        <a:t>(Key:</a:t>
                      </a:r>
                      <a:r>
                        <a:rPr lang="zh-CN" altLang="en-US" sz="1050" dirty="0"/>
                        <a:t>法人</a:t>
                      </a:r>
                      <a:r>
                        <a:rPr lang="en-US" altLang="zh-CN" sz="1050" dirty="0"/>
                        <a:t>+</a:t>
                      </a:r>
                      <a:r>
                        <a:rPr lang="zh-CN" altLang="en-US" sz="1050" dirty="0"/>
                        <a:t>发放日期</a:t>
                      </a:r>
                      <a:r>
                        <a:rPr lang="en-US" altLang="zh-CN" sz="1050" dirty="0"/>
                        <a:t>/</a:t>
                      </a:r>
                      <a:r>
                        <a:rPr lang="zh-CN" altLang="en-US" sz="1050" dirty="0"/>
                        <a:t>借用日期</a:t>
                      </a:r>
                      <a:r>
                        <a:rPr lang="en-US" altLang="zh-CN" sz="1050" dirty="0"/>
                        <a:t>/</a:t>
                      </a:r>
                      <a:r>
                        <a:rPr lang="zh-CN" altLang="en-US" sz="1050" dirty="0"/>
                        <a:t>返还日期</a:t>
                      </a:r>
                      <a:r>
                        <a:rPr lang="en-US" altLang="zh-CN" sz="1050" dirty="0"/>
                        <a:t>+</a:t>
                      </a:r>
                      <a:r>
                        <a:rPr lang="zh-CN" altLang="en-US" sz="1050" dirty="0"/>
                        <a:t>资产耗材号</a:t>
                      </a:r>
                      <a:r>
                        <a:rPr lang="en-US" altLang="zh-CN" sz="1050" dirty="0"/>
                        <a:t>)</a:t>
                      </a: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p>
                  </a:txBody>
                  <a:tcPr>
                    <a:lnL>
                      <a:noFill/>
                    </a:lnL>
                    <a:lnT w="12700" cap="flat" cmpd="sng" algn="ctr">
                      <a:solidFill>
                        <a:schemeClr val="tx1"/>
                      </a:solidFill>
                      <a:prstDash val="solid"/>
                      <a:round/>
                      <a:headEnd type="none" w="med" len="med"/>
                      <a:tailEnd type="none" w="med" len="med"/>
                    </a:lnT>
                    <a:cell3D prstMaterial="dkEdge">
                      <a:bevel prst="relaxedInset"/>
                      <a:lightRig rig="flood" dir="t"/>
                    </a:cell3D>
                    <a:solidFill>
                      <a:schemeClr val="accent2">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pPr algn="ctr"/>
                      <a:endParaRPr lang="zh-CN" altLang="en-US" sz="1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pPr algn="ct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49904"/>
                  </a:ext>
                </a:extLst>
              </a:tr>
              <a:tr h="23940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发放人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领取人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返还人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kern="1200" dirty="0">
                          <a:solidFill>
                            <a:schemeClr val="tx1"/>
                          </a:solidFill>
                          <a:latin typeface="+mn-lt"/>
                          <a:ea typeface="+mn-ea"/>
                          <a:cs typeface="+mn-cs"/>
                        </a:rPr>
                        <a:t>返还原因</a:t>
                      </a:r>
                      <a:endParaRPr lang="zh-CN" altLang="en-US" sz="105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借用预计返还日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耗材主资产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可否再用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发放数量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kern="1200" dirty="0">
                          <a:solidFill>
                            <a:schemeClr val="tx1"/>
                          </a:solidFill>
                          <a:latin typeface="+mn-lt"/>
                          <a:ea typeface="+mn-ea"/>
                          <a:cs typeface="+mn-cs"/>
                        </a:rPr>
                        <a:t>当前状态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6431708"/>
                  </a:ext>
                </a:extLst>
              </a:tr>
              <a:tr h="239400">
                <a:tc gridSpan="9">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solidFill>
                            <a:schemeClr val="tx1"/>
                          </a:solidFill>
                        </a:rPr>
                        <a:t>查询结果主要字段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latinLnBrk="1" hangingPunct="1"/>
                      <a:endParaRPr lang="zh-CN" altLang="en-US" sz="1100" b="1"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dirty="0"/>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dirty="0"/>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40868"/>
                  </a:ext>
                </a:extLst>
              </a:tr>
            </a:tbl>
          </a:graphicData>
        </a:graphic>
      </p:graphicFrame>
      <p:graphicFrame>
        <p:nvGraphicFramePr>
          <p:cNvPr id="30" name="表格 4">
            <a:extLst>
              <a:ext uri="{FF2B5EF4-FFF2-40B4-BE49-F238E27FC236}">
                <a16:creationId xmlns:a16="http://schemas.microsoft.com/office/drawing/2014/main" id="{F018920D-464F-4430-BF99-251308623753}"/>
              </a:ext>
            </a:extLst>
          </p:cNvPr>
          <p:cNvGraphicFramePr>
            <a:graphicFrameLocks noGrp="1"/>
          </p:cNvGraphicFramePr>
          <p:nvPr>
            <p:extLst>
              <p:ext uri="{D42A27DB-BD31-4B8C-83A1-F6EECF244321}">
                <p14:modId xmlns:p14="http://schemas.microsoft.com/office/powerpoint/2010/main" val="51601394"/>
              </p:ext>
            </p:extLst>
          </p:nvPr>
        </p:nvGraphicFramePr>
        <p:xfrm>
          <a:off x="2991787" y="4320391"/>
          <a:ext cx="5872481" cy="1074130"/>
        </p:xfrm>
        <a:graphic>
          <a:graphicData uri="http://schemas.openxmlformats.org/drawingml/2006/table">
            <a:tbl>
              <a:tblPr firstRow="1" bandRow="1">
                <a:effectLst>
                  <a:innerShdw blurRad="63500" dist="50800" dir="16200000">
                    <a:prstClr val="black">
                      <a:alpha val="50000"/>
                    </a:prstClr>
                  </a:innerShdw>
                </a:effectLst>
                <a:tableStyleId>{69012ECD-51FC-41F1-AA8D-1B2483CD663E}</a:tableStyleId>
              </a:tblPr>
              <a:tblGrid>
                <a:gridCol w="1116330">
                  <a:extLst>
                    <a:ext uri="{9D8B030D-6E8A-4147-A177-3AD203B41FA5}">
                      <a16:colId xmlns:a16="http://schemas.microsoft.com/office/drawing/2014/main" val="979507923"/>
                    </a:ext>
                  </a:extLst>
                </a:gridCol>
                <a:gridCol w="943293">
                  <a:extLst>
                    <a:ext uri="{9D8B030D-6E8A-4147-A177-3AD203B41FA5}">
                      <a16:colId xmlns:a16="http://schemas.microsoft.com/office/drawing/2014/main" val="2925572356"/>
                    </a:ext>
                  </a:extLst>
                </a:gridCol>
                <a:gridCol w="1279843">
                  <a:extLst>
                    <a:ext uri="{9D8B030D-6E8A-4147-A177-3AD203B41FA5}">
                      <a16:colId xmlns:a16="http://schemas.microsoft.com/office/drawing/2014/main" val="556643075"/>
                    </a:ext>
                  </a:extLst>
                </a:gridCol>
                <a:gridCol w="914717">
                  <a:extLst>
                    <a:ext uri="{9D8B030D-6E8A-4147-A177-3AD203B41FA5}">
                      <a16:colId xmlns:a16="http://schemas.microsoft.com/office/drawing/2014/main" val="388364120"/>
                    </a:ext>
                  </a:extLst>
                </a:gridCol>
                <a:gridCol w="790893">
                  <a:extLst>
                    <a:ext uri="{9D8B030D-6E8A-4147-A177-3AD203B41FA5}">
                      <a16:colId xmlns:a16="http://schemas.microsoft.com/office/drawing/2014/main" val="558522822"/>
                    </a:ext>
                  </a:extLst>
                </a:gridCol>
                <a:gridCol w="827405">
                  <a:extLst>
                    <a:ext uri="{9D8B030D-6E8A-4147-A177-3AD203B41FA5}">
                      <a16:colId xmlns:a16="http://schemas.microsoft.com/office/drawing/2014/main" val="905488281"/>
                    </a:ext>
                  </a:extLst>
                </a:gridCol>
              </a:tblGrid>
              <a:tr h="27174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法人</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部门</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使用担当</a:t>
                      </a:r>
                      <a:r>
                        <a:rPr lang="en-US" altLang="zh-CN" sz="1100" b="1" kern="1200" dirty="0">
                          <a:solidFill>
                            <a:schemeClr val="bg1"/>
                          </a:solidFill>
                          <a:latin typeface="+mn-lt"/>
                          <a:ea typeface="+mn-ea"/>
                          <a:cs typeface="+mn-cs"/>
                        </a:rPr>
                        <a:t>ID/</a:t>
                      </a:r>
                      <a:r>
                        <a:rPr lang="zh-CN" altLang="en-US" sz="1100" b="1" kern="1200" dirty="0">
                          <a:solidFill>
                            <a:schemeClr val="bg1"/>
                          </a:solidFill>
                          <a:latin typeface="+mn-lt"/>
                          <a:ea typeface="+mn-ea"/>
                          <a:cs typeface="+mn-cs"/>
                        </a:rPr>
                        <a:t>姓名</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100" dirty="0"/>
                        <a:t>SAP</a:t>
                      </a:r>
                      <a:r>
                        <a:rPr lang="zh-CN" altLang="en-US" sz="1100" dirty="0"/>
                        <a:t>资产号</a:t>
                      </a:r>
                    </a:p>
                  </a:txBody>
                  <a:tcPr anchor="ctr">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物料状态</a:t>
                      </a:r>
                    </a:p>
                  </a:txBody>
                  <a:tcPr anchor="ctr">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100" b="1" kern="1200" dirty="0">
                          <a:solidFill>
                            <a:schemeClr val="bg1"/>
                          </a:solidFill>
                          <a:latin typeface="+mn-lt"/>
                          <a:ea typeface="+mn-ea"/>
                          <a:cs typeface="+mn-cs"/>
                        </a:rPr>
                        <a:t>-</a:t>
                      </a:r>
                      <a:endParaRPr lang="zh-CN" altLang="en-US" sz="1100" b="1" kern="1200" dirty="0">
                        <a:solidFill>
                          <a:schemeClr val="bg1"/>
                        </a:solidFill>
                        <a:latin typeface="+mn-lt"/>
                        <a:ea typeface="+mn-ea"/>
                        <a:cs typeface="+mn-cs"/>
                      </a:endParaRP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extLst>
                  <a:ext uri="{0D108BD9-81ED-4DB2-BD59-A6C34878D82A}">
                    <a16:rowId xmlns:a16="http://schemas.microsoft.com/office/drawing/2014/main" val="1284643588"/>
                  </a:ext>
                </a:extLst>
              </a:tr>
              <a:tr h="265321">
                <a:tc gridSpan="6">
                  <a:txBody>
                    <a:bodyPr/>
                    <a:lstStyle/>
                    <a:p>
                      <a:pPr algn="ctr"/>
                      <a:r>
                        <a:rPr lang="zh-CN" altLang="en-US" sz="1100" dirty="0"/>
                        <a:t>查询条件</a:t>
                      </a:r>
                      <a:r>
                        <a:rPr lang="en-US" altLang="zh-CN" sz="1100" dirty="0"/>
                        <a:t>&amp;</a:t>
                      </a:r>
                      <a:r>
                        <a:rPr lang="zh-CN" altLang="en-US" sz="1100" dirty="0"/>
                        <a:t>查询结果共同字段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p>
                  </a:txBody>
                  <a:tcPr>
                    <a:cell3D prstMaterial="dkEdge">
                      <a:bevel prst="relaxedInset"/>
                      <a:lightRig rig="flood" dir="t"/>
                    </a:cell3D>
                    <a:solidFill>
                      <a:schemeClr val="accent2">
                        <a:lumMod val="20000"/>
                        <a:lumOff val="80000"/>
                      </a:schemeClr>
                    </a:solidFill>
                  </a:tcPr>
                </a:tc>
                <a:tc hMerge="1">
                  <a:txBody>
                    <a:bodyPr/>
                    <a:lstStyle/>
                    <a:p>
                      <a:endParaRPr lang="zh-CN" altLang="en-US"/>
                    </a:p>
                  </a:txBody>
                  <a:tcPr/>
                </a:tc>
                <a:tc hMerge="1">
                  <a:txBody>
                    <a:bodyPr/>
                    <a:lstStyle/>
                    <a:p>
                      <a:endParaRPr lang="zh-CN" altLang="en-US"/>
                    </a:p>
                  </a:txBody>
                  <a:tcPr>
                    <a:lnL>
                      <a:noFill/>
                    </a:lnL>
                  </a:tcPr>
                </a:tc>
                <a:tc hMerge="1">
                  <a:txBody>
                    <a:bodyPr/>
                    <a:lstStyle/>
                    <a:p>
                      <a:endParaRPr lang="zh-CN" altLang="en-US"/>
                    </a:p>
                  </a:txBody>
                  <a:tcPr/>
                </a:tc>
                <a:tc hMerge="1">
                  <a:txBody>
                    <a:bodyPr/>
                    <a:lstStyle/>
                    <a:p>
                      <a:pPr algn="ctr"/>
                      <a:endParaRPr lang="zh-CN" altLang="en-US" sz="1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49904"/>
                  </a:ext>
                </a:extLst>
              </a:tr>
              <a:tr h="27174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100" b="1" kern="1200" dirty="0">
                          <a:solidFill>
                            <a:schemeClr val="tx1"/>
                          </a:solidFill>
                          <a:latin typeface="+mn-lt"/>
                          <a:ea typeface="+mn-ea"/>
                          <a:cs typeface="+mn-cs"/>
                        </a:rPr>
                        <a:t>IT</a:t>
                      </a:r>
                      <a:r>
                        <a:rPr lang="zh-CN" altLang="en-US" sz="1100" b="1" kern="1200" dirty="0">
                          <a:solidFill>
                            <a:schemeClr val="tx1"/>
                          </a:solidFill>
                          <a:latin typeface="+mn-lt"/>
                          <a:ea typeface="+mn-ea"/>
                          <a:cs typeface="+mn-cs"/>
                        </a:rPr>
                        <a:t>资产</a:t>
                      </a:r>
                      <a:r>
                        <a:rPr lang="en-US" altLang="zh-CN" sz="1100" b="1" kern="1200" dirty="0">
                          <a:solidFill>
                            <a:schemeClr val="tx1"/>
                          </a:solidFill>
                          <a:latin typeface="+mn-lt"/>
                          <a:ea typeface="+mn-ea"/>
                          <a:cs typeface="+mn-cs"/>
                        </a:rPr>
                        <a:t>/</a:t>
                      </a:r>
                      <a:r>
                        <a:rPr lang="zh-CN" altLang="en-US" sz="1100" b="1" kern="1200" dirty="0">
                          <a:solidFill>
                            <a:schemeClr val="tx1"/>
                          </a:solidFill>
                          <a:latin typeface="+mn-lt"/>
                          <a:ea typeface="+mn-ea"/>
                          <a:cs typeface="+mn-cs"/>
                        </a:rPr>
                        <a:t>耗材号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物料类型</a:t>
                      </a:r>
                      <a:r>
                        <a:rPr lang="en-US" altLang="zh-CN" sz="1100" b="1" kern="1200" dirty="0">
                          <a:solidFill>
                            <a:schemeClr val="tx1"/>
                          </a:solidFill>
                          <a:latin typeface="+mn-lt"/>
                          <a:ea typeface="+mn-ea"/>
                          <a:cs typeface="+mn-cs"/>
                        </a:rPr>
                        <a:t>L3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耗材主资产号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100" b="1" kern="1200" dirty="0">
                          <a:solidFill>
                            <a:schemeClr val="tx1"/>
                          </a:solidFill>
                          <a:latin typeface="+mn-lt"/>
                          <a:ea typeface="+mn-ea"/>
                          <a:cs typeface="+mn-cs"/>
                        </a:rPr>
                        <a:t>入库日期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100" b="1" kern="1200" dirty="0">
                          <a:solidFill>
                            <a:schemeClr val="tx1"/>
                          </a:solidFill>
                          <a:latin typeface="+mn-lt"/>
                          <a:ea typeface="+mn-ea"/>
                          <a:cs typeface="+mn-cs"/>
                        </a:rPr>
                        <a:t>金额</a:t>
                      </a:r>
                      <a:endParaRPr lang="zh-CN" alt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金额</a:t>
                      </a:r>
                      <a:r>
                        <a:rPr lang="en-US" altLang="zh-CN" sz="1100" b="1" kern="1200" dirty="0">
                          <a:solidFill>
                            <a:schemeClr val="tx1"/>
                          </a:solidFill>
                          <a:latin typeface="+mn-lt"/>
                          <a:ea typeface="+mn-ea"/>
                          <a:cs typeface="+mn-cs"/>
                        </a:rPr>
                        <a:t>SUM</a:t>
                      </a:r>
                      <a:endParaRPr lang="zh-CN" altLang="en-US" sz="1100" b="1" kern="1200" dirty="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6431708"/>
                  </a:ext>
                </a:extLst>
              </a:tr>
              <a:tr h="265321">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dirty="0">
                          <a:solidFill>
                            <a:schemeClr val="tx1"/>
                          </a:solidFill>
                        </a:rPr>
                        <a:t>查询结果主要字段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latinLnBrk="1" hangingPunct="1"/>
                      <a:endParaRPr lang="zh-CN" altLang="en-US" sz="1100" b="1" kern="1200" dirty="0">
                        <a:solidFill>
                          <a:schemeClr val="bg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dirty="0"/>
                    </a:p>
                  </a:txBody>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40868"/>
                  </a:ext>
                </a:extLst>
              </a:tr>
            </a:tbl>
          </a:graphicData>
        </a:graphic>
      </p:graphicFrame>
      <p:grpSp>
        <p:nvGrpSpPr>
          <p:cNvPr id="6" name="组合 5">
            <a:extLst>
              <a:ext uri="{FF2B5EF4-FFF2-40B4-BE49-F238E27FC236}">
                <a16:creationId xmlns:a16="http://schemas.microsoft.com/office/drawing/2014/main" id="{5A900C96-A6D7-035A-DFC4-8E9E8DAA0ABC}"/>
              </a:ext>
            </a:extLst>
          </p:cNvPr>
          <p:cNvGrpSpPr/>
          <p:nvPr/>
        </p:nvGrpSpPr>
        <p:grpSpPr>
          <a:xfrm>
            <a:off x="133882" y="4320391"/>
            <a:ext cx="2680339" cy="998478"/>
            <a:chOff x="133882" y="4115304"/>
            <a:chExt cx="2680339" cy="998478"/>
          </a:xfrm>
        </p:grpSpPr>
        <p:grpSp>
          <p:nvGrpSpPr>
            <p:cNvPr id="23" name="Group 14">
              <a:extLst>
                <a:ext uri="{FF2B5EF4-FFF2-40B4-BE49-F238E27FC236}">
                  <a16:creationId xmlns:a16="http://schemas.microsoft.com/office/drawing/2014/main" id="{1923CF99-96A8-4B3F-A88F-3B9DD060E5D7}"/>
                </a:ext>
              </a:extLst>
            </p:cNvPr>
            <p:cNvGrpSpPr>
              <a:grpSpLocks/>
            </p:cNvGrpSpPr>
            <p:nvPr/>
          </p:nvGrpSpPr>
          <p:grpSpPr bwMode="auto">
            <a:xfrm>
              <a:off x="133882" y="4115304"/>
              <a:ext cx="767087" cy="788988"/>
              <a:chOff x="2400" y="1968"/>
              <a:chExt cx="1152" cy="576"/>
            </a:xfrm>
          </p:grpSpPr>
          <p:sp>
            <p:nvSpPr>
              <p:cNvPr id="27" name="Freeform 15">
                <a:extLst>
                  <a:ext uri="{FF2B5EF4-FFF2-40B4-BE49-F238E27FC236}">
                    <a16:creationId xmlns:a16="http://schemas.microsoft.com/office/drawing/2014/main" id="{970641F2-9D48-4B8E-B3BD-32F1F9E3F06E}"/>
                  </a:ext>
                </a:extLst>
              </p:cNvPr>
              <p:cNvSpPr>
                <a:spLocks/>
              </p:cNvSpPr>
              <p:nvPr>
                <p:custDataLst>
                  <p:tags r:id="rId6"/>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Rectangle 16">
                <a:extLst>
                  <a:ext uri="{FF2B5EF4-FFF2-40B4-BE49-F238E27FC236}">
                    <a16:creationId xmlns:a16="http://schemas.microsoft.com/office/drawing/2014/main" id="{149B9503-6D57-4898-BD1F-42AE9867924B}"/>
                  </a:ext>
                </a:extLst>
              </p:cNvPr>
              <p:cNvSpPr>
                <a:spLocks noChangeArrowheads="1"/>
              </p:cNvSpPr>
              <p:nvPr>
                <p:custDataLst>
                  <p:tags r:id="rId7"/>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使用人别</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00000"/>
                  </a:lnSpc>
                  <a:spcBef>
                    <a:spcPct val="0"/>
                  </a:spcBef>
                  <a:spcAft>
                    <a:spcPct val="0"/>
                  </a:spcAft>
                  <a:buClrTx/>
                  <a:buSzPct val="120000"/>
                  <a:buFontTx/>
                  <a:buNone/>
                  <a:tabLst/>
                  <a:defRPr/>
                </a:pPr>
                <a:r>
                  <a:rPr lang="en-US" altLang="zh-CN" sz="1200" b="1" kern="0" dirty="0">
                    <a:solidFill>
                      <a:srgbClr val="000000"/>
                    </a:solidFill>
                    <a:latin typeface="微软雅黑" panose="020B0503020204020204" pitchFamily="34" charset="-122"/>
                    <a:ea typeface="微软雅黑" panose="020B0503020204020204" pitchFamily="34" charset="-122"/>
                  </a:rPr>
                  <a:t>SAP</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资产别</a:t>
                </a:r>
                <a:r>
                  <a:rPr lang="zh-CN" altLang="en-US" sz="1200" b="1" kern="0" dirty="0">
                    <a:solidFill>
                      <a:srgbClr val="000000"/>
                    </a:solidFill>
                    <a:latin typeface="微软雅黑" panose="020B0503020204020204" pitchFamily="34" charset="-122"/>
                    <a:ea typeface="微软雅黑" panose="020B0503020204020204" pitchFamily="34" charset="-122"/>
                  </a:rPr>
                  <a:t>物料</a:t>
                </a:r>
                <a:endParaRPr kumimoji="0" lang="en-US" altLang="zh-CN"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查询</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1" name="Rectangle 1378">
              <a:extLst>
                <a:ext uri="{FF2B5EF4-FFF2-40B4-BE49-F238E27FC236}">
                  <a16:creationId xmlns:a16="http://schemas.microsoft.com/office/drawing/2014/main" id="{C6EC22FA-A5AE-49D5-B900-E76993B0C979}"/>
                </a:ext>
              </a:extLst>
            </p:cNvPr>
            <p:cNvSpPr>
              <a:spLocks noChangeArrowheads="1"/>
            </p:cNvSpPr>
            <p:nvPr/>
          </p:nvSpPr>
          <p:spPr bwMode="auto">
            <a:xfrm>
              <a:off x="976877" y="4115304"/>
              <a:ext cx="1837344" cy="9984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根据使用人别</a:t>
              </a:r>
              <a:r>
                <a:rPr lang="en-US" altLang="zh-CN" sz="1100" b="1" kern="0" dirty="0">
                  <a:solidFill>
                    <a:srgbClr val="000000"/>
                  </a:solidFill>
                  <a:latin typeface="微软雅黑" panose="020B0503020204020204" pitchFamily="34" charset="-122"/>
                  <a:ea typeface="微软雅黑" panose="020B0503020204020204" pitchFamily="34" charset="-122"/>
                </a:rPr>
                <a:t>SAP</a:t>
              </a:r>
              <a:r>
                <a:rPr lang="zh-CN" altLang="en-US" sz="1100" b="1" kern="0" dirty="0">
                  <a:solidFill>
                    <a:srgbClr val="000000"/>
                  </a:solidFill>
                  <a:latin typeface="微软雅黑" panose="020B0503020204020204" pitchFamily="34" charset="-122"/>
                  <a:ea typeface="微软雅黑" panose="020B0503020204020204" pitchFamily="34" charset="-122"/>
                </a:rPr>
                <a:t>资产号别，调出此资产对应的</a:t>
              </a:r>
              <a:r>
                <a:rPr lang="en-US" altLang="zh-CN" sz="1100" b="1" kern="0" dirty="0">
                  <a:solidFill>
                    <a:srgbClr val="000000"/>
                  </a:solidFill>
                  <a:latin typeface="微软雅黑" panose="020B0503020204020204" pitchFamily="34" charset="-122"/>
                  <a:ea typeface="微软雅黑" panose="020B0503020204020204" pitchFamily="34" charset="-122"/>
                </a:rPr>
                <a:t>IT</a:t>
              </a:r>
              <a:r>
                <a:rPr lang="zh-CN" altLang="en-US" sz="1100" b="1" kern="0" dirty="0">
                  <a:solidFill>
                    <a:srgbClr val="000000"/>
                  </a:solidFill>
                  <a:latin typeface="微软雅黑" panose="020B0503020204020204" pitchFamily="34" charset="-122"/>
                  <a:ea typeface="微软雅黑" panose="020B0503020204020204" pitchFamily="34" charset="-122"/>
                </a:rPr>
                <a:t>资产号物料清单，以及耗材“耗材主资材”信息是此</a:t>
              </a:r>
              <a:r>
                <a:rPr lang="en-US" altLang="zh-CN" sz="1100" b="1" kern="0" dirty="0">
                  <a:solidFill>
                    <a:srgbClr val="000000"/>
                  </a:solidFill>
                  <a:latin typeface="微软雅黑" panose="020B0503020204020204" pitchFamily="34" charset="-122"/>
                  <a:ea typeface="微软雅黑" panose="020B0503020204020204" pitchFamily="34" charset="-122"/>
                </a:rPr>
                <a:t>IT</a:t>
              </a:r>
              <a:r>
                <a:rPr lang="zh-CN" altLang="en-US" sz="1100" b="1" kern="0" dirty="0">
                  <a:solidFill>
                    <a:srgbClr val="000000"/>
                  </a:solidFill>
                  <a:latin typeface="微软雅黑" panose="020B0503020204020204" pitchFamily="34" charset="-122"/>
                  <a:ea typeface="微软雅黑" panose="020B0503020204020204" pitchFamily="34" charset="-122"/>
                </a:rPr>
                <a:t>资材号的所有耗材物料清单。</a:t>
              </a:r>
              <a:endParaRPr lang="ko-KR" altLang="ko-KR" sz="1100" b="1" kern="0" dirty="0">
                <a:solidFill>
                  <a:srgbClr val="000000"/>
                </a:solidFill>
                <a:latin typeface="微软雅黑" panose="020B0503020204020204" pitchFamily="34" charset="-122"/>
              </a:endParaRPr>
            </a:p>
          </p:txBody>
        </p:sp>
      </p:grpSp>
      <p:grpSp>
        <p:nvGrpSpPr>
          <p:cNvPr id="35" name="组合 34">
            <a:extLst>
              <a:ext uri="{FF2B5EF4-FFF2-40B4-BE49-F238E27FC236}">
                <a16:creationId xmlns:a16="http://schemas.microsoft.com/office/drawing/2014/main" id="{DE1BE87B-D5D4-47DC-B621-A4A0CB69534D}"/>
              </a:ext>
            </a:extLst>
          </p:cNvPr>
          <p:cNvGrpSpPr/>
          <p:nvPr/>
        </p:nvGrpSpPr>
        <p:grpSpPr>
          <a:xfrm>
            <a:off x="3725693" y="388693"/>
            <a:ext cx="280762" cy="304800"/>
            <a:chOff x="3967381" y="4013200"/>
            <a:chExt cx="280762" cy="304800"/>
          </a:xfrm>
        </p:grpSpPr>
        <p:grpSp>
          <p:nvGrpSpPr>
            <p:cNvPr id="36" name="Group 679">
              <a:extLst>
                <a:ext uri="{FF2B5EF4-FFF2-40B4-BE49-F238E27FC236}">
                  <a16:creationId xmlns:a16="http://schemas.microsoft.com/office/drawing/2014/main" id="{2FB54A91-758B-4207-BFC4-FDE5E946A2A9}"/>
                </a:ext>
              </a:extLst>
            </p:cNvPr>
            <p:cNvGrpSpPr>
              <a:grpSpLocks/>
            </p:cNvGrpSpPr>
            <p:nvPr/>
          </p:nvGrpSpPr>
          <p:grpSpPr bwMode="auto">
            <a:xfrm>
              <a:off x="4035177" y="4013200"/>
              <a:ext cx="212966" cy="304800"/>
              <a:chOff x="1466" y="506"/>
              <a:chExt cx="174" cy="200"/>
            </a:xfrm>
          </p:grpSpPr>
          <p:sp>
            <p:nvSpPr>
              <p:cNvPr id="40" name="Arc 680">
                <a:extLst>
                  <a:ext uri="{FF2B5EF4-FFF2-40B4-BE49-F238E27FC236}">
                    <a16:creationId xmlns:a16="http://schemas.microsoft.com/office/drawing/2014/main" id="{4E2A39CD-3B1E-4E66-97C2-E3DDA1400345}"/>
                  </a:ext>
                </a:extLst>
              </p:cNvPr>
              <p:cNvSpPr>
                <a:spLocks/>
              </p:cNvSpPr>
              <p:nvPr/>
            </p:nvSpPr>
            <p:spPr bwMode="blackWhite">
              <a:xfrm>
                <a:off x="1466" y="506"/>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41" name="Arc 681">
                <a:extLst>
                  <a:ext uri="{FF2B5EF4-FFF2-40B4-BE49-F238E27FC236}">
                    <a16:creationId xmlns:a16="http://schemas.microsoft.com/office/drawing/2014/main" id="{0EF26DF0-B6E2-4997-A7CC-35C47C8ECB2C}"/>
                  </a:ext>
                </a:extLst>
              </p:cNvPr>
              <p:cNvSpPr>
                <a:spLocks/>
              </p:cNvSpPr>
              <p:nvPr/>
            </p:nvSpPr>
            <p:spPr bwMode="blackWhite">
              <a:xfrm flipV="1">
                <a:off x="1466" y="600"/>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7" name="Rectangle 682">
              <a:extLst>
                <a:ext uri="{FF2B5EF4-FFF2-40B4-BE49-F238E27FC236}">
                  <a16:creationId xmlns:a16="http://schemas.microsoft.com/office/drawing/2014/main" id="{1D597FDB-BBBA-4EC0-BDFF-ED7A1AA6ABCB}"/>
                </a:ext>
              </a:extLst>
            </p:cNvPr>
            <p:cNvSpPr>
              <a:spLocks noChangeArrowheads="1"/>
            </p:cNvSpPr>
            <p:nvPr/>
          </p:nvSpPr>
          <p:spPr bwMode="invGray">
            <a:xfrm>
              <a:off x="3967381" y="4079875"/>
              <a:ext cx="24425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12</a:t>
              </a:r>
              <a:endParaRPr lang="ko-KR" altLang="ko-KR" sz="1400" i="1" dirty="0">
                <a:latin typeface="Arial Black" panose="020B0A04020102020204" pitchFamily="34" charset="0"/>
              </a:endParaRPr>
            </a:p>
          </p:txBody>
        </p:sp>
      </p:grpSp>
      <p:grpSp>
        <p:nvGrpSpPr>
          <p:cNvPr id="8" name="组合 7">
            <a:extLst>
              <a:ext uri="{FF2B5EF4-FFF2-40B4-BE49-F238E27FC236}">
                <a16:creationId xmlns:a16="http://schemas.microsoft.com/office/drawing/2014/main" id="{6BC29BDF-3796-43A8-6EAE-B39512C1BBCC}"/>
              </a:ext>
            </a:extLst>
          </p:cNvPr>
          <p:cNvGrpSpPr/>
          <p:nvPr/>
        </p:nvGrpSpPr>
        <p:grpSpPr>
          <a:xfrm>
            <a:off x="133882" y="1372562"/>
            <a:ext cx="2680339" cy="788988"/>
            <a:chOff x="133882" y="1372562"/>
            <a:chExt cx="2680339" cy="788988"/>
          </a:xfrm>
        </p:grpSpPr>
        <p:sp>
          <p:nvSpPr>
            <p:cNvPr id="48" name="Rectangle 1378">
              <a:extLst>
                <a:ext uri="{FF2B5EF4-FFF2-40B4-BE49-F238E27FC236}">
                  <a16:creationId xmlns:a16="http://schemas.microsoft.com/office/drawing/2014/main" id="{DBDC6EAA-69E3-431E-98A3-3C143DA5D66E}"/>
                </a:ext>
              </a:extLst>
            </p:cNvPr>
            <p:cNvSpPr>
              <a:spLocks noChangeArrowheads="1"/>
            </p:cNvSpPr>
            <p:nvPr/>
          </p:nvSpPr>
          <p:spPr bwMode="auto">
            <a:xfrm>
              <a:off x="976877" y="1372562"/>
              <a:ext cx="1837344" cy="73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按照各种条件查询所有资产、耗材物料汇总清单；</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kumimoji="0" lang="zh-CN" altLang="en-US" sz="11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可</a:t>
              </a:r>
              <a:r>
                <a:rPr lang="zh-CN" altLang="en-US" sz="1100" b="1" kern="0" dirty="0">
                  <a:solidFill>
                    <a:srgbClr val="000000"/>
                  </a:solidFill>
                  <a:latin typeface="微软雅黑" panose="020B0503020204020204" pitchFamily="34" charset="-122"/>
                  <a:ea typeface="微软雅黑" panose="020B0503020204020204" pitchFamily="34" charset="-122"/>
                </a:rPr>
                <a:t>下载查询结果的物料信息。</a:t>
              </a:r>
              <a:endParaRPr kumimoji="0" lang="ko-KR" altLang="ko-KR" sz="1100" b="1" i="0" u="none" strike="noStrike" kern="0" cap="none" spc="0" normalizeH="0" baseline="0" noProof="0" dirty="0">
                <a:ln>
                  <a:noFill/>
                </a:ln>
                <a:solidFill>
                  <a:srgbClr val="000000"/>
                </a:solidFill>
                <a:effectLst/>
                <a:uLnTx/>
                <a:uFillTx/>
                <a:latin typeface="微软雅黑" panose="020B0503020204020204" pitchFamily="34" charset="-122"/>
              </a:endParaRPr>
            </a:p>
          </p:txBody>
        </p:sp>
        <p:grpSp>
          <p:nvGrpSpPr>
            <p:cNvPr id="42" name="Group 14">
              <a:extLst>
                <a:ext uri="{FF2B5EF4-FFF2-40B4-BE49-F238E27FC236}">
                  <a16:creationId xmlns:a16="http://schemas.microsoft.com/office/drawing/2014/main" id="{B8F18417-7166-4B3E-895D-1DEAC62663FE}"/>
                </a:ext>
              </a:extLst>
            </p:cNvPr>
            <p:cNvGrpSpPr>
              <a:grpSpLocks/>
            </p:cNvGrpSpPr>
            <p:nvPr/>
          </p:nvGrpSpPr>
          <p:grpSpPr bwMode="auto">
            <a:xfrm>
              <a:off x="133882" y="1372562"/>
              <a:ext cx="767087" cy="788988"/>
              <a:chOff x="2400" y="1968"/>
              <a:chExt cx="1152" cy="576"/>
            </a:xfrm>
          </p:grpSpPr>
          <p:sp>
            <p:nvSpPr>
              <p:cNvPr id="43" name="Freeform 15">
                <a:extLst>
                  <a:ext uri="{FF2B5EF4-FFF2-40B4-BE49-F238E27FC236}">
                    <a16:creationId xmlns:a16="http://schemas.microsoft.com/office/drawing/2014/main" id="{0A1C63C8-F93D-4F42-81A6-C2393B96FE24}"/>
                  </a:ext>
                </a:extLst>
              </p:cNvPr>
              <p:cNvSpPr>
                <a:spLocks/>
              </p:cNvSpPr>
              <p:nvPr>
                <p:custDataLst>
                  <p:tags r:id="rId4"/>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4" name="Rectangle 16">
                <a:extLst>
                  <a:ext uri="{FF2B5EF4-FFF2-40B4-BE49-F238E27FC236}">
                    <a16:creationId xmlns:a16="http://schemas.microsoft.com/office/drawing/2014/main" id="{37C83931-44D5-40DE-B434-16C2C08C96A4}"/>
                  </a:ext>
                </a:extLst>
              </p:cNvPr>
              <p:cNvSpPr>
                <a:spLocks noChangeArrowheads="1"/>
              </p:cNvSpPr>
              <p:nvPr>
                <p:custDataLst>
                  <p:tags r:id="rId5"/>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物料清单</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cxnSp>
        <p:nvCxnSpPr>
          <p:cNvPr id="45" name="直接连接符 18">
            <a:extLst>
              <a:ext uri="{FF2B5EF4-FFF2-40B4-BE49-F238E27FC236}">
                <a16:creationId xmlns:a16="http://schemas.microsoft.com/office/drawing/2014/main" id="{804D303D-DE8A-4F82-8754-1BB1E2438370}"/>
              </a:ext>
            </a:extLst>
          </p:cNvPr>
          <p:cNvCxnSpPr>
            <a:cxnSpLocks noChangeShapeType="1"/>
          </p:cNvCxnSpPr>
          <p:nvPr>
            <p:custDataLst>
              <p:tags r:id="rId1"/>
            </p:custDataLst>
          </p:nvPr>
        </p:nvCxnSpPr>
        <p:spPr bwMode="auto">
          <a:xfrm flipV="1">
            <a:off x="155206" y="2831623"/>
            <a:ext cx="9628340" cy="20795"/>
          </a:xfrm>
          <a:prstGeom prst="line">
            <a:avLst/>
          </a:prstGeom>
          <a:noFill/>
          <a:ln w="9525" algn="ctr">
            <a:solidFill>
              <a:schemeClr val="tx1"/>
            </a:solidFill>
            <a:prstDash val="dash"/>
            <a:round/>
            <a:headEnd/>
            <a:tailEnd/>
          </a:ln>
        </p:spPr>
      </p:cxnSp>
      <p:graphicFrame>
        <p:nvGraphicFramePr>
          <p:cNvPr id="46" name="表格 4">
            <a:extLst>
              <a:ext uri="{FF2B5EF4-FFF2-40B4-BE49-F238E27FC236}">
                <a16:creationId xmlns:a16="http://schemas.microsoft.com/office/drawing/2014/main" id="{3AC9482C-7290-5E96-32E8-21E12C1C41FB}"/>
              </a:ext>
            </a:extLst>
          </p:cNvPr>
          <p:cNvGraphicFramePr>
            <a:graphicFrameLocks noGrp="1"/>
          </p:cNvGraphicFramePr>
          <p:nvPr>
            <p:extLst>
              <p:ext uri="{D42A27DB-BD31-4B8C-83A1-F6EECF244321}">
                <p14:modId xmlns:p14="http://schemas.microsoft.com/office/powerpoint/2010/main" val="3073582839"/>
              </p:ext>
            </p:extLst>
          </p:nvPr>
        </p:nvGraphicFramePr>
        <p:xfrm>
          <a:off x="2991787" y="5527701"/>
          <a:ext cx="5872481" cy="1074130"/>
        </p:xfrm>
        <a:graphic>
          <a:graphicData uri="http://schemas.openxmlformats.org/drawingml/2006/table">
            <a:tbl>
              <a:tblPr firstRow="1" bandRow="1">
                <a:effectLst>
                  <a:innerShdw blurRad="63500" dist="50800" dir="16200000">
                    <a:prstClr val="black">
                      <a:alpha val="50000"/>
                    </a:prstClr>
                  </a:innerShdw>
                </a:effectLst>
                <a:tableStyleId>{69012ECD-51FC-41F1-AA8D-1B2483CD663E}</a:tableStyleId>
              </a:tblPr>
              <a:tblGrid>
                <a:gridCol w="1116330">
                  <a:extLst>
                    <a:ext uri="{9D8B030D-6E8A-4147-A177-3AD203B41FA5}">
                      <a16:colId xmlns:a16="http://schemas.microsoft.com/office/drawing/2014/main" val="979507923"/>
                    </a:ext>
                  </a:extLst>
                </a:gridCol>
                <a:gridCol w="943293">
                  <a:extLst>
                    <a:ext uri="{9D8B030D-6E8A-4147-A177-3AD203B41FA5}">
                      <a16:colId xmlns:a16="http://schemas.microsoft.com/office/drawing/2014/main" val="2925572356"/>
                    </a:ext>
                  </a:extLst>
                </a:gridCol>
                <a:gridCol w="1279843">
                  <a:extLst>
                    <a:ext uri="{9D8B030D-6E8A-4147-A177-3AD203B41FA5}">
                      <a16:colId xmlns:a16="http://schemas.microsoft.com/office/drawing/2014/main" val="556643075"/>
                    </a:ext>
                  </a:extLst>
                </a:gridCol>
                <a:gridCol w="914717">
                  <a:extLst>
                    <a:ext uri="{9D8B030D-6E8A-4147-A177-3AD203B41FA5}">
                      <a16:colId xmlns:a16="http://schemas.microsoft.com/office/drawing/2014/main" val="388364120"/>
                    </a:ext>
                  </a:extLst>
                </a:gridCol>
                <a:gridCol w="790893">
                  <a:extLst>
                    <a:ext uri="{9D8B030D-6E8A-4147-A177-3AD203B41FA5}">
                      <a16:colId xmlns:a16="http://schemas.microsoft.com/office/drawing/2014/main" val="558522822"/>
                    </a:ext>
                  </a:extLst>
                </a:gridCol>
                <a:gridCol w="827405">
                  <a:extLst>
                    <a:ext uri="{9D8B030D-6E8A-4147-A177-3AD203B41FA5}">
                      <a16:colId xmlns:a16="http://schemas.microsoft.com/office/drawing/2014/main" val="905488281"/>
                    </a:ext>
                  </a:extLst>
                </a:gridCol>
              </a:tblGrid>
              <a:tr h="27174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法人</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物料类型</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资产</a:t>
                      </a:r>
                      <a:r>
                        <a:rPr lang="en-US" altLang="zh-CN" sz="1100" b="1" kern="1200" dirty="0">
                          <a:solidFill>
                            <a:schemeClr val="bg1"/>
                          </a:solidFill>
                          <a:latin typeface="+mn-lt"/>
                          <a:ea typeface="+mn-ea"/>
                          <a:cs typeface="+mn-cs"/>
                        </a:rPr>
                        <a:t>/</a:t>
                      </a:r>
                      <a:r>
                        <a:rPr lang="zh-CN" altLang="en-US" sz="1100" b="1" kern="1200" dirty="0">
                          <a:solidFill>
                            <a:schemeClr val="bg1"/>
                          </a:solidFill>
                          <a:latin typeface="+mn-lt"/>
                          <a:ea typeface="+mn-ea"/>
                          <a:cs typeface="+mn-cs"/>
                        </a:rPr>
                        <a:t>耗材号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dirty="0"/>
                        <a:t>物料状态</a:t>
                      </a:r>
                    </a:p>
                  </a:txBody>
                  <a:tcPr anchor="ctr">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入库日期</a:t>
                      </a:r>
                    </a:p>
                  </a:txBody>
                  <a:tcPr anchor="ctr">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bg1"/>
                          </a:solidFill>
                          <a:latin typeface="+mn-lt"/>
                          <a:ea typeface="+mn-ea"/>
                          <a:cs typeface="+mn-cs"/>
                        </a:rPr>
                        <a:t>品牌</a:t>
                      </a:r>
                      <a:r>
                        <a:rPr lang="en-US" altLang="zh-CN" sz="1100" b="1" kern="1200" dirty="0">
                          <a:solidFill>
                            <a:schemeClr val="bg1"/>
                          </a:solidFill>
                          <a:latin typeface="+mn-lt"/>
                          <a:ea typeface="+mn-ea"/>
                          <a:cs typeface="+mn-cs"/>
                        </a:rPr>
                        <a:t>/</a:t>
                      </a:r>
                      <a:r>
                        <a:rPr lang="zh-CN" altLang="en-US" sz="1100" b="1" kern="1200" dirty="0">
                          <a:solidFill>
                            <a:schemeClr val="bg1"/>
                          </a:solidFill>
                          <a:latin typeface="+mn-lt"/>
                          <a:ea typeface="+mn-ea"/>
                          <a:cs typeface="+mn-cs"/>
                        </a:rPr>
                        <a:t>型号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extLst>
                  <a:ext uri="{0D108BD9-81ED-4DB2-BD59-A6C34878D82A}">
                    <a16:rowId xmlns:a16="http://schemas.microsoft.com/office/drawing/2014/main" val="1284643588"/>
                  </a:ext>
                </a:extLst>
              </a:tr>
              <a:tr h="265321">
                <a:tc gridSpan="6">
                  <a:txBody>
                    <a:bodyPr/>
                    <a:lstStyle/>
                    <a:p>
                      <a:pPr algn="ctr"/>
                      <a:r>
                        <a:rPr lang="zh-CN" altLang="en-US" sz="1100" dirty="0"/>
                        <a:t>查询条件</a:t>
                      </a:r>
                      <a:r>
                        <a:rPr lang="en-US" altLang="zh-CN" sz="1100" dirty="0"/>
                        <a:t>&amp;</a:t>
                      </a:r>
                      <a:r>
                        <a:rPr lang="zh-CN" altLang="en-US" sz="1100" dirty="0"/>
                        <a:t>查询结果共同字段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p>
                  </a:txBody>
                  <a:tcPr>
                    <a:cell3D prstMaterial="dkEdge">
                      <a:bevel prst="relaxedInset"/>
                      <a:lightRig rig="flood" dir="t"/>
                    </a:cell3D>
                    <a:solidFill>
                      <a:schemeClr val="accent2">
                        <a:lumMod val="20000"/>
                        <a:lumOff val="80000"/>
                      </a:schemeClr>
                    </a:solidFill>
                  </a:tcPr>
                </a:tc>
                <a:tc hMerge="1">
                  <a:txBody>
                    <a:bodyPr/>
                    <a:lstStyle/>
                    <a:p>
                      <a:endParaRPr lang="zh-CN" altLang="en-US"/>
                    </a:p>
                  </a:txBody>
                  <a:tcPr/>
                </a:tc>
                <a:tc hMerge="1">
                  <a:txBody>
                    <a:bodyPr/>
                    <a:lstStyle/>
                    <a:p>
                      <a:endParaRPr lang="zh-CN" altLang="en-US"/>
                    </a:p>
                  </a:txBody>
                  <a:tcPr>
                    <a:lnL>
                      <a:noFill/>
                    </a:lnL>
                  </a:tcPr>
                </a:tc>
                <a:tc hMerge="1">
                  <a:txBody>
                    <a:bodyPr/>
                    <a:lstStyle/>
                    <a:p>
                      <a:endParaRPr lang="zh-CN" altLang="en-US"/>
                    </a:p>
                  </a:txBody>
                  <a:tcPr/>
                </a:tc>
                <a:tc hMerge="1">
                  <a:txBody>
                    <a:bodyPr/>
                    <a:lstStyle/>
                    <a:p>
                      <a:pPr algn="ctr"/>
                      <a:endParaRPr lang="zh-CN" altLang="en-US" sz="1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49904"/>
                  </a:ext>
                </a:extLst>
              </a:tr>
              <a:tr h="271744">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库存数量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购买数量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已发放数量</a:t>
                      </a:r>
                      <a:r>
                        <a:rPr lang="en-US" altLang="zh-CN" sz="1100" b="1" kern="1200" dirty="0">
                          <a:solidFill>
                            <a:schemeClr val="tx1"/>
                          </a:solidFill>
                          <a:latin typeface="+mn-lt"/>
                          <a:ea typeface="+mn-ea"/>
                          <a:cs typeface="+mn-cs"/>
                        </a:rPr>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100" b="1" kern="1200" dirty="0">
                          <a:solidFill>
                            <a:schemeClr val="tx1"/>
                          </a:solidFill>
                          <a:latin typeface="+mn-lt"/>
                          <a:ea typeface="+mn-ea"/>
                          <a:cs typeface="+mn-cs"/>
                        </a:rPr>
                        <a:t>单位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100" b="1" kern="1200" dirty="0">
                          <a:solidFill>
                            <a:schemeClr val="tx1"/>
                          </a:solidFill>
                          <a:latin typeface="+mn-lt"/>
                          <a:ea typeface="+mn-ea"/>
                          <a:cs typeface="+mn-cs"/>
                        </a:rPr>
                        <a:t>价格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b="1" kern="1200" dirty="0">
                          <a:solidFill>
                            <a:schemeClr val="tx1"/>
                          </a:solidFill>
                          <a:latin typeface="+mn-lt"/>
                          <a:ea typeface="+mn-ea"/>
                          <a:cs typeface="+mn-cs"/>
                        </a:rPr>
                        <a:t>是否可用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6431708"/>
                  </a:ext>
                </a:extLst>
              </a:tr>
              <a:tr h="265321">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100" dirty="0">
                          <a:solidFill>
                            <a:schemeClr val="tx1"/>
                          </a:solidFill>
                        </a:rPr>
                        <a:t>查询结果主要字段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latinLnBrk="1" hangingPunct="1"/>
                      <a:endParaRPr lang="zh-CN" altLang="en-US" sz="1100" b="1" kern="1200" dirty="0">
                        <a:solidFill>
                          <a:schemeClr val="bg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dirty="0"/>
                    </a:p>
                  </a:txBody>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40868"/>
                  </a:ext>
                </a:extLst>
              </a:tr>
            </a:tbl>
          </a:graphicData>
        </a:graphic>
      </p:graphicFrame>
      <p:grpSp>
        <p:nvGrpSpPr>
          <p:cNvPr id="5" name="组合 4">
            <a:extLst>
              <a:ext uri="{FF2B5EF4-FFF2-40B4-BE49-F238E27FC236}">
                <a16:creationId xmlns:a16="http://schemas.microsoft.com/office/drawing/2014/main" id="{49C9F087-9971-16B6-95E2-E5950DD0EF06}"/>
              </a:ext>
            </a:extLst>
          </p:cNvPr>
          <p:cNvGrpSpPr/>
          <p:nvPr/>
        </p:nvGrpSpPr>
        <p:grpSpPr>
          <a:xfrm>
            <a:off x="133882" y="5527701"/>
            <a:ext cx="2680339" cy="795346"/>
            <a:chOff x="133882" y="5527701"/>
            <a:chExt cx="2680339" cy="795346"/>
          </a:xfrm>
        </p:grpSpPr>
        <p:grpSp>
          <p:nvGrpSpPr>
            <p:cNvPr id="2" name="组合 1">
              <a:extLst>
                <a:ext uri="{FF2B5EF4-FFF2-40B4-BE49-F238E27FC236}">
                  <a16:creationId xmlns:a16="http://schemas.microsoft.com/office/drawing/2014/main" id="{48D5402C-7746-1011-4A37-4C7F403D2C4F}"/>
                </a:ext>
              </a:extLst>
            </p:cNvPr>
            <p:cNvGrpSpPr/>
            <p:nvPr/>
          </p:nvGrpSpPr>
          <p:grpSpPr>
            <a:xfrm>
              <a:off x="133882" y="5527701"/>
              <a:ext cx="767087" cy="788988"/>
              <a:chOff x="133882" y="5323420"/>
              <a:chExt cx="767087" cy="788988"/>
            </a:xfrm>
          </p:grpSpPr>
          <p:sp>
            <p:nvSpPr>
              <p:cNvPr id="50" name="Freeform 15">
                <a:extLst>
                  <a:ext uri="{FF2B5EF4-FFF2-40B4-BE49-F238E27FC236}">
                    <a16:creationId xmlns:a16="http://schemas.microsoft.com/office/drawing/2014/main" id="{678AD9A5-486B-5170-E946-6A0B5718C931}"/>
                  </a:ext>
                </a:extLst>
              </p:cNvPr>
              <p:cNvSpPr>
                <a:spLocks/>
              </p:cNvSpPr>
              <p:nvPr>
                <p:custDataLst>
                  <p:tags r:id="rId2"/>
                </p:custDataLst>
              </p:nvPr>
            </p:nvSpPr>
            <p:spPr bwMode="blackWhite">
              <a:xfrm>
                <a:off x="133882" y="5323420"/>
                <a:ext cx="767087" cy="788988"/>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1" name="Rectangle 16">
                <a:extLst>
                  <a:ext uri="{FF2B5EF4-FFF2-40B4-BE49-F238E27FC236}">
                    <a16:creationId xmlns:a16="http://schemas.microsoft.com/office/drawing/2014/main" id="{5DAC5769-D5CB-051B-E03E-1BA035D0AC32}"/>
                  </a:ext>
                </a:extLst>
              </p:cNvPr>
              <p:cNvSpPr>
                <a:spLocks noChangeArrowheads="1"/>
              </p:cNvSpPr>
              <p:nvPr>
                <p:custDataLst>
                  <p:tags r:id="rId3"/>
                </p:custDataLst>
              </p:nvPr>
            </p:nvSpPr>
            <p:spPr bwMode="blackWhite">
              <a:xfrm>
                <a:off x="160517" y="5367253"/>
                <a:ext cx="639239" cy="679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库存查询</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52" name="Rectangle 1378">
              <a:extLst>
                <a:ext uri="{FF2B5EF4-FFF2-40B4-BE49-F238E27FC236}">
                  <a16:creationId xmlns:a16="http://schemas.microsoft.com/office/drawing/2014/main" id="{5F6916A5-EEA6-563F-E3E4-8DFF5D3D9A93}"/>
                </a:ext>
              </a:extLst>
            </p:cNvPr>
            <p:cNvSpPr>
              <a:spLocks noChangeArrowheads="1"/>
            </p:cNvSpPr>
            <p:nvPr/>
          </p:nvSpPr>
          <p:spPr bwMode="auto">
            <a:xfrm>
              <a:off x="976877" y="5527701"/>
              <a:ext cx="1837344" cy="795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查询库存状态为“在库”状态的物料，并从库存余额表中调取“剩余库存数量”。</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endParaRPr lang="ko-KR" altLang="ko-KR" sz="1100" b="1" kern="0" dirty="0">
                <a:solidFill>
                  <a:srgbClr val="000000"/>
                </a:solidFill>
                <a:latin typeface="微软雅黑" panose="020B0503020204020204" pitchFamily="34" charset="-122"/>
              </a:endParaRPr>
            </a:p>
          </p:txBody>
        </p:sp>
      </p:grpSp>
    </p:spTree>
    <p:extLst>
      <p:ext uri="{BB962C8B-B14F-4D97-AF65-F5344CB8AC3E}">
        <p14:creationId xmlns:p14="http://schemas.microsoft.com/office/powerpoint/2010/main" val="324719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15</a:t>
            </a:fld>
            <a:endParaRPr lang="ko-KR" altLang="en-US" dirty="0">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a:xfrm>
            <a:off x="416496" y="395982"/>
            <a:ext cx="6941398" cy="297511"/>
          </a:xfrm>
        </p:spPr>
        <p:txBody>
          <a:bodyPr>
            <a:noAutofit/>
          </a:bodyPr>
          <a:lstStyle/>
          <a:p>
            <a:r>
              <a:rPr lang="zh-CN" altLang="en-US" sz="1800" b="1" dirty="0">
                <a:latin typeface="微软雅黑" panose="020B0503020204020204" pitchFamily="34" charset="-122"/>
                <a:ea typeface="微软雅黑" panose="020B0503020204020204" pitchFamily="34" charset="-122"/>
              </a:rPr>
              <a:t>功能需求：报表画面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维修</a:t>
            </a:r>
            <a:r>
              <a:rPr lang="en-US" altLang="zh-CN" sz="1800" b="1" dirty="0">
                <a:latin typeface="微软雅黑" panose="020B0503020204020204" pitchFamily="34" charset="-122"/>
                <a:ea typeface="微软雅黑" panose="020B0503020204020204" pitchFamily="34" charset="-122"/>
              </a:rPr>
              <a:t>&amp;</a:t>
            </a:r>
            <a:r>
              <a:rPr lang="zh-CN" altLang="en-US" sz="1800" b="1" dirty="0">
                <a:latin typeface="微软雅黑" panose="020B0503020204020204" pitchFamily="34" charset="-122"/>
                <a:ea typeface="微软雅黑" panose="020B0503020204020204" pitchFamily="34" charset="-122"/>
              </a:rPr>
              <a:t>报废履历 </a:t>
            </a:r>
            <a:r>
              <a:rPr lang="en-US" altLang="zh-CN" sz="1800" b="1" dirty="0">
                <a:latin typeface="微软雅黑" panose="020B0503020204020204" pitchFamily="34" charset="-122"/>
                <a:ea typeface="微软雅黑" panose="020B0503020204020204" pitchFamily="34" charset="-122"/>
              </a:rPr>
              <a:t>        </a:t>
            </a:r>
            <a:r>
              <a:rPr lang="zh-CN" altLang="en-US" sz="1800" b="1" dirty="0">
                <a:latin typeface="微软雅黑" panose="020B0503020204020204" pitchFamily="34" charset="-122"/>
                <a:ea typeface="微软雅黑" panose="020B0503020204020204" pitchFamily="34" charset="-122"/>
              </a:rPr>
              <a:t>资产盘点报表</a:t>
            </a:r>
          </a:p>
        </p:txBody>
      </p:sp>
      <p:grpSp>
        <p:nvGrpSpPr>
          <p:cNvPr id="24" name="组合 23">
            <a:extLst>
              <a:ext uri="{FF2B5EF4-FFF2-40B4-BE49-F238E27FC236}">
                <a16:creationId xmlns:a16="http://schemas.microsoft.com/office/drawing/2014/main" id="{CCE72862-C14F-4D44-8956-30DD2F7CED8B}"/>
              </a:ext>
            </a:extLst>
          </p:cNvPr>
          <p:cNvGrpSpPr/>
          <p:nvPr/>
        </p:nvGrpSpPr>
        <p:grpSpPr>
          <a:xfrm>
            <a:off x="4396818" y="388693"/>
            <a:ext cx="280762" cy="304800"/>
            <a:chOff x="3967381" y="4013200"/>
            <a:chExt cx="280762" cy="304800"/>
          </a:xfrm>
        </p:grpSpPr>
        <p:grpSp>
          <p:nvGrpSpPr>
            <p:cNvPr id="25" name="Group 679">
              <a:extLst>
                <a:ext uri="{FF2B5EF4-FFF2-40B4-BE49-F238E27FC236}">
                  <a16:creationId xmlns:a16="http://schemas.microsoft.com/office/drawing/2014/main" id="{B6A01064-87A1-46A7-958B-969214F4631A}"/>
                </a:ext>
              </a:extLst>
            </p:cNvPr>
            <p:cNvGrpSpPr>
              <a:grpSpLocks/>
            </p:cNvGrpSpPr>
            <p:nvPr/>
          </p:nvGrpSpPr>
          <p:grpSpPr bwMode="auto">
            <a:xfrm>
              <a:off x="4035177" y="4013200"/>
              <a:ext cx="212966" cy="304800"/>
              <a:chOff x="1466" y="506"/>
              <a:chExt cx="174" cy="200"/>
            </a:xfrm>
          </p:grpSpPr>
          <p:sp>
            <p:nvSpPr>
              <p:cNvPr id="33" name="Arc 680">
                <a:extLst>
                  <a:ext uri="{FF2B5EF4-FFF2-40B4-BE49-F238E27FC236}">
                    <a16:creationId xmlns:a16="http://schemas.microsoft.com/office/drawing/2014/main" id="{A6AC274D-C349-4F7D-862A-D532A789D4FC}"/>
                  </a:ext>
                </a:extLst>
              </p:cNvPr>
              <p:cNvSpPr>
                <a:spLocks/>
              </p:cNvSpPr>
              <p:nvPr/>
            </p:nvSpPr>
            <p:spPr bwMode="blackWhite">
              <a:xfrm>
                <a:off x="1466" y="506"/>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34" name="Arc 681">
                <a:extLst>
                  <a:ext uri="{FF2B5EF4-FFF2-40B4-BE49-F238E27FC236}">
                    <a16:creationId xmlns:a16="http://schemas.microsoft.com/office/drawing/2014/main" id="{82B53E3A-0B67-4746-8462-A0BD93253465}"/>
                  </a:ext>
                </a:extLst>
              </p:cNvPr>
              <p:cNvSpPr>
                <a:spLocks/>
              </p:cNvSpPr>
              <p:nvPr/>
            </p:nvSpPr>
            <p:spPr bwMode="blackWhite">
              <a:xfrm flipV="1">
                <a:off x="1466" y="600"/>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32" name="Rectangle 682">
              <a:extLst>
                <a:ext uri="{FF2B5EF4-FFF2-40B4-BE49-F238E27FC236}">
                  <a16:creationId xmlns:a16="http://schemas.microsoft.com/office/drawing/2014/main" id="{71CF2EE6-7E6B-49CD-B602-960EC3E37C1C}"/>
                </a:ext>
              </a:extLst>
            </p:cNvPr>
            <p:cNvSpPr>
              <a:spLocks noChangeArrowheads="1"/>
            </p:cNvSpPr>
            <p:nvPr/>
          </p:nvSpPr>
          <p:spPr bwMode="invGray">
            <a:xfrm>
              <a:off x="3967381" y="4079875"/>
              <a:ext cx="24425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14</a:t>
              </a:r>
              <a:endParaRPr lang="ko-KR" altLang="ko-KR" sz="1400" i="1" dirty="0">
                <a:latin typeface="Arial Black" panose="020B0A04020102020204" pitchFamily="34" charset="0"/>
              </a:endParaRPr>
            </a:p>
          </p:txBody>
        </p:sp>
      </p:grpSp>
      <p:sp>
        <p:nvSpPr>
          <p:cNvPr id="16" name="Rectangle 1378">
            <a:extLst>
              <a:ext uri="{FF2B5EF4-FFF2-40B4-BE49-F238E27FC236}">
                <a16:creationId xmlns:a16="http://schemas.microsoft.com/office/drawing/2014/main" id="{6D6CA84D-D78A-44D9-844D-0C5AA5B5F8C7}"/>
              </a:ext>
            </a:extLst>
          </p:cNvPr>
          <p:cNvSpPr>
            <a:spLocks noChangeArrowheads="1"/>
          </p:cNvSpPr>
          <p:nvPr/>
        </p:nvSpPr>
        <p:spPr bwMode="auto">
          <a:xfrm>
            <a:off x="1029764" y="1409954"/>
            <a:ext cx="2352628"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资产耗材别维修履历查询及金额</a:t>
            </a:r>
            <a:r>
              <a:rPr lang="en-US" altLang="zh-CN" sz="1100" b="1" kern="0" dirty="0">
                <a:solidFill>
                  <a:srgbClr val="000000"/>
                </a:solidFill>
                <a:latin typeface="微软雅黑" panose="020B0503020204020204" pitchFamily="34" charset="-122"/>
                <a:ea typeface="微软雅黑" panose="020B0503020204020204" pitchFamily="34" charset="-122"/>
              </a:rPr>
              <a:t>SUM.</a:t>
            </a: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可下载。</a:t>
            </a:r>
            <a:endParaRPr lang="ko-KR" altLang="ko-KR" sz="1100" b="1" kern="0" dirty="0">
              <a:solidFill>
                <a:srgbClr val="000000"/>
              </a:solidFill>
              <a:latin typeface="微软雅黑" panose="020B0503020204020204" pitchFamily="34" charset="-122"/>
            </a:endParaRPr>
          </a:p>
        </p:txBody>
      </p:sp>
      <p:grpSp>
        <p:nvGrpSpPr>
          <p:cNvPr id="17" name="Group 14">
            <a:extLst>
              <a:ext uri="{FF2B5EF4-FFF2-40B4-BE49-F238E27FC236}">
                <a16:creationId xmlns:a16="http://schemas.microsoft.com/office/drawing/2014/main" id="{E806CE85-EF36-4C08-A405-53250D39762F}"/>
              </a:ext>
            </a:extLst>
          </p:cNvPr>
          <p:cNvGrpSpPr>
            <a:grpSpLocks/>
          </p:cNvGrpSpPr>
          <p:nvPr/>
        </p:nvGrpSpPr>
        <p:grpSpPr bwMode="auto">
          <a:xfrm>
            <a:off x="80614" y="1409954"/>
            <a:ext cx="767087" cy="788988"/>
            <a:chOff x="2400" y="1968"/>
            <a:chExt cx="1152" cy="576"/>
          </a:xfrm>
        </p:grpSpPr>
        <p:sp>
          <p:nvSpPr>
            <p:cNvPr id="18" name="Freeform 15">
              <a:extLst>
                <a:ext uri="{FF2B5EF4-FFF2-40B4-BE49-F238E27FC236}">
                  <a16:creationId xmlns:a16="http://schemas.microsoft.com/office/drawing/2014/main" id="{1E17B350-2E7C-46B3-8DD0-E3788B919B0D}"/>
                </a:ext>
              </a:extLst>
            </p:cNvPr>
            <p:cNvSpPr>
              <a:spLocks/>
            </p:cNvSpPr>
            <p:nvPr>
              <p:custDataLst>
                <p:tags r:id="rId6"/>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9" name="Rectangle 16">
              <a:extLst>
                <a:ext uri="{FF2B5EF4-FFF2-40B4-BE49-F238E27FC236}">
                  <a16:creationId xmlns:a16="http://schemas.microsoft.com/office/drawing/2014/main" id="{A953CA88-3AB3-4528-AA53-1F89E51227A9}"/>
                </a:ext>
              </a:extLst>
            </p:cNvPr>
            <p:cNvSpPr>
              <a:spLocks noChangeArrowheads="1"/>
            </p:cNvSpPr>
            <p:nvPr>
              <p:custDataLst>
                <p:tags r:id="rId7"/>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维修履历</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aphicFrame>
        <p:nvGraphicFramePr>
          <p:cNvPr id="22" name="表格 4">
            <a:extLst>
              <a:ext uri="{FF2B5EF4-FFF2-40B4-BE49-F238E27FC236}">
                <a16:creationId xmlns:a16="http://schemas.microsoft.com/office/drawing/2014/main" id="{4A8675B4-377A-40D9-A4E3-A02E3D2B3D2D}"/>
              </a:ext>
            </a:extLst>
          </p:cNvPr>
          <p:cNvGraphicFramePr>
            <a:graphicFrameLocks noGrp="1"/>
          </p:cNvGraphicFramePr>
          <p:nvPr>
            <p:extLst>
              <p:ext uri="{D42A27DB-BD31-4B8C-83A1-F6EECF244321}">
                <p14:modId xmlns:p14="http://schemas.microsoft.com/office/powerpoint/2010/main" val="2365397789"/>
              </p:ext>
            </p:extLst>
          </p:nvPr>
        </p:nvGraphicFramePr>
        <p:xfrm>
          <a:off x="3590818" y="1409954"/>
          <a:ext cx="5214216" cy="1353602"/>
        </p:xfrm>
        <a:graphic>
          <a:graphicData uri="http://schemas.openxmlformats.org/drawingml/2006/table">
            <a:tbl>
              <a:tblPr firstRow="1" bandRow="1">
                <a:effectLst>
                  <a:innerShdw blurRad="63500" dist="50800" dir="16200000">
                    <a:prstClr val="black">
                      <a:alpha val="50000"/>
                    </a:prstClr>
                  </a:innerShdw>
                </a:effectLst>
                <a:tableStyleId>{69012ECD-51FC-41F1-AA8D-1B2483CD663E}</a:tableStyleId>
              </a:tblPr>
              <a:tblGrid>
                <a:gridCol w="413932">
                  <a:extLst>
                    <a:ext uri="{9D8B030D-6E8A-4147-A177-3AD203B41FA5}">
                      <a16:colId xmlns:a16="http://schemas.microsoft.com/office/drawing/2014/main" val="979507923"/>
                    </a:ext>
                  </a:extLst>
                </a:gridCol>
                <a:gridCol w="363855">
                  <a:extLst>
                    <a:ext uri="{9D8B030D-6E8A-4147-A177-3AD203B41FA5}">
                      <a16:colId xmlns:a16="http://schemas.microsoft.com/office/drawing/2014/main" val="2925572356"/>
                    </a:ext>
                  </a:extLst>
                </a:gridCol>
                <a:gridCol w="571818">
                  <a:extLst>
                    <a:ext uri="{9D8B030D-6E8A-4147-A177-3AD203B41FA5}">
                      <a16:colId xmlns:a16="http://schemas.microsoft.com/office/drawing/2014/main" val="1124343203"/>
                    </a:ext>
                  </a:extLst>
                </a:gridCol>
                <a:gridCol w="489268">
                  <a:extLst>
                    <a:ext uri="{9D8B030D-6E8A-4147-A177-3AD203B41FA5}">
                      <a16:colId xmlns:a16="http://schemas.microsoft.com/office/drawing/2014/main" val="2570768362"/>
                    </a:ext>
                  </a:extLst>
                </a:gridCol>
                <a:gridCol w="755968">
                  <a:extLst>
                    <a:ext uri="{9D8B030D-6E8A-4147-A177-3AD203B41FA5}">
                      <a16:colId xmlns:a16="http://schemas.microsoft.com/office/drawing/2014/main" val="556643075"/>
                    </a:ext>
                  </a:extLst>
                </a:gridCol>
                <a:gridCol w="497205">
                  <a:extLst>
                    <a:ext uri="{9D8B030D-6E8A-4147-A177-3AD203B41FA5}">
                      <a16:colId xmlns:a16="http://schemas.microsoft.com/office/drawing/2014/main" val="1375357042"/>
                    </a:ext>
                  </a:extLst>
                </a:gridCol>
                <a:gridCol w="497205">
                  <a:extLst>
                    <a:ext uri="{9D8B030D-6E8A-4147-A177-3AD203B41FA5}">
                      <a16:colId xmlns:a16="http://schemas.microsoft.com/office/drawing/2014/main" val="2271139348"/>
                    </a:ext>
                  </a:extLst>
                </a:gridCol>
                <a:gridCol w="630555">
                  <a:extLst>
                    <a:ext uri="{9D8B030D-6E8A-4147-A177-3AD203B41FA5}">
                      <a16:colId xmlns:a16="http://schemas.microsoft.com/office/drawing/2014/main" val="349969001"/>
                    </a:ext>
                  </a:extLst>
                </a:gridCol>
                <a:gridCol w="497205">
                  <a:extLst>
                    <a:ext uri="{9D8B030D-6E8A-4147-A177-3AD203B41FA5}">
                      <a16:colId xmlns:a16="http://schemas.microsoft.com/office/drawing/2014/main" val="3678619302"/>
                    </a:ext>
                  </a:extLst>
                </a:gridCol>
                <a:gridCol w="497205">
                  <a:extLst>
                    <a:ext uri="{9D8B030D-6E8A-4147-A177-3AD203B41FA5}">
                      <a16:colId xmlns:a16="http://schemas.microsoft.com/office/drawing/2014/main" val="2445985020"/>
                    </a:ext>
                  </a:extLst>
                </a:gridCol>
              </a:tblGrid>
              <a:tr h="271744">
                <a:tc>
                  <a:txBody>
                    <a:bodyPr/>
                    <a:lstStyle/>
                    <a:p>
                      <a:pPr algn="ctr"/>
                      <a:r>
                        <a:rPr lang="zh-CN" altLang="en-US" sz="1050" dirty="0"/>
                        <a:t>法</a:t>
                      </a:r>
                      <a:endParaRPr lang="en-US" altLang="zh-CN" sz="1050" dirty="0"/>
                    </a:p>
                    <a:p>
                      <a:pPr algn="ctr"/>
                      <a:r>
                        <a:rPr lang="zh-CN" altLang="en-US" sz="1050" dirty="0"/>
                        <a:t>人</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部</a:t>
                      </a:r>
                      <a:endParaRPr lang="en-US" altLang="zh-CN" sz="1050" dirty="0"/>
                    </a:p>
                    <a:p>
                      <a:pPr algn="ctr"/>
                      <a:r>
                        <a:rPr lang="zh-CN" altLang="en-US" sz="1050" dirty="0"/>
                        <a:t>门</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申请</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latin typeface="微软雅黑" panose="020B0503020204020204" pitchFamily="34" charset="-122"/>
                          <a:ea typeface="微软雅黑" panose="020B0503020204020204" pitchFamily="34" charset="-122"/>
                        </a:rPr>
                        <a:t>No</a:t>
                      </a:r>
                      <a:endParaRPr lang="zh-CN" altLang="en-US" sz="1050" b="1" dirty="0">
                        <a:latin typeface="微软雅黑" panose="020B0503020204020204" pitchFamily="34" charset="-122"/>
                        <a:ea typeface="微软雅黑" panose="020B0503020204020204" pitchFamily="34" charset="-122"/>
                      </a:endParaRP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接收</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日期</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使用担当</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latin typeface="微软雅黑" panose="020B0503020204020204" pitchFamily="34" charset="-122"/>
                          <a:ea typeface="微软雅黑" panose="020B0503020204020204" pitchFamily="34" charset="-122"/>
                        </a:rPr>
                        <a:t>ID/</a:t>
                      </a:r>
                      <a:r>
                        <a:rPr lang="zh-CN" altLang="en-US" sz="1050" b="1" dirty="0">
                          <a:latin typeface="微软雅黑" panose="020B0503020204020204" pitchFamily="34" charset="-122"/>
                          <a:ea typeface="微软雅黑" panose="020B0503020204020204" pitchFamily="34" charset="-122"/>
                        </a:rPr>
                        <a:t>姓名</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t>物料</a:t>
                      </a:r>
                      <a:endParaRPr lang="en-US" altLang="zh-CN" sz="1050" dirty="0"/>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t>类型</a:t>
                      </a:r>
                      <a:endParaRPr lang="en-US" altLang="zh-CN" sz="1050" dirty="0"/>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物料</a:t>
                      </a:r>
                      <a:endParaRPr lang="en-US" altLang="zh-CN" sz="1050" dirty="0"/>
                    </a:p>
                    <a:p>
                      <a:pPr algn="ctr"/>
                      <a:r>
                        <a:rPr lang="zh-CN" altLang="en-US" sz="1050" dirty="0"/>
                        <a:t>状态</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t>资产</a:t>
                      </a:r>
                      <a:endParaRPr lang="en-US" altLang="zh-CN" sz="1050" dirty="0"/>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t>耗材号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品</a:t>
                      </a:r>
                      <a:endParaRPr lang="en-US" altLang="zh-CN" sz="1050" dirty="0"/>
                    </a:p>
                    <a:p>
                      <a:pPr algn="ctr"/>
                      <a:r>
                        <a:rPr lang="zh-CN" altLang="en-US" sz="1050" dirty="0"/>
                        <a:t>牌</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型</a:t>
                      </a:r>
                      <a:endParaRPr lang="en-US" altLang="zh-CN" sz="1050" dirty="0"/>
                    </a:p>
                    <a:p>
                      <a:pPr algn="ctr"/>
                      <a:r>
                        <a:rPr lang="zh-CN" altLang="en-US" sz="1050" dirty="0"/>
                        <a:t>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extLst>
                  <a:ext uri="{0D108BD9-81ED-4DB2-BD59-A6C34878D82A}">
                    <a16:rowId xmlns:a16="http://schemas.microsoft.com/office/drawing/2014/main" val="1284643588"/>
                  </a:ext>
                </a:extLst>
              </a:tr>
              <a:tr h="265321">
                <a:tc gridSpan="10">
                  <a:txBody>
                    <a:bodyPr/>
                    <a:lstStyle/>
                    <a:p>
                      <a:pPr algn="ctr"/>
                      <a:r>
                        <a:rPr lang="zh-CN" altLang="en-US" sz="1050" dirty="0"/>
                        <a:t>查询条件</a:t>
                      </a:r>
                      <a:r>
                        <a:rPr lang="en-US" altLang="zh-CN" sz="1050" dirty="0"/>
                        <a:t>&amp;</a:t>
                      </a:r>
                      <a:r>
                        <a:rPr lang="zh-CN" altLang="en-US" sz="1050" dirty="0"/>
                        <a:t>查询结果共同字段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p>
                  </a:txBody>
                  <a:tcPr>
                    <a:lnL>
                      <a:noFill/>
                    </a:lnL>
                    <a:lnT w="12700" cap="flat" cmpd="sng" algn="ctr">
                      <a:solidFill>
                        <a:schemeClr val="tx1"/>
                      </a:solidFill>
                      <a:prstDash val="solid"/>
                      <a:round/>
                      <a:headEnd type="none" w="med" len="med"/>
                      <a:tailEnd type="none" w="med" len="med"/>
                    </a:lnT>
                    <a:cell3D prstMaterial="dkEdge">
                      <a:bevel prst="relaxedInset"/>
                      <a:lightRig rig="flood" dir="t"/>
                    </a:cell3D>
                    <a:solidFill>
                      <a:schemeClr val="accent2">
                        <a:lumMod val="20000"/>
                        <a:lumOff val="80000"/>
                      </a:schemeClr>
                    </a:solidFill>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pPr algn="ctr"/>
                      <a:endParaRPr lang="zh-CN" altLang="en-US" sz="11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pPr algn="ct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49904"/>
                  </a:ext>
                </a:extLst>
              </a:tr>
              <a:tr h="271744">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申请</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latin typeface="微软雅黑" panose="020B0503020204020204" pitchFamily="34" charset="-122"/>
                          <a:ea typeface="微软雅黑" panose="020B0503020204020204" pitchFamily="34" charset="-122"/>
                        </a:rPr>
                        <a:t>Draft</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维修</a:t>
                      </a:r>
                      <a:r>
                        <a:rPr lang="en-US" altLang="zh-CN" sz="1050" b="1" dirty="0">
                          <a:latin typeface="微软雅黑" panose="020B0503020204020204" pitchFamily="34" charset="-122"/>
                          <a:ea typeface="微软雅黑" panose="020B0503020204020204" pitchFamily="34" charset="-122"/>
                        </a:rPr>
                        <a:t>Draft</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dirty="0">
                          <a:latin typeface="微软雅黑" panose="020B0503020204020204" pitchFamily="34" charset="-122"/>
                          <a:ea typeface="微软雅黑" panose="020B0503020204020204" pitchFamily="34" charset="-122"/>
                        </a:rPr>
                        <a:t>维修</a:t>
                      </a:r>
                      <a:endParaRPr lang="en-US" altLang="zh-CN" sz="1050" b="1" dirty="0">
                        <a:latin typeface="微软雅黑" panose="020B0503020204020204" pitchFamily="34" charset="-122"/>
                        <a:ea typeface="微软雅黑" panose="020B0503020204020204" pitchFamily="34" charset="-122"/>
                      </a:endParaRPr>
                    </a:p>
                    <a:p>
                      <a:r>
                        <a:rPr lang="en-US" altLang="zh-CN" sz="1050" b="1" dirty="0">
                          <a:latin typeface="微软雅黑" panose="020B0503020204020204" pitchFamily="34" charset="-122"/>
                          <a:ea typeface="微软雅黑" panose="020B0503020204020204" pitchFamily="34" charset="-122"/>
                        </a:rPr>
                        <a:t>Draft</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订单</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日期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t>维修</a:t>
                      </a:r>
                      <a:r>
                        <a:rPr lang="en-US" altLang="zh-CN" sz="1050" b="1" dirty="0"/>
                        <a:t>/</a:t>
                      </a: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t>故障类型</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更换</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部件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dirty="0">
                          <a:latin typeface="微软雅黑" panose="020B0503020204020204" pitchFamily="34" charset="-122"/>
                          <a:ea typeface="微软雅黑" panose="020B0503020204020204" pitchFamily="34" charset="-122"/>
                        </a:rPr>
                        <a:t>维修</a:t>
                      </a:r>
                      <a:endParaRPr lang="en-US" altLang="zh-CN" sz="1050" b="1" dirty="0">
                        <a:latin typeface="微软雅黑" panose="020B0503020204020204" pitchFamily="34" charset="-122"/>
                        <a:ea typeface="微软雅黑" panose="020B0503020204020204" pitchFamily="34" charset="-122"/>
                      </a:endParaRPr>
                    </a:p>
                    <a:p>
                      <a:pPr algn="ctr"/>
                      <a:r>
                        <a:rPr lang="zh-CN" altLang="en-US" sz="1050" b="1" dirty="0">
                          <a:latin typeface="微软雅黑" panose="020B0503020204020204" pitchFamily="34" charset="-122"/>
                          <a:ea typeface="微软雅黑" panose="020B0503020204020204" pitchFamily="34" charset="-122"/>
                        </a:rPr>
                        <a:t>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kern="1200" dirty="0">
                          <a:solidFill>
                            <a:schemeClr val="tx1"/>
                          </a:solidFill>
                          <a:latin typeface="微软雅黑" panose="020B0503020204020204" pitchFamily="34" charset="-122"/>
                          <a:ea typeface="微软雅黑" panose="020B0503020204020204" pitchFamily="34" charset="-122"/>
                          <a:cs typeface="+mn-cs"/>
                        </a:rPr>
                        <a:t>维修费</a:t>
                      </a:r>
                      <a:endParaRPr lang="en-US" altLang="zh-CN" sz="1050" b="1" kern="1200" dirty="0">
                        <a:solidFill>
                          <a:schemeClr val="tx1"/>
                        </a:solidFill>
                        <a:latin typeface="微软雅黑" panose="020B0503020204020204" pitchFamily="34" charset="-122"/>
                        <a:ea typeface="微软雅黑" panose="020B0503020204020204" pitchFamily="34" charset="-122"/>
                        <a:cs typeface="+mn-cs"/>
                      </a:endParaRPr>
                    </a:p>
                    <a:p>
                      <a:pPr algn="ctr"/>
                      <a:r>
                        <a:rPr lang="en-US" altLang="zh-CN" sz="1050" b="1" kern="1200" dirty="0">
                          <a:solidFill>
                            <a:schemeClr val="tx1"/>
                          </a:solidFill>
                          <a:latin typeface="微软雅黑" panose="020B0503020204020204" pitchFamily="34" charset="-122"/>
                          <a:ea typeface="微软雅黑" panose="020B0503020204020204" pitchFamily="34" charset="-122"/>
                          <a:cs typeface="+mn-cs"/>
                        </a:rPr>
                        <a:t>SUM</a:t>
                      </a:r>
                      <a:endParaRPr lang="zh-CN" altLang="en-US" sz="1050" b="1"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r>
                        <a:rPr lang="zh-CN" altLang="en-US" sz="1050" b="1" dirty="0">
                          <a:latin typeface="微软雅黑" panose="020B0503020204020204" pitchFamily="34" charset="-122"/>
                          <a:ea typeface="微软雅黑" panose="020B0503020204020204" pitchFamily="34" charset="-122"/>
                        </a:rPr>
                        <a:t>完成</a:t>
                      </a:r>
                      <a:endParaRPr lang="en-US" altLang="zh-CN" sz="1050" b="1" dirty="0">
                        <a:latin typeface="微软雅黑" panose="020B0503020204020204" pitchFamily="34" charset="-122"/>
                        <a:ea typeface="微软雅黑" panose="020B0503020204020204" pitchFamily="34" charset="-122"/>
                      </a:endParaRPr>
                    </a:p>
                    <a:p>
                      <a:pPr algn="ctr"/>
                      <a:r>
                        <a:rPr lang="zh-CN" altLang="en-US" sz="1050" b="1" dirty="0">
                          <a:latin typeface="微软雅黑" panose="020B0503020204020204" pitchFamily="34" charset="-122"/>
                          <a:ea typeface="微软雅黑" panose="020B0503020204020204" pitchFamily="34" charset="-122"/>
                        </a:rPr>
                        <a:t>日期</a:t>
                      </a:r>
                      <a:endParaRPr lang="zh-CN" altLang="en-US" sz="11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处理</a:t>
                      </a:r>
                      <a:endParaRPr lang="en-US" altLang="zh-CN" sz="1050" b="1" dirty="0">
                        <a:latin typeface="微软雅黑" panose="020B0503020204020204" pitchFamily="34" charset="-122"/>
                        <a:ea typeface="微软雅黑" panose="020B0503020204020204" pitchFamily="34" charset="-122"/>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担当</a:t>
                      </a:r>
                      <a:endParaRPr lang="zh-CN" altLang="en-US" sz="110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6431708"/>
                  </a:ext>
                </a:extLst>
              </a:tr>
              <a:tr h="265321">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solidFill>
                            <a:schemeClr val="tx1"/>
                          </a:solidFill>
                        </a:rPr>
                        <a:t>查询结果主要字段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latinLnBrk="1" hangingPunct="1"/>
                      <a:endParaRPr lang="zh-CN" altLang="en-US" sz="1100" b="1"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dirty="0"/>
                    </a:p>
                  </a:txBody>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dirty="0"/>
                    </a:p>
                  </a:txBody>
                  <a:tcPr/>
                </a:tc>
                <a:tc hMerge="1">
                  <a:txBody>
                    <a:bodyPr/>
                    <a:lstStyle/>
                    <a:p>
                      <a:endParaRPr lang="zh-CN" altLang="en-US"/>
                    </a:p>
                  </a:txBody>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100"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40868"/>
                  </a:ext>
                </a:extLst>
              </a:tr>
            </a:tbl>
          </a:graphicData>
        </a:graphic>
      </p:graphicFrame>
      <p:sp>
        <p:nvSpPr>
          <p:cNvPr id="23" name="Rectangle 1379">
            <a:extLst>
              <a:ext uri="{FF2B5EF4-FFF2-40B4-BE49-F238E27FC236}">
                <a16:creationId xmlns:a16="http://schemas.microsoft.com/office/drawing/2014/main" id="{313BFBF7-31F1-4323-B16C-6761CA9DB694}"/>
              </a:ext>
            </a:extLst>
          </p:cNvPr>
          <p:cNvSpPr>
            <a:spLocks noChangeArrowheads="1"/>
          </p:cNvSpPr>
          <p:nvPr/>
        </p:nvSpPr>
        <p:spPr bwMode="auto">
          <a:xfrm>
            <a:off x="1030145" y="938931"/>
            <a:ext cx="2167767"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2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功能目标</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6" name="Line 1380">
            <a:extLst>
              <a:ext uri="{FF2B5EF4-FFF2-40B4-BE49-F238E27FC236}">
                <a16:creationId xmlns:a16="http://schemas.microsoft.com/office/drawing/2014/main" id="{7C870BA1-624A-4DA1-A2C7-1704F31D9819}"/>
              </a:ext>
            </a:extLst>
          </p:cNvPr>
          <p:cNvSpPr>
            <a:spLocks noChangeShapeType="1"/>
          </p:cNvSpPr>
          <p:nvPr/>
        </p:nvSpPr>
        <p:spPr bwMode="auto">
          <a:xfrm>
            <a:off x="1029763" y="1238969"/>
            <a:ext cx="2241867"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7" name="Rectangle 1379">
            <a:extLst>
              <a:ext uri="{FF2B5EF4-FFF2-40B4-BE49-F238E27FC236}">
                <a16:creationId xmlns:a16="http://schemas.microsoft.com/office/drawing/2014/main" id="{2CFA2DF5-A5FB-489D-B612-0CE955E502E4}"/>
              </a:ext>
            </a:extLst>
          </p:cNvPr>
          <p:cNvSpPr>
            <a:spLocks noChangeArrowheads="1"/>
          </p:cNvSpPr>
          <p:nvPr/>
        </p:nvSpPr>
        <p:spPr bwMode="auto">
          <a:xfrm>
            <a:off x="3551094" y="924011"/>
            <a:ext cx="6115234" cy="20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algn="ctr" fontAlgn="base" latinLnBrk="0">
              <a:lnSpc>
                <a:spcPct val="120000"/>
              </a:lnSpc>
              <a:spcBef>
                <a:spcPct val="0"/>
              </a:spcBef>
              <a:spcAft>
                <a:spcPct val="0"/>
              </a:spcAft>
              <a:defRPr/>
            </a:pP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查询条件</a:t>
            </a:r>
            <a:r>
              <a:rPr lang="en-US" altLang="zh-CN" sz="1200" b="1" kern="0" dirty="0">
                <a:solidFill>
                  <a:srgbClr val="000000"/>
                </a:solidFill>
                <a:latin typeface="微软雅黑" panose="020B0503020204020204" pitchFamily="34" charset="-122"/>
                <a:ea typeface="微软雅黑" panose="020B0503020204020204" pitchFamily="34" charset="-122"/>
              </a:rPr>
              <a:t> &amp; </a:t>
            </a:r>
            <a:r>
              <a:rPr kumimoji="0" lang="zh-CN" altLang="en-US"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主要字段</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8" name="Line 1380">
            <a:extLst>
              <a:ext uri="{FF2B5EF4-FFF2-40B4-BE49-F238E27FC236}">
                <a16:creationId xmlns:a16="http://schemas.microsoft.com/office/drawing/2014/main" id="{F91619B5-27A7-4CAA-A885-73E108E657F6}"/>
              </a:ext>
            </a:extLst>
          </p:cNvPr>
          <p:cNvSpPr>
            <a:spLocks noChangeShapeType="1"/>
          </p:cNvSpPr>
          <p:nvPr/>
        </p:nvSpPr>
        <p:spPr bwMode="auto">
          <a:xfrm>
            <a:off x="3552553" y="1224051"/>
            <a:ext cx="6115233" cy="5290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aphicFrame>
        <p:nvGraphicFramePr>
          <p:cNvPr id="29" name="表格 4">
            <a:extLst>
              <a:ext uri="{FF2B5EF4-FFF2-40B4-BE49-F238E27FC236}">
                <a16:creationId xmlns:a16="http://schemas.microsoft.com/office/drawing/2014/main" id="{C3C16B36-519F-47DA-BFAD-83895E356651}"/>
              </a:ext>
            </a:extLst>
          </p:cNvPr>
          <p:cNvGraphicFramePr>
            <a:graphicFrameLocks noGrp="1"/>
          </p:cNvGraphicFramePr>
          <p:nvPr>
            <p:extLst>
              <p:ext uri="{D42A27DB-BD31-4B8C-83A1-F6EECF244321}">
                <p14:modId xmlns:p14="http://schemas.microsoft.com/office/powerpoint/2010/main" val="1595106430"/>
              </p:ext>
            </p:extLst>
          </p:nvPr>
        </p:nvGraphicFramePr>
        <p:xfrm>
          <a:off x="3647044" y="2947271"/>
          <a:ext cx="6020742" cy="1005840"/>
        </p:xfrm>
        <a:graphic>
          <a:graphicData uri="http://schemas.openxmlformats.org/drawingml/2006/table">
            <a:tbl>
              <a:tblPr firstRow="1" bandRow="1">
                <a:effectLst>
                  <a:innerShdw blurRad="63500" dist="50800" dir="16200000">
                    <a:prstClr val="black">
                      <a:alpha val="50000"/>
                    </a:prstClr>
                  </a:innerShdw>
                </a:effectLst>
                <a:tableStyleId>{69012ECD-51FC-41F1-AA8D-1B2483CD663E}</a:tableStyleId>
              </a:tblPr>
              <a:tblGrid>
                <a:gridCol w="491190">
                  <a:extLst>
                    <a:ext uri="{9D8B030D-6E8A-4147-A177-3AD203B41FA5}">
                      <a16:colId xmlns:a16="http://schemas.microsoft.com/office/drawing/2014/main" val="979507923"/>
                    </a:ext>
                  </a:extLst>
                </a:gridCol>
                <a:gridCol w="750222">
                  <a:extLst>
                    <a:ext uri="{9D8B030D-6E8A-4147-A177-3AD203B41FA5}">
                      <a16:colId xmlns:a16="http://schemas.microsoft.com/office/drawing/2014/main" val="2925572356"/>
                    </a:ext>
                  </a:extLst>
                </a:gridCol>
                <a:gridCol w="541792">
                  <a:extLst>
                    <a:ext uri="{9D8B030D-6E8A-4147-A177-3AD203B41FA5}">
                      <a16:colId xmlns:a16="http://schemas.microsoft.com/office/drawing/2014/main" val="1124343203"/>
                    </a:ext>
                  </a:extLst>
                </a:gridCol>
                <a:gridCol w="873388">
                  <a:extLst>
                    <a:ext uri="{9D8B030D-6E8A-4147-A177-3AD203B41FA5}">
                      <a16:colId xmlns:a16="http://schemas.microsoft.com/office/drawing/2014/main" val="2570768362"/>
                    </a:ext>
                  </a:extLst>
                </a:gridCol>
                <a:gridCol w="742427">
                  <a:extLst>
                    <a:ext uri="{9D8B030D-6E8A-4147-A177-3AD203B41FA5}">
                      <a16:colId xmlns:a16="http://schemas.microsoft.com/office/drawing/2014/main" val="556643075"/>
                    </a:ext>
                  </a:extLst>
                </a:gridCol>
                <a:gridCol w="742427">
                  <a:extLst>
                    <a:ext uri="{9D8B030D-6E8A-4147-A177-3AD203B41FA5}">
                      <a16:colId xmlns:a16="http://schemas.microsoft.com/office/drawing/2014/main" val="1375357042"/>
                    </a:ext>
                  </a:extLst>
                </a:gridCol>
                <a:gridCol w="873388">
                  <a:extLst>
                    <a:ext uri="{9D8B030D-6E8A-4147-A177-3AD203B41FA5}">
                      <a16:colId xmlns:a16="http://schemas.microsoft.com/office/drawing/2014/main" val="2271139348"/>
                    </a:ext>
                  </a:extLst>
                </a:gridCol>
                <a:gridCol w="1005908">
                  <a:extLst>
                    <a:ext uri="{9D8B030D-6E8A-4147-A177-3AD203B41FA5}">
                      <a16:colId xmlns:a16="http://schemas.microsoft.com/office/drawing/2014/main" val="1082190068"/>
                    </a:ext>
                  </a:extLst>
                </a:gridCol>
              </a:tblGrid>
              <a:tr h="236775">
                <a:tc>
                  <a:txBody>
                    <a:bodyPr/>
                    <a:lstStyle/>
                    <a:p>
                      <a:pPr algn="ctr"/>
                      <a:r>
                        <a:rPr lang="zh-CN" altLang="en-US" sz="1050" dirty="0"/>
                        <a:t>法人</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报废年度</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状态</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t>物料类型</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资产号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品牌</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r>
                        <a:rPr lang="zh-CN" altLang="en-US" sz="1050" dirty="0"/>
                        <a:t>型号</a:t>
                      </a:r>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tc>
                  <a:txBody>
                    <a:bodyPr/>
                    <a:lstStyle/>
                    <a:p>
                      <a:pPr algn="ctr"/>
                      <a:endParaRPr lang="zh-CN" altLang="en-US" sz="1050" dirty="0"/>
                    </a:p>
                  </a:txBody>
                  <a:tcPr anchor="ctr">
                    <a:lnB w="12700" cap="flat" cmpd="sng" algn="ctr">
                      <a:solidFill>
                        <a:schemeClr val="tx1"/>
                      </a:solidFill>
                      <a:prstDash val="solid"/>
                      <a:round/>
                      <a:headEnd type="none" w="med" len="med"/>
                      <a:tailEnd type="none" w="med" len="med"/>
                    </a:lnB>
                    <a:cell3D prstMaterial="dkEdge">
                      <a:bevel prst="relaxedInset"/>
                      <a:lightRig rig="flood" dir="t"/>
                    </a:cell3D>
                  </a:tcPr>
                </a:tc>
                <a:extLst>
                  <a:ext uri="{0D108BD9-81ED-4DB2-BD59-A6C34878D82A}">
                    <a16:rowId xmlns:a16="http://schemas.microsoft.com/office/drawing/2014/main" val="1284643588"/>
                  </a:ext>
                </a:extLst>
              </a:tr>
              <a:tr h="231178">
                <a:tc gridSpan="7">
                  <a:txBody>
                    <a:bodyPr/>
                    <a:lstStyle/>
                    <a:p>
                      <a:pPr algn="ctr"/>
                      <a:r>
                        <a:rPr lang="zh-CN" altLang="en-US" sz="1050" dirty="0"/>
                        <a:t>查询条件</a:t>
                      </a:r>
                      <a:r>
                        <a:rPr lang="en-US" altLang="zh-CN" sz="1050" dirty="0"/>
                        <a:t>&amp;</a:t>
                      </a:r>
                      <a:r>
                        <a:rPr lang="zh-CN" altLang="en-US" sz="1050" dirty="0"/>
                        <a:t>查询结果共同字段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p>
                  </a:txBody>
                  <a:tcPr>
                    <a:lnL>
                      <a:noFill/>
                    </a:lnL>
                    <a:lnT w="12700" cap="flat" cmpd="sng" algn="ctr">
                      <a:solidFill>
                        <a:schemeClr val="tx1"/>
                      </a:solidFill>
                      <a:prstDash val="solid"/>
                      <a:round/>
                      <a:headEnd type="none" w="med" len="med"/>
                      <a:tailEnd type="none" w="med" len="med"/>
                    </a:lnT>
                    <a:cell3D prstMaterial="dkEdge">
                      <a:bevel prst="relaxedInset"/>
                      <a:lightRig rig="flood" dir="t"/>
                    </a:cell3D>
                    <a:solidFill>
                      <a:schemeClr val="accent2">
                        <a:lumMod val="20000"/>
                        <a:lumOff val="80000"/>
                      </a:schemeClr>
                    </a:solidFill>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a:txBody>
                    <a:bodyPr/>
                    <a:lstStyle/>
                    <a:p>
                      <a:pPr algn="ctr"/>
                      <a:endParaRPr lang="zh-CN" altLang="en-US" sz="105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749904"/>
                  </a:ext>
                </a:extLst>
              </a:tr>
              <a:tr h="236775">
                <a:tc>
                  <a:txBody>
                    <a:bodyPr/>
                    <a:lstStyle/>
                    <a:p>
                      <a:pPr algn="ctr"/>
                      <a:r>
                        <a:rPr lang="zh-CN" altLang="en-US" sz="1050" dirty="0"/>
                        <a:t>部门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使用担当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dirty="0">
                          <a:latin typeface="微软雅黑" panose="020B0503020204020204" pitchFamily="34" charset="-122"/>
                          <a:ea typeface="微软雅黑" panose="020B0503020204020204" pitchFamily="34" charset="-122"/>
                        </a:rPr>
                        <a:t>Draft</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报废判定人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t>判定日期</a:t>
                      </a:r>
                      <a:endParaRPr lang="zh-CN" altLang="en-US" sz="1050" b="1" dirty="0">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报废原因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b="1" dirty="0">
                          <a:latin typeface="微软雅黑" panose="020B0503020204020204" pitchFamily="34" charset="-122"/>
                          <a:ea typeface="微软雅黑" panose="020B0503020204020204" pitchFamily="34" charset="-122"/>
                        </a:rPr>
                        <a:t>报废完成日</a:t>
                      </a:r>
                      <a:endParaRPr lang="zh-CN" altLang="en-US" sz="1100" b="1"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zh-CN" sz="1050" b="1" kern="1200" dirty="0">
                          <a:solidFill>
                            <a:schemeClr val="tx1"/>
                          </a:solidFill>
                          <a:latin typeface="微软雅黑" panose="020B0503020204020204" pitchFamily="34" charset="-122"/>
                          <a:ea typeface="微软雅黑" panose="020B0503020204020204" pitchFamily="34" charset="-122"/>
                          <a:cs typeface="+mn-cs"/>
                        </a:rPr>
                        <a:t>SAP</a:t>
                      </a:r>
                      <a:r>
                        <a:rPr lang="zh-CN" altLang="en-US" sz="1050" b="1" kern="1200" dirty="0">
                          <a:solidFill>
                            <a:schemeClr val="tx1"/>
                          </a:solidFill>
                          <a:latin typeface="微软雅黑" panose="020B0503020204020204" pitchFamily="34" charset="-122"/>
                          <a:ea typeface="微软雅黑" panose="020B0503020204020204" pitchFamily="34" charset="-122"/>
                          <a:cs typeface="+mn-cs"/>
                        </a:rPr>
                        <a:t>是否报废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06431708"/>
                  </a:ext>
                </a:extLst>
              </a:tr>
              <a:tr h="231178">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zh-CN" altLang="en-US" sz="1050" dirty="0">
                          <a:solidFill>
                            <a:schemeClr val="tx1"/>
                          </a:solidFill>
                        </a:rPr>
                        <a:t>查询结果主要字段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algn="ctr" defTabSz="914400" rtl="0" eaLnBrk="1" latinLnBrk="1" hangingPunct="1"/>
                      <a:endParaRPr lang="zh-CN" altLang="en-US" sz="1100" b="1" kern="1200" dirty="0">
                        <a:solidFill>
                          <a:schemeClr val="bg1"/>
                        </a:solidFill>
                        <a:latin typeface="+mn-lt"/>
                        <a:ea typeface="+mn-ea"/>
                        <a:cs typeface="+mn-cs"/>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tc>
                <a:tc hMerge="1">
                  <a:txBody>
                    <a:bodyPr/>
                    <a:lstStyle/>
                    <a:p>
                      <a:endParaRPr lang="zh-CN" altLang="en-US" dirty="0"/>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a:p>
                  </a:txBody>
                  <a:tcPr>
                    <a:lnL>
                      <a:noFill/>
                    </a:lnL>
                    <a:lnT w="12700" cap="flat" cmpd="sng" algn="ctr">
                      <a:solidFill>
                        <a:schemeClr val="tx1"/>
                      </a:solidFill>
                      <a:prstDash val="solid"/>
                      <a:round/>
                      <a:headEnd type="none" w="med" len="med"/>
                      <a:tailEnd type="none" w="med" len="med"/>
                    </a:lnT>
                  </a:tcPr>
                </a:tc>
                <a:tc hMerge="1">
                  <a:txBody>
                    <a:bodyPr/>
                    <a:lstStyle/>
                    <a:p>
                      <a:endParaRPr lang="zh-CN" altLang="en-US" dirty="0"/>
                    </a:p>
                  </a:txBody>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zh-CN" altLang="en-US" sz="105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740868"/>
                  </a:ext>
                </a:extLst>
              </a:tr>
            </a:tbl>
          </a:graphicData>
        </a:graphic>
      </p:graphicFrame>
      <p:sp>
        <p:nvSpPr>
          <p:cNvPr id="30" name="Rectangle 1378">
            <a:extLst>
              <a:ext uri="{FF2B5EF4-FFF2-40B4-BE49-F238E27FC236}">
                <a16:creationId xmlns:a16="http://schemas.microsoft.com/office/drawing/2014/main" id="{3BFFFBD8-9210-4317-82B2-3FACEF1D0B09}"/>
              </a:ext>
            </a:extLst>
          </p:cNvPr>
          <p:cNvSpPr>
            <a:spLocks noChangeArrowheads="1"/>
          </p:cNvSpPr>
          <p:nvPr/>
        </p:nvSpPr>
        <p:spPr bwMode="auto">
          <a:xfrm>
            <a:off x="1029764" y="2947271"/>
            <a:ext cx="2352628" cy="389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年度别报废履历查询。</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2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可下载。</a:t>
            </a:r>
            <a:endParaRPr lang="ko-KR" altLang="ko-KR" sz="1100" b="1" kern="0" dirty="0">
              <a:solidFill>
                <a:srgbClr val="000000"/>
              </a:solidFill>
              <a:latin typeface="微软雅黑" panose="020B0503020204020204" pitchFamily="34" charset="-122"/>
            </a:endParaRPr>
          </a:p>
        </p:txBody>
      </p:sp>
      <p:grpSp>
        <p:nvGrpSpPr>
          <p:cNvPr id="31" name="Group 14">
            <a:extLst>
              <a:ext uri="{FF2B5EF4-FFF2-40B4-BE49-F238E27FC236}">
                <a16:creationId xmlns:a16="http://schemas.microsoft.com/office/drawing/2014/main" id="{E68C64A6-F8FC-4E5E-9D6F-5BCD4829226E}"/>
              </a:ext>
            </a:extLst>
          </p:cNvPr>
          <p:cNvGrpSpPr>
            <a:grpSpLocks/>
          </p:cNvGrpSpPr>
          <p:nvPr/>
        </p:nvGrpSpPr>
        <p:grpSpPr bwMode="auto">
          <a:xfrm>
            <a:off x="80614" y="2947271"/>
            <a:ext cx="767087" cy="788988"/>
            <a:chOff x="2400" y="1968"/>
            <a:chExt cx="1152" cy="576"/>
          </a:xfrm>
        </p:grpSpPr>
        <p:sp>
          <p:nvSpPr>
            <p:cNvPr id="36" name="Freeform 15">
              <a:extLst>
                <a:ext uri="{FF2B5EF4-FFF2-40B4-BE49-F238E27FC236}">
                  <a16:creationId xmlns:a16="http://schemas.microsoft.com/office/drawing/2014/main" id="{40C30084-5CA4-4501-A0EB-154550C654CE}"/>
                </a:ext>
              </a:extLst>
            </p:cNvPr>
            <p:cNvSpPr>
              <a:spLocks/>
            </p:cNvSpPr>
            <p:nvPr>
              <p:custDataLst>
                <p:tags r:id="rId4"/>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7" name="Rectangle 16">
              <a:extLst>
                <a:ext uri="{FF2B5EF4-FFF2-40B4-BE49-F238E27FC236}">
                  <a16:creationId xmlns:a16="http://schemas.microsoft.com/office/drawing/2014/main" id="{B15B465F-7380-4926-9986-39AA3455447C}"/>
                </a:ext>
              </a:extLst>
            </p:cNvPr>
            <p:cNvSpPr>
              <a:spLocks noChangeArrowheads="1"/>
            </p:cNvSpPr>
            <p:nvPr>
              <p:custDataLst>
                <p:tags r:id="rId5"/>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报废履历</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
        <p:nvSpPr>
          <p:cNvPr id="38" name="Rectangle 1378">
            <a:extLst>
              <a:ext uri="{FF2B5EF4-FFF2-40B4-BE49-F238E27FC236}">
                <a16:creationId xmlns:a16="http://schemas.microsoft.com/office/drawing/2014/main" id="{C74C07E6-B323-422A-840C-C114BB189262}"/>
              </a:ext>
            </a:extLst>
          </p:cNvPr>
          <p:cNvSpPr>
            <a:spLocks noChangeArrowheads="1"/>
          </p:cNvSpPr>
          <p:nvPr/>
        </p:nvSpPr>
        <p:spPr bwMode="auto">
          <a:xfrm>
            <a:off x="1029764" y="4358419"/>
            <a:ext cx="2352628" cy="1239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100" b="1" kern="0" dirty="0">
                <a:solidFill>
                  <a:srgbClr val="0054A6"/>
                </a:solidFill>
                <a:latin typeface="微软雅黑" panose="020B0503020204020204" pitchFamily="34" charset="-122"/>
                <a:ea typeface="微软雅黑" panose="020B0503020204020204" pitchFamily="34" charset="-122"/>
              </a:rPr>
              <a:t>盘点年度别批次别</a:t>
            </a:r>
            <a:r>
              <a:rPr lang="zh-CN" altLang="en-US" sz="1100" b="1" kern="0" dirty="0">
                <a:solidFill>
                  <a:srgbClr val="000000"/>
                </a:solidFill>
                <a:latin typeface="微软雅黑" panose="020B0503020204020204" pitchFamily="34" charset="-122"/>
                <a:ea typeface="微软雅黑" panose="020B0503020204020204" pitchFamily="34" charset="-122"/>
              </a:rPr>
              <a:t>资产盘点计划实绩及补正进度现况报表；</a:t>
            </a:r>
            <a:endParaRPr lang="en-US" altLang="zh-CN" sz="1100" b="1" kern="0" dirty="0">
              <a:solidFill>
                <a:srgbClr val="000000"/>
              </a:solidFill>
              <a:latin typeface="微软雅黑" panose="020B0503020204020204" pitchFamily="34" charset="-122"/>
              <a:ea typeface="微软雅黑" panose="020B0503020204020204" pitchFamily="34" charset="-122"/>
            </a:endParaRPr>
          </a:p>
          <a:p>
            <a:pPr marL="144463" marR="0" lvl="1" indent="-142875" defTabSz="895350" eaLnBrk="1" fontAlgn="base" latinLnBrk="0" hangingPunct="1">
              <a:lnSpc>
                <a:spcPct val="150000"/>
              </a:lnSpc>
              <a:spcBef>
                <a:spcPct val="0"/>
              </a:spcBef>
              <a:spcAft>
                <a:spcPct val="0"/>
              </a:spcAft>
              <a:buClrTx/>
              <a:buSzPct val="120000"/>
              <a:buFontTx/>
              <a:buChar char="•"/>
              <a:tabLst/>
              <a:defRPr/>
            </a:pPr>
            <a:r>
              <a:rPr lang="zh-CN" altLang="en-US" sz="1100" b="1" kern="0" dirty="0">
                <a:solidFill>
                  <a:srgbClr val="000000"/>
                </a:solidFill>
                <a:latin typeface="微软雅黑" panose="020B0503020204020204" pitchFamily="34" charset="-122"/>
                <a:ea typeface="微软雅黑" panose="020B0503020204020204" pitchFamily="34" charset="-122"/>
              </a:rPr>
              <a:t>包含年度别</a:t>
            </a:r>
            <a:r>
              <a:rPr lang="zh-CN" altLang="en-US" sz="1100" b="1" kern="0" dirty="0">
                <a:solidFill>
                  <a:srgbClr val="0054A6"/>
                </a:solidFill>
                <a:latin typeface="微软雅黑" panose="020B0503020204020204" pitchFamily="34" charset="-122"/>
                <a:ea typeface="微软雅黑" panose="020B0503020204020204" pitchFamily="34" charset="-122"/>
              </a:rPr>
              <a:t>批次别</a:t>
            </a:r>
            <a:r>
              <a:rPr lang="zh-CN" altLang="en-US" sz="1100" b="1" kern="0" dirty="0">
                <a:solidFill>
                  <a:srgbClr val="000000"/>
                </a:solidFill>
                <a:latin typeface="微软雅黑" panose="020B0503020204020204" pitchFamily="34" charset="-122"/>
                <a:ea typeface="微软雅黑" panose="020B0503020204020204" pitchFamily="34" charset="-122"/>
              </a:rPr>
              <a:t>资产盘点计划盘点总品目计划数、实绩数、不一致数、一致率、补正率等数据报表。</a:t>
            </a:r>
            <a:endParaRPr lang="ko-KR" altLang="ko-KR" sz="1100" b="1" kern="0" dirty="0">
              <a:solidFill>
                <a:srgbClr val="000000"/>
              </a:solidFill>
              <a:latin typeface="微软雅黑" panose="020B0503020204020204" pitchFamily="34" charset="-122"/>
            </a:endParaRPr>
          </a:p>
        </p:txBody>
      </p:sp>
      <p:grpSp>
        <p:nvGrpSpPr>
          <p:cNvPr id="39" name="Group 14">
            <a:extLst>
              <a:ext uri="{FF2B5EF4-FFF2-40B4-BE49-F238E27FC236}">
                <a16:creationId xmlns:a16="http://schemas.microsoft.com/office/drawing/2014/main" id="{5E11A8DD-5E12-4AD7-A15A-1217EAD9C036}"/>
              </a:ext>
            </a:extLst>
          </p:cNvPr>
          <p:cNvGrpSpPr>
            <a:grpSpLocks/>
          </p:cNvGrpSpPr>
          <p:nvPr/>
        </p:nvGrpSpPr>
        <p:grpSpPr bwMode="auto">
          <a:xfrm>
            <a:off x="80614" y="4358419"/>
            <a:ext cx="767087" cy="788988"/>
            <a:chOff x="2400" y="1968"/>
            <a:chExt cx="1152" cy="576"/>
          </a:xfrm>
        </p:grpSpPr>
        <p:sp>
          <p:nvSpPr>
            <p:cNvPr id="40" name="Freeform 15">
              <a:extLst>
                <a:ext uri="{FF2B5EF4-FFF2-40B4-BE49-F238E27FC236}">
                  <a16:creationId xmlns:a16="http://schemas.microsoft.com/office/drawing/2014/main" id="{887C6EA0-B806-4C2A-91F1-62D23A3FF65D}"/>
                </a:ext>
              </a:extLst>
            </p:cNvPr>
            <p:cNvSpPr>
              <a:spLocks/>
            </p:cNvSpPr>
            <p:nvPr>
              <p:custDataLst>
                <p:tags r:id="rId2"/>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2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1" name="Rectangle 16">
              <a:extLst>
                <a:ext uri="{FF2B5EF4-FFF2-40B4-BE49-F238E27FC236}">
                  <a16:creationId xmlns:a16="http://schemas.microsoft.com/office/drawing/2014/main" id="{294C2B58-D808-483D-B82D-390AE12A9361}"/>
                </a:ext>
              </a:extLst>
            </p:cNvPr>
            <p:cNvSpPr>
              <a:spLocks noChangeArrowheads="1"/>
            </p:cNvSpPr>
            <p:nvPr>
              <p:custDataLst>
                <p:tags r:id="rId3"/>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400">
                  <a:solidFill>
                    <a:schemeClr val="tx1"/>
                  </a:solidFill>
                  <a:latin typeface="Arial" panose="020B0604020202020204" pitchFamily="34" charset="0"/>
                  <a:ea typeface="굴림" panose="020B0600000101010101" pitchFamily="34" charset="-127"/>
                </a:defRPr>
              </a:lvl1pPr>
              <a:lvl2pPr marL="1588" algn="ctr" defTabSz="895350">
                <a:buSzPct val="120000"/>
                <a:defRPr sz="1600">
                  <a:solidFill>
                    <a:schemeClr val="tx1"/>
                  </a:solidFill>
                  <a:latin typeface="Arial" panose="020B0604020202020204" pitchFamily="34" charset="0"/>
                  <a:ea typeface="굴림" panose="020B0600000101010101" pitchFamily="34" charset="-127"/>
                </a:defRPr>
              </a:lvl2pPr>
              <a:lvl3pPr marL="146050" algn="ctr" defTabSz="895350">
                <a:defRPr sz="1600">
                  <a:solidFill>
                    <a:schemeClr val="tx1"/>
                  </a:solidFill>
                  <a:latin typeface="Arial" panose="020B0604020202020204" pitchFamily="34" charset="0"/>
                  <a:ea typeface="굴림" panose="020B0600000101010101" pitchFamily="34" charset="-127"/>
                </a:defRPr>
              </a:lvl3pPr>
              <a:lvl4pPr marL="296863" algn="ctr" defTabSz="895350">
                <a:buSzPct val="89000"/>
                <a:defRPr sz="1600">
                  <a:solidFill>
                    <a:schemeClr val="tx1"/>
                  </a:solidFill>
                  <a:latin typeface="Arial" panose="020B0604020202020204" pitchFamily="34" charset="0"/>
                  <a:ea typeface="굴림" panose="020B0600000101010101" pitchFamily="34" charset="-127"/>
                </a:defRPr>
              </a:lvl4pPr>
              <a:lvl5pPr marL="433388" algn="ctr" defTabSz="895350">
                <a:buSzPct val="75000"/>
                <a:defRPr sz="1600">
                  <a:solidFill>
                    <a:schemeClr val="tx1"/>
                  </a:solidFill>
                  <a:latin typeface="Arial" panose="020B0604020202020204" pitchFamily="34" charset="0"/>
                  <a:ea typeface="굴림" panose="020B0600000101010101" pitchFamily="34" charset="-127"/>
                </a:defRPr>
              </a:lvl5pPr>
              <a:lvl6pPr marL="8905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6pPr>
              <a:lvl7pPr marL="13477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7pPr>
              <a:lvl8pPr marL="18049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8pPr>
              <a:lvl9pPr marL="2262188" algn="ctr" defTabSz="895350" fontAlgn="base">
                <a:spcBef>
                  <a:spcPct val="0"/>
                </a:spcBef>
                <a:spcAft>
                  <a:spcPct val="0"/>
                </a:spcAft>
                <a:buSzPct val="75000"/>
                <a:defRPr sz="1600">
                  <a:solidFill>
                    <a:schemeClr val="tx1"/>
                  </a:solidFill>
                  <a:latin typeface="Arial" panose="020B0604020202020204" pitchFamily="34" charset="0"/>
                  <a:ea typeface="굴림" panose="020B0600000101010101" pitchFamily="34" charset="-127"/>
                </a:defRPr>
              </a:lvl9pPr>
            </a:lstStyle>
            <a:p>
              <a:pPr marL="0" marR="0" lvl="0" indent="0" algn="ctr" defTabSz="895350" eaLnBrk="1" fontAlgn="base" latinLnBrk="0" hangingPunct="1">
                <a:lnSpc>
                  <a:spcPct val="100000"/>
                </a:lnSpc>
                <a:spcBef>
                  <a:spcPct val="0"/>
                </a:spcBef>
                <a:spcAft>
                  <a:spcPct val="0"/>
                </a:spcAft>
                <a:buClrTx/>
                <a:buSzPct val="120000"/>
                <a:buFontTx/>
                <a:buNone/>
                <a:tabLst/>
                <a:defRPr/>
              </a:pPr>
              <a:r>
                <a:rPr lang="zh-CN" altLang="en-US" sz="1200" b="1" kern="0" dirty="0">
                  <a:solidFill>
                    <a:srgbClr val="000000"/>
                  </a:solidFill>
                  <a:latin typeface="微软雅黑" panose="020B0503020204020204" pitchFamily="34" charset="-122"/>
                  <a:ea typeface="微软雅黑" panose="020B0503020204020204" pitchFamily="34" charset="-122"/>
                </a:rPr>
                <a:t>资产盘点报表</a:t>
              </a:r>
              <a:endParaRPr kumimoji="0" lang="en-US" altLang="ko-KR" sz="1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grpSp>
      <p:grpSp>
        <p:nvGrpSpPr>
          <p:cNvPr id="42" name="组合 41">
            <a:extLst>
              <a:ext uri="{FF2B5EF4-FFF2-40B4-BE49-F238E27FC236}">
                <a16:creationId xmlns:a16="http://schemas.microsoft.com/office/drawing/2014/main" id="{D6D7E12E-DEAB-4413-9A32-48BB97C0E4BA}"/>
              </a:ext>
            </a:extLst>
          </p:cNvPr>
          <p:cNvGrpSpPr/>
          <p:nvPr/>
        </p:nvGrpSpPr>
        <p:grpSpPr>
          <a:xfrm>
            <a:off x="6416929" y="388693"/>
            <a:ext cx="280762" cy="304800"/>
            <a:chOff x="3967381" y="4013200"/>
            <a:chExt cx="280762" cy="304800"/>
          </a:xfrm>
        </p:grpSpPr>
        <p:grpSp>
          <p:nvGrpSpPr>
            <p:cNvPr id="43" name="Group 679">
              <a:extLst>
                <a:ext uri="{FF2B5EF4-FFF2-40B4-BE49-F238E27FC236}">
                  <a16:creationId xmlns:a16="http://schemas.microsoft.com/office/drawing/2014/main" id="{1A53026B-0F4B-45E1-A9CA-0A8045CD7A92}"/>
                </a:ext>
              </a:extLst>
            </p:cNvPr>
            <p:cNvGrpSpPr>
              <a:grpSpLocks/>
            </p:cNvGrpSpPr>
            <p:nvPr/>
          </p:nvGrpSpPr>
          <p:grpSpPr bwMode="auto">
            <a:xfrm>
              <a:off x="4035177" y="4013200"/>
              <a:ext cx="212966" cy="304800"/>
              <a:chOff x="1466" y="506"/>
              <a:chExt cx="174" cy="200"/>
            </a:xfrm>
          </p:grpSpPr>
          <p:sp>
            <p:nvSpPr>
              <p:cNvPr id="45" name="Arc 680">
                <a:extLst>
                  <a:ext uri="{FF2B5EF4-FFF2-40B4-BE49-F238E27FC236}">
                    <a16:creationId xmlns:a16="http://schemas.microsoft.com/office/drawing/2014/main" id="{1863409A-8481-40CD-8302-1CA62BABD28C}"/>
                  </a:ext>
                </a:extLst>
              </p:cNvPr>
              <p:cNvSpPr>
                <a:spLocks/>
              </p:cNvSpPr>
              <p:nvPr/>
            </p:nvSpPr>
            <p:spPr bwMode="blackWhite">
              <a:xfrm>
                <a:off x="1466" y="506"/>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sp>
            <p:nvSpPr>
              <p:cNvPr id="46" name="Arc 681">
                <a:extLst>
                  <a:ext uri="{FF2B5EF4-FFF2-40B4-BE49-F238E27FC236}">
                    <a16:creationId xmlns:a16="http://schemas.microsoft.com/office/drawing/2014/main" id="{C36E113F-9ABE-4E13-8883-CD260C4E32CA}"/>
                  </a:ext>
                </a:extLst>
              </p:cNvPr>
              <p:cNvSpPr>
                <a:spLocks/>
              </p:cNvSpPr>
              <p:nvPr/>
            </p:nvSpPr>
            <p:spPr bwMode="blackWhite">
              <a:xfrm flipV="1">
                <a:off x="1466" y="600"/>
                <a:ext cx="174" cy="10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solidFill>
                <a:srgbClr val="909090"/>
              </a:solidFill>
              <a:ln>
                <a:noFill/>
              </a:ln>
              <a:effectLst>
                <a:outerShdw dist="35921" dir="2700000" algn="ctr" rotWithShape="0">
                  <a:srgbClr val="000000"/>
                </a:outerShdw>
              </a:effectLst>
              <a:extLst>
                <a:ext uri="{91240B29-F687-4F45-9708-019B960494DF}">
                  <a14:hiddenLine xmlns:a14="http://schemas.microsoft.com/office/drawing/2010/main" w="12700">
                    <a:solidFill>
                      <a:schemeClr val="tx1"/>
                    </a:solidFill>
                    <a:round/>
                    <a:headEnd/>
                    <a:tailEnd/>
                  </a14:hiddenLine>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zh-CN" altLang="en-US" sz="1600" b="0" i="0" u="none" strike="noStrike" kern="0" cap="none" spc="0" normalizeH="0" baseline="0" noProof="0">
                  <a:ln>
                    <a:noFill/>
                  </a:ln>
                  <a:solidFill>
                    <a:srgbClr val="000000"/>
                  </a:solidFill>
                  <a:effectLst/>
                  <a:uLnTx/>
                  <a:uFillTx/>
                  <a:latin typeface="Arial" panose="020B0604020202020204" pitchFamily="34" charset="0"/>
                  <a:ea typeface="굴림" panose="020B0600000101010101" pitchFamily="34" charset="-127"/>
                </a:endParaRPr>
              </a:p>
            </p:txBody>
          </p:sp>
        </p:grpSp>
        <p:sp>
          <p:nvSpPr>
            <p:cNvPr id="44" name="Rectangle 682">
              <a:extLst>
                <a:ext uri="{FF2B5EF4-FFF2-40B4-BE49-F238E27FC236}">
                  <a16:creationId xmlns:a16="http://schemas.microsoft.com/office/drawing/2014/main" id="{739DE5A6-DFEA-4F67-B4E8-BC2E17F704A3}"/>
                </a:ext>
              </a:extLst>
            </p:cNvPr>
            <p:cNvSpPr>
              <a:spLocks noChangeArrowheads="1"/>
            </p:cNvSpPr>
            <p:nvPr/>
          </p:nvSpPr>
          <p:spPr bwMode="invGray">
            <a:xfrm>
              <a:off x="3967381" y="4079875"/>
              <a:ext cx="244257"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895350">
                <a:buSzPct val="120000"/>
                <a:defRPr sz="1600">
                  <a:solidFill>
                    <a:schemeClr val="tx1"/>
                  </a:solidFill>
                  <a:latin typeface="Arial" panose="020B0604020202020204" pitchFamily="34" charset="0"/>
                  <a:ea typeface="굴림" panose="020B0600000101010101" pitchFamily="34" charset="-127"/>
                </a:defRPr>
              </a:lvl1pPr>
              <a:lvl2pPr marL="144463" indent="-142875" defTabSz="895350">
                <a:buSzPct val="120000"/>
                <a:buChar char="•"/>
                <a:defRPr sz="1600">
                  <a:solidFill>
                    <a:schemeClr val="tx1"/>
                  </a:solidFill>
                  <a:latin typeface="Arial" panose="020B0604020202020204" pitchFamily="34" charset="0"/>
                  <a:ea typeface="굴림" panose="020B0600000101010101" pitchFamily="34" charset="-127"/>
                </a:defRPr>
              </a:lvl2pPr>
              <a:lvl3pPr marL="295275" indent="-149225" defTabSz="895350">
                <a:buChar char="–"/>
                <a:defRPr sz="1600">
                  <a:solidFill>
                    <a:schemeClr val="tx1"/>
                  </a:solidFill>
                  <a:latin typeface="Arial" panose="020B0604020202020204" pitchFamily="34" charset="0"/>
                  <a:ea typeface="굴림" panose="020B0600000101010101" pitchFamily="34" charset="-127"/>
                </a:defRPr>
              </a:lvl3pPr>
              <a:lvl4pPr marL="431800" indent="-134938" defTabSz="895350">
                <a:buSzPct val="89000"/>
                <a:buChar char="•"/>
                <a:defRPr sz="1600">
                  <a:solidFill>
                    <a:schemeClr val="tx1"/>
                  </a:solidFill>
                  <a:latin typeface="Arial" panose="020B0604020202020204" pitchFamily="34" charset="0"/>
                  <a:ea typeface="굴림" panose="020B0600000101010101" pitchFamily="34" charset="-127"/>
                </a:defRPr>
              </a:lvl4pPr>
              <a:lvl5pPr marL="582613" indent="-149225" defTabSz="895350">
                <a:buSzPct val="75000"/>
                <a:buChar char="–"/>
                <a:defRPr sz="1600">
                  <a:solidFill>
                    <a:schemeClr val="tx1"/>
                  </a:solidFill>
                  <a:latin typeface="Arial" panose="020B0604020202020204" pitchFamily="34" charset="0"/>
                  <a:ea typeface="굴림" panose="020B0600000101010101" pitchFamily="34"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굴림" panose="020B0600000101010101" pitchFamily="34" charset="-127"/>
                </a:defRPr>
              </a:lvl9pPr>
            </a:lstStyle>
            <a:p>
              <a:r>
                <a:rPr lang="en-US" altLang="ko-KR" sz="1400" i="1" dirty="0">
                  <a:latin typeface="Arial Black" panose="020B0A04020102020204" pitchFamily="34" charset="0"/>
                </a:rPr>
                <a:t>15</a:t>
              </a:r>
              <a:endParaRPr lang="ko-KR" altLang="ko-KR" sz="1400" i="1" dirty="0">
                <a:latin typeface="Arial Black" panose="020B0A04020102020204" pitchFamily="34" charset="0"/>
              </a:endParaRPr>
            </a:p>
          </p:txBody>
        </p:sp>
      </p:grpSp>
      <p:cxnSp>
        <p:nvCxnSpPr>
          <p:cNvPr id="47" name="直接连接符 18">
            <a:extLst>
              <a:ext uri="{FF2B5EF4-FFF2-40B4-BE49-F238E27FC236}">
                <a16:creationId xmlns:a16="http://schemas.microsoft.com/office/drawing/2014/main" id="{5DE17D9C-B341-4F67-AFD7-8273860FEC1C}"/>
              </a:ext>
            </a:extLst>
          </p:cNvPr>
          <p:cNvCxnSpPr>
            <a:cxnSpLocks noChangeShapeType="1"/>
          </p:cNvCxnSpPr>
          <p:nvPr>
            <p:custDataLst>
              <p:tags r:id="rId1"/>
            </p:custDataLst>
          </p:nvPr>
        </p:nvCxnSpPr>
        <p:spPr bwMode="auto">
          <a:xfrm flipV="1">
            <a:off x="106566" y="4171876"/>
            <a:ext cx="9628340" cy="20795"/>
          </a:xfrm>
          <a:prstGeom prst="line">
            <a:avLst/>
          </a:prstGeom>
          <a:noFill/>
          <a:ln w="9525" algn="ctr">
            <a:solidFill>
              <a:schemeClr val="tx1"/>
            </a:solidFill>
            <a:prstDash val="dash"/>
            <a:round/>
            <a:headEnd/>
            <a:tailEnd/>
          </a:ln>
        </p:spPr>
      </p:cxnSp>
      <p:graphicFrame>
        <p:nvGraphicFramePr>
          <p:cNvPr id="56" name="图表 55">
            <a:extLst>
              <a:ext uri="{FF2B5EF4-FFF2-40B4-BE49-F238E27FC236}">
                <a16:creationId xmlns:a16="http://schemas.microsoft.com/office/drawing/2014/main" id="{8978A6B6-8214-4DDB-B388-0461D74B3006}"/>
              </a:ext>
            </a:extLst>
          </p:cNvPr>
          <p:cNvGraphicFramePr>
            <a:graphicFrameLocks/>
          </p:cNvGraphicFramePr>
          <p:nvPr>
            <p:extLst>
              <p:ext uri="{D42A27DB-BD31-4B8C-83A1-F6EECF244321}">
                <p14:modId xmlns:p14="http://schemas.microsoft.com/office/powerpoint/2010/main" val="1011270770"/>
              </p:ext>
            </p:extLst>
          </p:nvPr>
        </p:nvGraphicFramePr>
        <p:xfrm>
          <a:off x="3647044" y="4265415"/>
          <a:ext cx="5532029" cy="2459583"/>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3011419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16</a:t>
            </a:fld>
            <a:endParaRPr lang="ko-KR" altLang="en-US" dirty="0">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p:txBody>
          <a:bodyPr>
            <a:noAutofit/>
          </a:bodyPr>
          <a:lstStyle/>
          <a:p>
            <a:r>
              <a:rPr lang="en-US" altLang="zh-CN" sz="1800" b="1" dirty="0">
                <a:latin typeface="微软雅黑" panose="020B0503020204020204" pitchFamily="34" charset="-122"/>
                <a:ea typeface="微软雅黑" panose="020B0503020204020204" pitchFamily="34" charset="-122"/>
              </a:rPr>
              <a:t>Backup</a:t>
            </a:r>
            <a:r>
              <a:rPr lang="zh-CN" altLang="en-US" sz="1800" b="1" dirty="0">
                <a:latin typeface="微软雅黑" panose="020B0503020204020204" pitchFamily="34" charset="-122"/>
                <a:ea typeface="微软雅黑" panose="020B0503020204020204" pitchFamily="34" charset="-122"/>
              </a:rPr>
              <a:t>：功能清单</a:t>
            </a:r>
          </a:p>
        </p:txBody>
      </p:sp>
      <p:graphicFrame>
        <p:nvGraphicFramePr>
          <p:cNvPr id="5" name="表格 4">
            <a:extLst>
              <a:ext uri="{FF2B5EF4-FFF2-40B4-BE49-F238E27FC236}">
                <a16:creationId xmlns:a16="http://schemas.microsoft.com/office/drawing/2014/main" id="{526D4DE4-077E-74FF-D6DB-A67FE5C47ED4}"/>
              </a:ext>
            </a:extLst>
          </p:cNvPr>
          <p:cNvGraphicFramePr>
            <a:graphicFrameLocks noGrp="1"/>
          </p:cNvGraphicFramePr>
          <p:nvPr>
            <p:extLst>
              <p:ext uri="{D42A27DB-BD31-4B8C-83A1-F6EECF244321}">
                <p14:modId xmlns:p14="http://schemas.microsoft.com/office/powerpoint/2010/main" val="1534899772"/>
              </p:ext>
            </p:extLst>
          </p:nvPr>
        </p:nvGraphicFramePr>
        <p:xfrm>
          <a:off x="477077" y="965200"/>
          <a:ext cx="7659743" cy="6322229"/>
        </p:xfrm>
        <a:graphic>
          <a:graphicData uri="http://schemas.openxmlformats.org/drawingml/2006/table">
            <a:tbl>
              <a:tblPr>
                <a:tableStyleId>{5C22544A-7EE6-4342-B048-85BDC9FD1C3A}</a:tableStyleId>
              </a:tblPr>
              <a:tblGrid>
                <a:gridCol w="236183">
                  <a:extLst>
                    <a:ext uri="{9D8B030D-6E8A-4147-A177-3AD203B41FA5}">
                      <a16:colId xmlns:a16="http://schemas.microsoft.com/office/drawing/2014/main" val="1711933305"/>
                    </a:ext>
                  </a:extLst>
                </a:gridCol>
                <a:gridCol w="558250">
                  <a:extLst>
                    <a:ext uri="{9D8B030D-6E8A-4147-A177-3AD203B41FA5}">
                      <a16:colId xmlns:a16="http://schemas.microsoft.com/office/drawing/2014/main" val="2546236622"/>
                    </a:ext>
                  </a:extLst>
                </a:gridCol>
                <a:gridCol w="1014429">
                  <a:extLst>
                    <a:ext uri="{9D8B030D-6E8A-4147-A177-3AD203B41FA5}">
                      <a16:colId xmlns:a16="http://schemas.microsoft.com/office/drawing/2014/main" val="1001877692"/>
                    </a:ext>
                  </a:extLst>
                </a:gridCol>
                <a:gridCol w="1964608">
                  <a:extLst>
                    <a:ext uri="{9D8B030D-6E8A-4147-A177-3AD203B41FA5}">
                      <a16:colId xmlns:a16="http://schemas.microsoft.com/office/drawing/2014/main" val="2230754494"/>
                    </a:ext>
                  </a:extLst>
                </a:gridCol>
                <a:gridCol w="3886273">
                  <a:extLst>
                    <a:ext uri="{9D8B030D-6E8A-4147-A177-3AD203B41FA5}">
                      <a16:colId xmlns:a16="http://schemas.microsoft.com/office/drawing/2014/main" val="2432988031"/>
                    </a:ext>
                  </a:extLst>
                </a:gridCol>
              </a:tblGrid>
              <a:tr h="112581">
                <a:tc>
                  <a:txBody>
                    <a:bodyPr/>
                    <a:lstStyle/>
                    <a:p>
                      <a:pPr algn="ctr" fontAlgn="ctr"/>
                      <a:r>
                        <a:rPr lang="en-US" sz="800" u="none" strike="noStrike">
                          <a:effectLst/>
                        </a:rPr>
                        <a:t>No</a:t>
                      </a:r>
                      <a:endParaRPr 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gridSpan="2">
                  <a:txBody>
                    <a:bodyPr/>
                    <a:lstStyle/>
                    <a:p>
                      <a:pPr algn="ctr" fontAlgn="ctr"/>
                      <a:r>
                        <a:rPr lang="zh-CN" altLang="en-US" sz="800" u="none" strike="noStrike">
                          <a:effectLst/>
                        </a:rPr>
                        <a:t>区分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hMerge="1">
                  <a:txBody>
                    <a:bodyPr/>
                    <a:lstStyle/>
                    <a:p>
                      <a:endParaRPr lang="zh-CN" altLang="en-US"/>
                    </a:p>
                  </a:txBody>
                  <a:tcPr/>
                </a:tc>
                <a:tc>
                  <a:txBody>
                    <a:bodyPr/>
                    <a:lstStyle/>
                    <a:p>
                      <a:pPr algn="ctr" fontAlgn="ctr"/>
                      <a:r>
                        <a:rPr lang="zh-CN" altLang="en-US" sz="800" u="none" strike="noStrike">
                          <a:effectLst/>
                        </a:rPr>
                        <a:t>主要功能</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ctr" fontAlgn="ctr"/>
                      <a:r>
                        <a:rPr lang="zh-CN" altLang="en-US" sz="800" u="none" strike="noStrike">
                          <a:effectLst/>
                        </a:rPr>
                        <a:t>主要功能说明</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extLst>
                  <a:ext uri="{0D108BD9-81ED-4DB2-BD59-A6C34878D82A}">
                    <a16:rowId xmlns:a16="http://schemas.microsoft.com/office/drawing/2014/main" val="1962377970"/>
                  </a:ext>
                </a:extLst>
              </a:tr>
              <a:tr h="116253">
                <a:tc>
                  <a:txBody>
                    <a:bodyPr/>
                    <a:lstStyle/>
                    <a:p>
                      <a:pPr algn="ctr" fontAlgn="b"/>
                      <a:r>
                        <a:rPr lang="en-US" altLang="zh-CN" sz="800" u="none" strike="noStrike">
                          <a:effectLst/>
                        </a:rPr>
                        <a:t>1</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rowSpan="6">
                  <a:txBody>
                    <a:bodyPr/>
                    <a:lstStyle/>
                    <a:p>
                      <a:pPr algn="ctr" fontAlgn="ctr"/>
                      <a:r>
                        <a:rPr lang="zh-CN" altLang="en-US" sz="800" u="none" strike="noStrike">
                          <a:effectLst/>
                        </a:rPr>
                        <a:t>基准信息</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rowSpan="2">
                  <a:txBody>
                    <a:bodyPr/>
                    <a:lstStyle/>
                    <a:p>
                      <a:pPr algn="ctr" fontAlgn="ctr"/>
                      <a:r>
                        <a:rPr lang="zh-CN" altLang="en-US" sz="800" u="none" strike="noStrike">
                          <a:effectLst/>
                        </a:rPr>
                        <a:t>权限</a:t>
                      </a:r>
                      <a:r>
                        <a:rPr lang="en-US" altLang="zh-CN" sz="800" u="none" strike="noStrike">
                          <a:effectLst/>
                        </a:rPr>
                        <a:t>&amp;</a:t>
                      </a:r>
                      <a:r>
                        <a:rPr lang="zh-CN" altLang="en-US" sz="800" u="none" strike="noStrike">
                          <a:effectLst/>
                        </a:rPr>
                        <a:t>用户</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权限设置</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en-US" altLang="zh-CN" sz="800" u="none" strike="noStrike">
                          <a:effectLst/>
                        </a:rPr>
                        <a:t>AD</a:t>
                      </a:r>
                      <a:r>
                        <a:rPr lang="zh-CN" altLang="en-US" sz="800" u="none" strike="noStrike">
                          <a:effectLst/>
                        </a:rPr>
                        <a:t>联动，权限设置功能</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2164175993"/>
                  </a:ext>
                </a:extLst>
              </a:tr>
              <a:tr h="112581">
                <a:tc>
                  <a:txBody>
                    <a:bodyPr/>
                    <a:lstStyle/>
                    <a:p>
                      <a:pPr algn="ctr" fontAlgn="b"/>
                      <a:r>
                        <a:rPr lang="en-US" altLang="zh-CN" sz="800" u="none" strike="noStrike">
                          <a:effectLst/>
                        </a:rPr>
                        <a:t>2</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组织</a:t>
                      </a:r>
                      <a:r>
                        <a:rPr lang="en-US" altLang="zh-CN" sz="800" u="none" strike="noStrike">
                          <a:effectLst/>
                        </a:rPr>
                        <a:t>&amp;</a:t>
                      </a:r>
                      <a:r>
                        <a:rPr lang="zh-CN" altLang="en-US" sz="800" u="none" strike="noStrike">
                          <a:effectLst/>
                        </a:rPr>
                        <a:t>人员</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en-US" sz="800" u="none" strike="noStrike">
                          <a:effectLst/>
                        </a:rPr>
                        <a:t>I/F</a:t>
                      </a:r>
                      <a:r>
                        <a:rPr lang="zh-CN" altLang="en-US" sz="800" u="none" strike="noStrike">
                          <a:effectLst/>
                        </a:rPr>
                        <a:t>开发，</a:t>
                      </a:r>
                      <a:r>
                        <a:rPr lang="en-US" sz="800" u="none" strike="noStrike">
                          <a:effectLst/>
                        </a:rPr>
                        <a:t>with HR</a:t>
                      </a:r>
                      <a:endParaRPr 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676493484"/>
                  </a:ext>
                </a:extLst>
              </a:tr>
              <a:tr h="112581">
                <a:tc>
                  <a:txBody>
                    <a:bodyPr/>
                    <a:lstStyle/>
                    <a:p>
                      <a:pPr algn="ctr" fontAlgn="b"/>
                      <a:r>
                        <a:rPr lang="en-US" altLang="zh-CN" sz="800" u="none" strike="noStrike">
                          <a:effectLst/>
                        </a:rPr>
                        <a:t>3</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rowSpan="2">
                  <a:txBody>
                    <a:bodyPr/>
                    <a:lstStyle/>
                    <a:p>
                      <a:pPr algn="ctr" fontAlgn="ctr"/>
                      <a:r>
                        <a:rPr lang="zh-CN" altLang="en-US" sz="800" u="none" strike="noStrike">
                          <a:effectLst/>
                        </a:rPr>
                        <a:t>物料分类</a:t>
                      </a:r>
                      <a:r>
                        <a:rPr lang="en-US" altLang="zh-CN" sz="800" u="none" strike="noStrike">
                          <a:effectLst/>
                        </a:rPr>
                        <a:t>&amp;</a:t>
                      </a:r>
                      <a:r>
                        <a:rPr lang="zh-CN" altLang="en-US" sz="800" u="none" strike="noStrike">
                          <a:effectLst/>
                        </a:rPr>
                        <a:t>属性</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物料分类</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物料分类体系</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2592953632"/>
                  </a:ext>
                </a:extLst>
              </a:tr>
              <a:tr h="112581">
                <a:tc>
                  <a:txBody>
                    <a:bodyPr/>
                    <a:lstStyle/>
                    <a:p>
                      <a:pPr algn="ctr" fontAlgn="b"/>
                      <a:r>
                        <a:rPr lang="en-US" altLang="zh-CN" sz="800" u="none" strike="noStrike">
                          <a:effectLst/>
                        </a:rPr>
                        <a:t>4</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主要属性管理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主要属性的基准信息管理</a:t>
                      </a:r>
                      <a:r>
                        <a:rPr lang="en-US" altLang="zh-CN" sz="800" u="none" strike="noStrike">
                          <a:effectLst/>
                        </a:rPr>
                        <a:t>(</a:t>
                      </a:r>
                      <a:r>
                        <a:rPr lang="zh-CN" altLang="en-US" sz="800" u="none" strike="noStrike">
                          <a:effectLst/>
                        </a:rPr>
                        <a:t>品牌、型号</a:t>
                      </a:r>
                      <a:r>
                        <a:rPr lang="en-US" altLang="zh-CN" sz="800" u="none" strike="noStrike">
                          <a:effectLst/>
                        </a:rPr>
                        <a:t>)</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2753075267"/>
                  </a:ext>
                </a:extLst>
              </a:tr>
              <a:tr h="112581">
                <a:tc>
                  <a:txBody>
                    <a:bodyPr/>
                    <a:lstStyle/>
                    <a:p>
                      <a:pPr algn="ctr" fontAlgn="b"/>
                      <a:r>
                        <a:rPr lang="en-US" altLang="zh-CN" sz="800" u="none" strike="noStrike">
                          <a:effectLst/>
                        </a:rPr>
                        <a:t>5</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存放位置</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存放位置</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存放位置基准信息定义管理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271568650"/>
                  </a:ext>
                </a:extLst>
              </a:tr>
              <a:tr h="112581">
                <a:tc>
                  <a:txBody>
                    <a:bodyPr/>
                    <a:lstStyle/>
                    <a:p>
                      <a:pPr algn="ctr" fontAlgn="b"/>
                      <a:r>
                        <a:rPr lang="en-US" altLang="zh-CN" sz="800" u="none" strike="noStrike">
                          <a:effectLst/>
                        </a:rPr>
                        <a:t>6</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其他基准信息</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供应商基准信息</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物料购买供应商及维保供应商基准信息管理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442032767"/>
                  </a:ext>
                </a:extLst>
              </a:tr>
              <a:tr h="112581">
                <a:tc>
                  <a:txBody>
                    <a:bodyPr/>
                    <a:lstStyle/>
                    <a:p>
                      <a:pPr algn="ctr" fontAlgn="b"/>
                      <a:r>
                        <a:rPr lang="en-US" altLang="zh-CN" sz="800" u="none" strike="noStrike">
                          <a:effectLst/>
                        </a:rPr>
                        <a:t>7</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rowSpan="2">
                  <a:txBody>
                    <a:bodyPr/>
                    <a:lstStyle/>
                    <a:p>
                      <a:pPr algn="ctr" fontAlgn="ctr"/>
                      <a:r>
                        <a:rPr lang="zh-CN" altLang="en-US" sz="800" u="none" strike="noStrike">
                          <a:effectLst/>
                        </a:rPr>
                        <a:t>审批</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ctr" fontAlgn="ctr"/>
                      <a:r>
                        <a:rPr lang="zh-CN" altLang="en-US" sz="800" u="none" strike="noStrike">
                          <a:effectLst/>
                        </a:rPr>
                        <a:t>决裁线设置</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决裁线设置</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入库登记等决裁线设置管理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480587674"/>
                  </a:ext>
                </a:extLst>
              </a:tr>
              <a:tr h="112581">
                <a:tc>
                  <a:txBody>
                    <a:bodyPr/>
                    <a:lstStyle/>
                    <a:p>
                      <a:pPr algn="ctr" fontAlgn="b"/>
                      <a:r>
                        <a:rPr lang="en-US" altLang="zh-CN" sz="800" u="none" strike="noStrike">
                          <a:effectLst/>
                        </a:rPr>
                        <a:t>8</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en-US" sz="800" u="none" strike="noStrike">
                          <a:effectLst/>
                        </a:rPr>
                        <a:t>My-to do</a:t>
                      </a:r>
                      <a:endParaRPr 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en-US" sz="800" u="none" strike="noStrike">
                          <a:effectLst/>
                        </a:rPr>
                        <a:t>My-to do</a:t>
                      </a:r>
                      <a:endParaRPr 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待决裁人及提交人</a:t>
                      </a:r>
                      <a:r>
                        <a:rPr lang="en-US" sz="800" u="none" strike="noStrike">
                          <a:effectLst/>
                        </a:rPr>
                        <a:t>My to do</a:t>
                      </a:r>
                      <a:r>
                        <a:rPr lang="zh-CN" altLang="en-US" sz="800" u="none" strike="noStrike">
                          <a:effectLst/>
                        </a:rPr>
                        <a:t>画面，含批量决裁功能。</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836546984"/>
                  </a:ext>
                </a:extLst>
              </a:tr>
              <a:tr h="112581">
                <a:tc>
                  <a:txBody>
                    <a:bodyPr/>
                    <a:lstStyle/>
                    <a:p>
                      <a:pPr algn="ctr" fontAlgn="b"/>
                      <a:r>
                        <a:rPr lang="en-US" altLang="zh-CN" sz="800" u="none" strike="noStrike">
                          <a:effectLst/>
                        </a:rPr>
                        <a:t>9</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a:txBody>
                    <a:bodyPr/>
                    <a:lstStyle/>
                    <a:p>
                      <a:pPr algn="ctr" fontAlgn="ctr"/>
                      <a:r>
                        <a:rPr lang="zh-CN" altLang="en-US" sz="800" u="none" strike="noStrike">
                          <a:effectLst/>
                        </a:rPr>
                        <a:t>通知</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ctr" fontAlgn="ctr"/>
                      <a:r>
                        <a:rPr lang="zh-CN" altLang="en-US" sz="800" u="none" strike="noStrike">
                          <a:effectLst/>
                        </a:rPr>
                        <a:t>通知</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通知设置</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通知类型别通知收件人</a:t>
                      </a:r>
                      <a:r>
                        <a:rPr lang="en-US" altLang="zh-CN" sz="800" u="none" strike="noStrike">
                          <a:effectLst/>
                        </a:rPr>
                        <a:t>&amp;</a:t>
                      </a:r>
                      <a:r>
                        <a:rPr lang="zh-CN" altLang="en-US" sz="800" u="none" strike="noStrike">
                          <a:effectLst/>
                        </a:rPr>
                        <a:t>参照人设置功能画面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410799368"/>
                  </a:ext>
                </a:extLst>
              </a:tr>
              <a:tr h="112581">
                <a:tc>
                  <a:txBody>
                    <a:bodyPr/>
                    <a:lstStyle/>
                    <a:p>
                      <a:pPr algn="ctr" fontAlgn="b"/>
                      <a:r>
                        <a:rPr lang="en-US" altLang="zh-CN" sz="800" u="none" strike="noStrike">
                          <a:effectLst/>
                        </a:rPr>
                        <a:t>10</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rowSpan="20">
                  <a:txBody>
                    <a:bodyPr/>
                    <a:lstStyle/>
                    <a:p>
                      <a:pPr algn="ctr" fontAlgn="ctr"/>
                      <a:r>
                        <a:rPr lang="zh-CN" altLang="en-US" sz="800" u="none" strike="noStrike">
                          <a:effectLst/>
                        </a:rPr>
                        <a:t>管理画面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rowSpan="6">
                  <a:txBody>
                    <a:bodyPr/>
                    <a:lstStyle/>
                    <a:p>
                      <a:pPr algn="ctr" fontAlgn="ctr"/>
                      <a:r>
                        <a:rPr lang="zh-CN" altLang="en-US" sz="800" u="none" strike="noStrike">
                          <a:effectLst/>
                        </a:rPr>
                        <a:t>物料登记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物料申请登记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物料申请信息手动录入画面；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893496583"/>
                  </a:ext>
                </a:extLst>
              </a:tr>
              <a:tr h="112581">
                <a:tc>
                  <a:txBody>
                    <a:bodyPr/>
                    <a:lstStyle/>
                    <a:p>
                      <a:pPr algn="ctr" fontAlgn="b"/>
                      <a:r>
                        <a:rPr lang="en-US" altLang="zh-CN" sz="800" u="none" strike="noStrike">
                          <a:effectLst/>
                        </a:rPr>
                        <a:t>11</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物料购买登记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物料购买信息手动录入画面；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503028820"/>
                  </a:ext>
                </a:extLst>
              </a:tr>
              <a:tr h="112581">
                <a:tc>
                  <a:txBody>
                    <a:bodyPr/>
                    <a:lstStyle/>
                    <a:p>
                      <a:pPr algn="ctr" fontAlgn="b"/>
                      <a:r>
                        <a:rPr lang="en-US" altLang="zh-CN" sz="800" u="none" strike="noStrike">
                          <a:effectLst/>
                        </a:rPr>
                        <a:t>12</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入库登记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入库信息登记画面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858895186"/>
                  </a:ext>
                </a:extLst>
              </a:tr>
              <a:tr h="112581">
                <a:tc>
                  <a:txBody>
                    <a:bodyPr/>
                    <a:lstStyle/>
                    <a:p>
                      <a:pPr algn="ctr" fontAlgn="b"/>
                      <a:r>
                        <a:rPr lang="en-US" altLang="zh-CN" sz="800" u="none" strike="noStrike">
                          <a:effectLst/>
                        </a:rPr>
                        <a:t>13</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批量入库登记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批量</a:t>
                      </a:r>
                      <a:r>
                        <a:rPr lang="en-US" sz="800" u="none" strike="noStrike">
                          <a:effectLst/>
                        </a:rPr>
                        <a:t>Import</a:t>
                      </a:r>
                      <a:r>
                        <a:rPr lang="zh-CN" altLang="en-US" sz="800" u="none" strike="noStrike">
                          <a:effectLst/>
                        </a:rPr>
                        <a:t>登记功能，</a:t>
                      </a:r>
                      <a:r>
                        <a:rPr lang="en-US" sz="800" u="none" strike="noStrike">
                          <a:effectLst/>
                        </a:rPr>
                        <a:t>import</a:t>
                      </a:r>
                      <a:r>
                        <a:rPr lang="zh-CN" altLang="en-US" sz="800" u="none" strike="noStrike">
                          <a:effectLst/>
                        </a:rPr>
                        <a:t>模板</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2921135824"/>
                  </a:ext>
                </a:extLst>
              </a:tr>
              <a:tr h="112581">
                <a:tc>
                  <a:txBody>
                    <a:bodyPr/>
                    <a:lstStyle/>
                    <a:p>
                      <a:pPr algn="ctr" fontAlgn="b"/>
                      <a:r>
                        <a:rPr lang="en-US" altLang="zh-CN" sz="800" u="none" strike="noStrike">
                          <a:effectLst/>
                        </a:rPr>
                        <a:t>14</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入库登记决裁</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入库登记决裁功能画面开发</a:t>
                      </a:r>
                      <a:r>
                        <a:rPr lang="en-US" altLang="zh-CN" sz="800" u="none" strike="noStrike">
                          <a:effectLst/>
                        </a:rPr>
                        <a:t>-</a:t>
                      </a:r>
                      <a:r>
                        <a:rPr lang="zh-CN" altLang="en-US" sz="800" u="none" strike="noStrike">
                          <a:effectLst/>
                        </a:rPr>
                        <a:t>审批单</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411121599"/>
                  </a:ext>
                </a:extLst>
              </a:tr>
              <a:tr h="112581">
                <a:tc>
                  <a:txBody>
                    <a:bodyPr/>
                    <a:lstStyle/>
                    <a:p>
                      <a:pPr algn="ctr" fontAlgn="b"/>
                      <a:r>
                        <a:rPr lang="en-US" altLang="zh-CN" sz="800" u="none" strike="noStrike">
                          <a:effectLst/>
                        </a:rPr>
                        <a:t>15</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物料清单</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物料清单画面</a:t>
                      </a:r>
                      <a:r>
                        <a:rPr lang="en-US" altLang="zh-CN" sz="800" u="none" strike="noStrike">
                          <a:effectLst/>
                        </a:rPr>
                        <a:t>(</a:t>
                      </a:r>
                      <a:r>
                        <a:rPr lang="zh-CN" altLang="en-US" sz="800" u="none" strike="noStrike">
                          <a:effectLst/>
                        </a:rPr>
                        <a:t>查询物料及物料处理时的其他功能</a:t>
                      </a:r>
                      <a:r>
                        <a:rPr lang="en-US" altLang="zh-CN" sz="800" u="none" strike="noStrike">
                          <a:effectLst/>
                        </a:rPr>
                        <a:t>)</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4165285413"/>
                  </a:ext>
                </a:extLst>
              </a:tr>
              <a:tr h="112581">
                <a:tc>
                  <a:txBody>
                    <a:bodyPr/>
                    <a:lstStyle/>
                    <a:p>
                      <a:pPr algn="ctr" fontAlgn="b"/>
                      <a:r>
                        <a:rPr lang="en-US" altLang="zh-CN" sz="800" u="none" strike="noStrike">
                          <a:effectLst/>
                        </a:rPr>
                        <a:t>16</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rowSpan="6">
                  <a:txBody>
                    <a:bodyPr/>
                    <a:lstStyle/>
                    <a:p>
                      <a:pPr algn="ctr" fontAlgn="ctr"/>
                      <a:r>
                        <a:rPr lang="zh-CN" altLang="en-US" sz="800" u="none" strike="noStrike">
                          <a:effectLst/>
                        </a:rPr>
                        <a:t>日常管理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标签打印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资产标签打印模板</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786973034"/>
                  </a:ext>
                </a:extLst>
              </a:tr>
              <a:tr h="112581">
                <a:tc>
                  <a:txBody>
                    <a:bodyPr/>
                    <a:lstStyle/>
                    <a:p>
                      <a:pPr algn="ctr" fontAlgn="b"/>
                      <a:r>
                        <a:rPr lang="en-US" altLang="zh-CN" sz="800" u="none" strike="noStrike">
                          <a:effectLst/>
                        </a:rPr>
                        <a:t>17</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领用发放</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领用发放申请单：含领用发放登记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4085381091"/>
                  </a:ext>
                </a:extLst>
              </a:tr>
              <a:tr h="112581">
                <a:tc>
                  <a:txBody>
                    <a:bodyPr/>
                    <a:lstStyle/>
                    <a:p>
                      <a:pPr algn="ctr" fontAlgn="b"/>
                      <a:r>
                        <a:rPr lang="en-US" altLang="zh-CN" sz="800" u="none" strike="noStrike">
                          <a:effectLst/>
                        </a:rPr>
                        <a:t>18</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借用发放</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借用发放申请单：含借用发放登记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642537950"/>
                  </a:ext>
                </a:extLst>
              </a:tr>
              <a:tr h="112581">
                <a:tc>
                  <a:txBody>
                    <a:bodyPr/>
                    <a:lstStyle/>
                    <a:p>
                      <a:pPr algn="ctr" fontAlgn="b"/>
                      <a:r>
                        <a:rPr lang="en-US" altLang="zh-CN" sz="800" u="none" strike="noStrike">
                          <a:effectLst/>
                        </a:rPr>
                        <a:t>19</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发放接收确认</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发放接收确认画面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402667661"/>
                  </a:ext>
                </a:extLst>
              </a:tr>
              <a:tr h="112581">
                <a:tc>
                  <a:txBody>
                    <a:bodyPr/>
                    <a:lstStyle/>
                    <a:p>
                      <a:pPr algn="ctr" fontAlgn="b"/>
                      <a:r>
                        <a:rPr lang="en-US" altLang="zh-CN" sz="800" u="none" strike="noStrike">
                          <a:effectLst/>
                        </a:rPr>
                        <a:t>20</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物料返还</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物料返还信息登记功能：共用物料清单画面</a:t>
                      </a:r>
                      <a:r>
                        <a:rPr lang="en-US" altLang="zh-CN" sz="800" u="none" strike="noStrike">
                          <a:effectLst/>
                        </a:rPr>
                        <a:t>-</a:t>
                      </a:r>
                      <a:r>
                        <a:rPr lang="zh-CN" altLang="en-US" sz="800" u="none" strike="noStrike">
                          <a:effectLst/>
                        </a:rPr>
                        <a:t>返还登记弹窗画面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452366836"/>
                  </a:ext>
                </a:extLst>
              </a:tr>
              <a:tr h="112581">
                <a:tc>
                  <a:txBody>
                    <a:bodyPr/>
                    <a:lstStyle/>
                    <a:p>
                      <a:pPr algn="ctr" fontAlgn="b"/>
                      <a:r>
                        <a:rPr lang="en-US" altLang="zh-CN" sz="800" u="none" strike="noStrike">
                          <a:effectLst/>
                        </a:rPr>
                        <a:t>21</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资产变更</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资产所属信息变更登记功能及履历画面；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2201743695"/>
                  </a:ext>
                </a:extLst>
              </a:tr>
              <a:tr h="112581">
                <a:tc>
                  <a:txBody>
                    <a:bodyPr/>
                    <a:lstStyle/>
                    <a:p>
                      <a:pPr algn="ctr" fontAlgn="b"/>
                      <a:r>
                        <a:rPr lang="en-US" altLang="zh-CN" sz="800" u="none" strike="noStrike">
                          <a:effectLst/>
                        </a:rPr>
                        <a:t>22</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rowSpan="4">
                  <a:txBody>
                    <a:bodyPr/>
                    <a:lstStyle/>
                    <a:p>
                      <a:pPr algn="ctr" fontAlgn="ctr"/>
                      <a:r>
                        <a:rPr lang="zh-CN" altLang="en-US" sz="800" u="none" strike="noStrike">
                          <a:effectLst/>
                        </a:rPr>
                        <a:t>维修报废管理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报修申请、维修登记、维修完成</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报修申请信息登记功能、维修登记、维修完成登记功能画面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2704009644"/>
                  </a:ext>
                </a:extLst>
              </a:tr>
              <a:tr h="112581">
                <a:tc>
                  <a:txBody>
                    <a:bodyPr/>
                    <a:lstStyle/>
                    <a:p>
                      <a:pPr algn="ctr" fontAlgn="b"/>
                      <a:r>
                        <a:rPr lang="en-US" altLang="zh-CN" sz="800" u="none" strike="noStrike">
                          <a:effectLst/>
                        </a:rPr>
                        <a:t>23</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报修单清单</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报修单查询画面及查询后维修登记及完成登记用；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887264302"/>
                  </a:ext>
                </a:extLst>
              </a:tr>
              <a:tr h="112581">
                <a:tc>
                  <a:txBody>
                    <a:bodyPr/>
                    <a:lstStyle/>
                    <a:p>
                      <a:pPr algn="ctr" fontAlgn="b"/>
                      <a:r>
                        <a:rPr lang="en-US" altLang="zh-CN" sz="800" u="none" strike="noStrike">
                          <a:effectLst/>
                        </a:rPr>
                        <a:t>24</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报废登记、报废处理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报废信息登记、报废处理完成登记画面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119622034"/>
                  </a:ext>
                </a:extLst>
              </a:tr>
              <a:tr h="112581">
                <a:tc>
                  <a:txBody>
                    <a:bodyPr/>
                    <a:lstStyle/>
                    <a:p>
                      <a:pPr algn="ctr" fontAlgn="b"/>
                      <a:r>
                        <a:rPr lang="en-US" altLang="zh-CN" sz="800" u="none" strike="noStrike">
                          <a:effectLst/>
                        </a:rPr>
                        <a:t>25</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报废单清单</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报废清单查询画面及查询后报废完成登记用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694816083"/>
                  </a:ext>
                </a:extLst>
              </a:tr>
              <a:tr h="112581">
                <a:tc>
                  <a:txBody>
                    <a:bodyPr/>
                    <a:lstStyle/>
                    <a:p>
                      <a:pPr algn="ctr" fontAlgn="b"/>
                      <a:r>
                        <a:rPr lang="en-US" altLang="zh-CN" sz="800" u="none" strike="noStrike">
                          <a:effectLst/>
                        </a:rPr>
                        <a:t>26</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维保管理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维保续保管理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维保续保信息登记管理画面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2845446951"/>
                  </a:ext>
                </a:extLst>
              </a:tr>
              <a:tr h="337744">
                <a:tc>
                  <a:txBody>
                    <a:bodyPr/>
                    <a:lstStyle/>
                    <a:p>
                      <a:pPr algn="ctr" fontAlgn="b"/>
                      <a:r>
                        <a:rPr lang="en-US" altLang="zh-CN" sz="800" u="none" strike="noStrike">
                          <a:effectLst/>
                        </a:rPr>
                        <a:t>27</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rowSpan="3">
                  <a:txBody>
                    <a:bodyPr/>
                    <a:lstStyle/>
                    <a:p>
                      <a:pPr algn="ctr" fontAlgn="ctr"/>
                      <a:r>
                        <a:rPr lang="zh-CN" altLang="en-US" sz="800" u="none" strike="noStrike">
                          <a:effectLst/>
                        </a:rPr>
                        <a:t>资产盘点管理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盘点计划、实绩、差异补正处理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盘点计划制作：选定盘点对象弹窗画面，</a:t>
                      </a:r>
                      <a:r>
                        <a:rPr lang="en-US" altLang="zh-CN" sz="800" u="none" strike="noStrike">
                          <a:effectLst/>
                        </a:rPr>
                        <a:t>Export</a:t>
                      </a:r>
                      <a:r>
                        <a:rPr lang="zh-CN" altLang="en-US" sz="800" u="none" strike="noStrike">
                          <a:effectLst/>
                        </a:rPr>
                        <a:t>和</a:t>
                      </a:r>
                      <a:r>
                        <a:rPr lang="en-US" altLang="zh-CN" sz="800" u="none" strike="noStrike">
                          <a:effectLst/>
                        </a:rPr>
                        <a:t>Import</a:t>
                      </a:r>
                      <a:r>
                        <a:rPr lang="zh-CN" altLang="en-US" sz="800" u="none" strike="noStrike">
                          <a:effectLst/>
                        </a:rPr>
                        <a:t>功能，含模板；</a:t>
                      </a:r>
                      <a:br>
                        <a:rPr lang="zh-CN" altLang="en-US" sz="800" u="none" strike="noStrike">
                          <a:effectLst/>
                        </a:rPr>
                      </a:br>
                      <a:r>
                        <a:rPr lang="zh-CN" altLang="en-US" sz="800" u="none" strike="noStrike">
                          <a:effectLst/>
                        </a:rPr>
                        <a:t>盘点实绩登录：更新；下载上传批量处理功能；</a:t>
                      </a:r>
                      <a:br>
                        <a:rPr lang="zh-CN" altLang="en-US" sz="800" u="none" strike="noStrike">
                          <a:effectLst/>
                        </a:rPr>
                      </a:br>
                      <a:r>
                        <a:rPr lang="zh-CN" altLang="en-US" sz="800" u="none" strike="noStrike">
                          <a:effectLst/>
                        </a:rPr>
                        <a:t>盘点差异补正：盘盈盘亏及信息修改处理功能，弹窗实现信息修改；</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4154022489"/>
                  </a:ext>
                </a:extLst>
              </a:tr>
              <a:tr h="112581">
                <a:tc>
                  <a:txBody>
                    <a:bodyPr/>
                    <a:lstStyle/>
                    <a:p>
                      <a:pPr algn="ctr" fontAlgn="b"/>
                      <a:r>
                        <a:rPr lang="en-US" altLang="zh-CN" sz="800" u="none" strike="noStrike">
                          <a:effectLst/>
                        </a:rPr>
                        <a:t>28</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盘点批次单</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盘点批次单查询画面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2369259641"/>
                  </a:ext>
                </a:extLst>
              </a:tr>
              <a:tr h="112581">
                <a:tc>
                  <a:txBody>
                    <a:bodyPr/>
                    <a:lstStyle/>
                    <a:p>
                      <a:pPr algn="ctr" fontAlgn="b"/>
                      <a:r>
                        <a:rPr lang="en-US" altLang="zh-CN" sz="800" u="none" strike="noStrike">
                          <a:effectLst/>
                        </a:rPr>
                        <a:t>29</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使用人盘点登录</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使用人盘点实绩登录页面：选择“一致与否”录入；</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075724752"/>
                  </a:ext>
                </a:extLst>
              </a:tr>
              <a:tr h="112581">
                <a:tc>
                  <a:txBody>
                    <a:bodyPr/>
                    <a:lstStyle/>
                    <a:p>
                      <a:pPr algn="ctr" fontAlgn="b"/>
                      <a:r>
                        <a:rPr lang="en-US" altLang="zh-CN" sz="800" u="none" strike="noStrike">
                          <a:effectLst/>
                        </a:rPr>
                        <a:t>30</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rowSpan="7">
                  <a:txBody>
                    <a:bodyPr/>
                    <a:lstStyle/>
                    <a:p>
                      <a:pPr algn="ctr" fontAlgn="ctr"/>
                      <a:r>
                        <a:rPr lang="zh-CN" altLang="en-US" sz="800" u="none" strike="noStrike">
                          <a:effectLst/>
                        </a:rPr>
                        <a:t>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ctr" fontAlgn="ctr"/>
                      <a:r>
                        <a:rPr lang="zh-CN" altLang="en-US" sz="800" u="none" strike="noStrike">
                          <a:effectLst/>
                        </a:rPr>
                        <a:t>物料清单</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物料汇总清单报表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资产、耗材别含物料所有属性、状态等信息的总资产清单查询用报表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644234968"/>
                  </a:ext>
                </a:extLst>
              </a:tr>
              <a:tr h="112581">
                <a:tc>
                  <a:txBody>
                    <a:bodyPr/>
                    <a:lstStyle/>
                    <a:p>
                      <a:pPr algn="ctr" fontAlgn="b"/>
                      <a:r>
                        <a:rPr lang="en-US" altLang="zh-CN" sz="800" u="none" strike="noStrike">
                          <a:effectLst/>
                        </a:rPr>
                        <a:t>31</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rowSpan="3">
                  <a:txBody>
                    <a:bodyPr/>
                    <a:lstStyle/>
                    <a:p>
                      <a:pPr algn="ctr" fontAlgn="ctr"/>
                      <a:r>
                        <a:rPr lang="zh-CN" altLang="en-US" sz="800" u="none" strike="noStrike">
                          <a:effectLst/>
                        </a:rPr>
                        <a:t>发放返还履历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发放</a:t>
                      </a:r>
                      <a:r>
                        <a:rPr lang="en-US" altLang="zh-CN" sz="800" u="none" strike="noStrike">
                          <a:effectLst/>
                        </a:rPr>
                        <a:t>/</a:t>
                      </a:r>
                      <a:r>
                        <a:rPr lang="zh-CN" altLang="en-US" sz="800" u="none" strike="noStrike">
                          <a:effectLst/>
                        </a:rPr>
                        <a:t>借用</a:t>
                      </a:r>
                      <a:r>
                        <a:rPr lang="en-US" altLang="zh-CN" sz="800" u="none" strike="noStrike">
                          <a:effectLst/>
                        </a:rPr>
                        <a:t>/</a:t>
                      </a:r>
                      <a:r>
                        <a:rPr lang="zh-CN" altLang="en-US" sz="800" u="none" strike="noStrike">
                          <a:effectLst/>
                        </a:rPr>
                        <a:t>返还台账</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领用发放、借用发放、返还履历查询报表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818251547"/>
                  </a:ext>
                </a:extLst>
              </a:tr>
              <a:tr h="112581">
                <a:tc>
                  <a:txBody>
                    <a:bodyPr/>
                    <a:lstStyle/>
                    <a:p>
                      <a:pPr algn="ctr" fontAlgn="b"/>
                      <a:r>
                        <a:rPr lang="en-US" altLang="zh-CN" sz="800" u="none" strike="noStrike">
                          <a:effectLst/>
                        </a:rPr>
                        <a:t>32</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使用人别</a:t>
                      </a:r>
                      <a:r>
                        <a:rPr lang="en-US" altLang="zh-CN" sz="800" u="none" strike="noStrike">
                          <a:effectLst/>
                        </a:rPr>
                        <a:t>SAP</a:t>
                      </a:r>
                      <a:r>
                        <a:rPr lang="zh-CN" altLang="en-US" sz="800" u="none" strike="noStrike">
                          <a:effectLst/>
                        </a:rPr>
                        <a:t>资产别物料查询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资产别含耗材在内的发放履历查询报表，含金额</a:t>
                      </a:r>
                      <a:r>
                        <a:rPr lang="en-US" altLang="zh-CN" sz="800" u="none" strike="noStrike">
                          <a:effectLst/>
                        </a:rPr>
                        <a:t>SUM</a:t>
                      </a:r>
                      <a:r>
                        <a:rPr lang="zh-CN" altLang="en-US" sz="800" u="none" strike="noStrike">
                          <a:effectLst/>
                        </a:rPr>
                        <a:t>等功能；</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702449109"/>
                  </a:ext>
                </a:extLst>
              </a:tr>
              <a:tr h="112581">
                <a:tc>
                  <a:txBody>
                    <a:bodyPr/>
                    <a:lstStyle/>
                    <a:p>
                      <a:pPr algn="ctr" fontAlgn="b"/>
                      <a:r>
                        <a:rPr lang="en-US" altLang="zh-CN" sz="800" u="none" strike="noStrike">
                          <a:effectLst/>
                        </a:rPr>
                        <a:t>33</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库存查询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物料类型别等剩余在库库存查询；</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149313832"/>
                  </a:ext>
                </a:extLst>
              </a:tr>
              <a:tr h="112581">
                <a:tc>
                  <a:txBody>
                    <a:bodyPr/>
                    <a:lstStyle/>
                    <a:p>
                      <a:pPr algn="ctr" fontAlgn="b"/>
                      <a:r>
                        <a:rPr lang="en-US" altLang="zh-CN" sz="800" u="none" strike="noStrike">
                          <a:effectLst/>
                        </a:rPr>
                        <a:t>34</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rowSpan="2">
                  <a:txBody>
                    <a:bodyPr/>
                    <a:lstStyle/>
                    <a:p>
                      <a:pPr algn="ctr" fontAlgn="ctr"/>
                      <a:r>
                        <a:rPr lang="zh-CN" altLang="en-US" sz="800" u="none" strike="noStrike">
                          <a:effectLst/>
                        </a:rPr>
                        <a:t>维修报废管理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维修履历报表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资产别维修履历查询报表，含金额</a:t>
                      </a:r>
                      <a:r>
                        <a:rPr lang="en-US" altLang="zh-CN" sz="800" u="none" strike="noStrike">
                          <a:effectLst/>
                        </a:rPr>
                        <a:t>SUM</a:t>
                      </a:r>
                      <a:r>
                        <a:rPr lang="zh-CN" altLang="en-US" sz="800" u="none" strike="noStrike">
                          <a:effectLst/>
                        </a:rPr>
                        <a:t>等；</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612704540"/>
                  </a:ext>
                </a:extLst>
              </a:tr>
              <a:tr h="112581">
                <a:tc>
                  <a:txBody>
                    <a:bodyPr/>
                    <a:lstStyle/>
                    <a:p>
                      <a:pPr algn="ctr" fontAlgn="b"/>
                      <a:r>
                        <a:rPr lang="en-US" altLang="zh-CN" sz="800" u="none" strike="noStrike">
                          <a:effectLst/>
                        </a:rPr>
                        <a:t>35</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报废资产报表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年度别资产报废清单查询报表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219028022"/>
                  </a:ext>
                </a:extLst>
              </a:tr>
              <a:tr h="112581">
                <a:tc>
                  <a:txBody>
                    <a:bodyPr/>
                    <a:lstStyle/>
                    <a:p>
                      <a:pPr algn="ctr" fontAlgn="b"/>
                      <a:r>
                        <a:rPr lang="en-US" altLang="zh-CN" sz="800" u="none" strike="noStrike">
                          <a:effectLst/>
                        </a:rPr>
                        <a:t>36</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资产盘点报表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资产盘点报表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a:txBody>
                    <a:bodyPr/>
                    <a:lstStyle/>
                    <a:p>
                      <a:pPr algn="l" fontAlgn="b"/>
                      <a:r>
                        <a:rPr lang="zh-CN" altLang="en-US" sz="800" u="none" strike="noStrike">
                          <a:effectLst/>
                        </a:rPr>
                        <a:t>资产盘点计划实绩及补正进度现况报表</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797975906"/>
                  </a:ext>
                </a:extLst>
              </a:tr>
              <a:tr h="112581">
                <a:tc>
                  <a:txBody>
                    <a:bodyPr/>
                    <a:lstStyle/>
                    <a:p>
                      <a:pPr algn="ctr" fontAlgn="b"/>
                      <a:r>
                        <a:rPr lang="en-US" altLang="zh-CN" sz="800" u="none" strike="noStrike">
                          <a:effectLst/>
                        </a:rPr>
                        <a:t>37</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rowSpan="2">
                  <a:txBody>
                    <a:bodyPr/>
                    <a:lstStyle/>
                    <a:p>
                      <a:pPr algn="ctr" fontAlgn="ctr"/>
                      <a:r>
                        <a:rPr lang="zh-CN" altLang="en-US" sz="800" u="none" strike="noStrike">
                          <a:effectLst/>
                        </a:rPr>
                        <a:t>字典</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ctr" fontAlgn="ctr"/>
                      <a:r>
                        <a:rPr lang="zh-CN" altLang="en-US" sz="800" u="none" strike="noStrike">
                          <a:effectLst/>
                        </a:rPr>
                        <a:t>故障</a:t>
                      </a:r>
                      <a:r>
                        <a:rPr lang="en-US" altLang="zh-CN" sz="800" u="none" strike="noStrike">
                          <a:effectLst/>
                        </a:rPr>
                        <a:t>&amp;</a:t>
                      </a:r>
                      <a:r>
                        <a:rPr lang="zh-CN" altLang="en-US" sz="800" u="none" strike="noStrike">
                          <a:effectLst/>
                        </a:rPr>
                        <a:t>维修类型</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故障、维修类型</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故障</a:t>
                      </a:r>
                      <a:r>
                        <a:rPr lang="en-US" altLang="zh-CN" sz="800" u="none" strike="noStrike">
                          <a:effectLst/>
                        </a:rPr>
                        <a:t>&amp;</a:t>
                      </a:r>
                      <a:r>
                        <a:rPr lang="zh-CN" altLang="en-US" sz="800" u="none" strike="noStrike">
                          <a:effectLst/>
                        </a:rPr>
                        <a:t>维修类型基准信息定义管理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832945407"/>
                  </a:ext>
                </a:extLst>
              </a:tr>
              <a:tr h="150608">
                <a:tc>
                  <a:txBody>
                    <a:bodyPr/>
                    <a:lstStyle/>
                    <a:p>
                      <a:pPr algn="ctr" fontAlgn="b"/>
                      <a:r>
                        <a:rPr lang="en-US" altLang="zh-CN" sz="800" u="none" strike="noStrike">
                          <a:effectLst/>
                        </a:rPr>
                        <a:t>38</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返还原因基准信息</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返还原因基准信息</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dirty="0">
                          <a:effectLst/>
                        </a:rPr>
                        <a:t>物料返还登记时对返还原因的基准信息进行管理</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866957183"/>
                  </a:ext>
                </a:extLst>
              </a:tr>
              <a:tr h="112581">
                <a:tc>
                  <a:txBody>
                    <a:bodyPr/>
                    <a:lstStyle/>
                    <a:p>
                      <a:pPr algn="ctr" fontAlgn="b"/>
                      <a:r>
                        <a:rPr lang="en-US" altLang="zh-CN" sz="800" u="none" strike="noStrike">
                          <a:effectLst/>
                        </a:rPr>
                        <a:t>39</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rowSpan="6">
                  <a:txBody>
                    <a:bodyPr/>
                    <a:lstStyle/>
                    <a:p>
                      <a:pPr algn="ctr" fontAlgn="ctr"/>
                      <a:r>
                        <a:rPr lang="zh-CN" altLang="en-US" sz="800" u="none" strike="noStrike">
                          <a:effectLst/>
                        </a:rPr>
                        <a:t>自动邮件</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ctr" fontAlgn="ctr"/>
                      <a:r>
                        <a:rPr lang="zh-CN" altLang="en-US" sz="800" u="none" strike="noStrike">
                          <a:effectLst/>
                        </a:rPr>
                        <a:t>物料登记</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dirty="0">
                          <a:effectLst/>
                        </a:rPr>
                        <a:t>入库登记决裁通知</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入库登记决裁已提交、决裁完成邮件模板</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306195175"/>
                  </a:ext>
                </a:extLst>
              </a:tr>
              <a:tr h="112581">
                <a:tc>
                  <a:txBody>
                    <a:bodyPr/>
                    <a:lstStyle/>
                    <a:p>
                      <a:pPr algn="ctr" fontAlgn="b"/>
                      <a:r>
                        <a:rPr lang="en-US" altLang="zh-CN" sz="800" u="none" strike="noStrike">
                          <a:effectLst/>
                        </a:rPr>
                        <a:t>40</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rowSpan="2">
                  <a:txBody>
                    <a:bodyPr/>
                    <a:lstStyle/>
                    <a:p>
                      <a:pPr algn="ctr" fontAlgn="ctr"/>
                      <a:r>
                        <a:rPr lang="zh-CN" altLang="en-US" sz="800" u="none" strike="noStrike">
                          <a:effectLst/>
                        </a:rPr>
                        <a:t>日常管理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借用到期提醒</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借用到期提醒邮件模板</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532860550"/>
                  </a:ext>
                </a:extLst>
              </a:tr>
              <a:tr h="112581">
                <a:tc>
                  <a:txBody>
                    <a:bodyPr/>
                    <a:lstStyle/>
                    <a:p>
                      <a:pPr algn="ctr" fontAlgn="b"/>
                      <a:r>
                        <a:rPr lang="en-US" altLang="zh-CN" sz="800" u="none" strike="noStrike">
                          <a:effectLst/>
                        </a:rPr>
                        <a:t>41</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vMerge="1">
                  <a:txBody>
                    <a:bodyPr/>
                    <a:lstStyle/>
                    <a:p>
                      <a:endParaRPr lang="zh-CN" altLang="en-US"/>
                    </a:p>
                  </a:txBody>
                  <a:tcPr/>
                </a:tc>
                <a:tc>
                  <a:txBody>
                    <a:bodyPr/>
                    <a:lstStyle/>
                    <a:p>
                      <a:pPr algn="l" fontAlgn="ctr"/>
                      <a:r>
                        <a:rPr lang="zh-CN" altLang="en-US" sz="800" u="none" strike="noStrike">
                          <a:effectLst/>
                        </a:rPr>
                        <a:t>发放接收确认邀请</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发放接收确认邀请邮件模板</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60850051"/>
                  </a:ext>
                </a:extLst>
              </a:tr>
              <a:tr h="112581">
                <a:tc>
                  <a:txBody>
                    <a:bodyPr/>
                    <a:lstStyle/>
                    <a:p>
                      <a:pPr algn="ctr" fontAlgn="b"/>
                      <a:r>
                        <a:rPr lang="en-US" altLang="zh-CN" sz="800" u="none" strike="noStrike">
                          <a:effectLst/>
                        </a:rPr>
                        <a:t>42</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维保管理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维保到期提醒</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维保到期提醒邮件模板</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701302994"/>
                  </a:ext>
                </a:extLst>
              </a:tr>
              <a:tr h="112581">
                <a:tc>
                  <a:txBody>
                    <a:bodyPr/>
                    <a:lstStyle/>
                    <a:p>
                      <a:pPr algn="ctr" fontAlgn="b"/>
                      <a:r>
                        <a:rPr lang="en-US" altLang="zh-CN" sz="800" u="none" strike="noStrike">
                          <a:effectLst/>
                        </a:rPr>
                        <a:t>43</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维修管理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预计搬入日提醒</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预计搬入日提醒邮件模板</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3544083990"/>
                  </a:ext>
                </a:extLst>
              </a:tr>
              <a:tr h="112581">
                <a:tc>
                  <a:txBody>
                    <a:bodyPr/>
                    <a:lstStyle/>
                    <a:p>
                      <a:pPr algn="ctr" fontAlgn="b"/>
                      <a:r>
                        <a:rPr lang="en-US" altLang="zh-CN" sz="800" u="none" strike="noStrike">
                          <a:effectLst/>
                        </a:rPr>
                        <a:t>44</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资产盘点</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盘点邀请通知</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盘点邀请邮件模板</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531393298"/>
                  </a:ext>
                </a:extLst>
              </a:tr>
              <a:tr h="112581">
                <a:tc>
                  <a:txBody>
                    <a:bodyPr/>
                    <a:lstStyle/>
                    <a:p>
                      <a:pPr algn="ctr" fontAlgn="b"/>
                      <a:r>
                        <a:rPr lang="en-US" altLang="zh-CN" sz="800" u="none" strike="noStrike">
                          <a:effectLst/>
                        </a:rPr>
                        <a:t>45</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rowSpan="3">
                  <a:txBody>
                    <a:bodyPr/>
                    <a:lstStyle/>
                    <a:p>
                      <a:pPr algn="ctr" fontAlgn="ctr"/>
                      <a:r>
                        <a:rPr lang="zh-CN" altLang="en-US" sz="800" u="none" strike="noStrike">
                          <a:effectLst/>
                        </a:rPr>
                        <a:t>定时任务</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ctr" fontAlgn="ctr"/>
                      <a:r>
                        <a:rPr lang="zh-CN" altLang="en-US" sz="800" u="none" strike="noStrike">
                          <a:effectLst/>
                        </a:rPr>
                        <a:t>日常管理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借用到期提醒</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借用到期提醒</a:t>
                      </a:r>
                      <a:r>
                        <a:rPr lang="en-US" altLang="zh-CN" sz="800" u="none" strike="noStrike">
                          <a:effectLst/>
                        </a:rPr>
                        <a:t>-</a:t>
                      </a:r>
                      <a:r>
                        <a:rPr lang="zh-CN" altLang="en-US" sz="800" u="none" strike="noStrike">
                          <a:effectLst/>
                        </a:rPr>
                        <a:t>定时任务</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4211525790"/>
                  </a:ext>
                </a:extLst>
              </a:tr>
              <a:tr h="112581">
                <a:tc>
                  <a:txBody>
                    <a:bodyPr/>
                    <a:lstStyle/>
                    <a:p>
                      <a:pPr algn="ctr" fontAlgn="b"/>
                      <a:r>
                        <a:rPr lang="en-US" altLang="zh-CN" sz="800" u="none" strike="noStrike">
                          <a:effectLst/>
                        </a:rPr>
                        <a:t>46</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维保管理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a:effectLst/>
                        </a:rPr>
                        <a:t>维保到期提醒</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a:txBody>
                    <a:bodyPr/>
                    <a:lstStyle/>
                    <a:p>
                      <a:pPr algn="l" fontAlgn="b"/>
                      <a:r>
                        <a:rPr lang="zh-CN" altLang="en-US" sz="800" u="none" strike="noStrike">
                          <a:effectLst/>
                        </a:rPr>
                        <a:t>维保到期提醒</a:t>
                      </a:r>
                      <a:r>
                        <a:rPr lang="en-US" altLang="zh-CN" sz="800" u="none" strike="noStrike">
                          <a:effectLst/>
                        </a:rPr>
                        <a:t>-</a:t>
                      </a:r>
                      <a:r>
                        <a:rPr lang="zh-CN" altLang="en-US" sz="800" u="none" strike="noStrike">
                          <a:effectLst/>
                        </a:rPr>
                        <a:t>定时任务</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296396655"/>
                  </a:ext>
                </a:extLst>
              </a:tr>
              <a:tr h="112581">
                <a:tc>
                  <a:txBody>
                    <a:bodyPr/>
                    <a:lstStyle/>
                    <a:p>
                      <a:pPr algn="ctr" fontAlgn="b"/>
                      <a:r>
                        <a:rPr lang="en-US" altLang="zh-CN" sz="800" u="none" strike="noStrike">
                          <a:effectLst/>
                        </a:rPr>
                        <a:t>47</a:t>
                      </a:r>
                      <a:endParaRPr lang="en-US" altLang="zh-CN"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b"/>
                </a:tc>
                <a:tc vMerge="1">
                  <a:txBody>
                    <a:bodyPr/>
                    <a:lstStyle/>
                    <a:p>
                      <a:endParaRPr lang="zh-CN" altLang="en-US"/>
                    </a:p>
                  </a:txBody>
                  <a:tcPr/>
                </a:tc>
                <a:tc>
                  <a:txBody>
                    <a:bodyPr/>
                    <a:lstStyle/>
                    <a:p>
                      <a:pPr algn="ctr" fontAlgn="ctr"/>
                      <a:r>
                        <a:rPr lang="zh-CN" altLang="en-US" sz="800" u="none" strike="noStrike">
                          <a:effectLst/>
                        </a:rPr>
                        <a:t>维修管理</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ctr"/>
                      <a:r>
                        <a:rPr lang="zh-CN" altLang="en-US" sz="800" u="none" strike="noStrike">
                          <a:effectLst/>
                        </a:rPr>
                        <a:t>预计搬入日提醒</a:t>
                      </a:r>
                      <a:endParaRPr lang="zh-CN" altLang="en-US" sz="800" b="0" i="0" u="none" strike="noStrike">
                        <a:solidFill>
                          <a:srgbClr val="000000"/>
                        </a:solidFill>
                        <a:effectLst/>
                        <a:latin typeface="等线" panose="02010600030101010101" pitchFamily="2" charset="-122"/>
                        <a:ea typeface="等线" panose="02010600030101010101" pitchFamily="2" charset="-122"/>
                      </a:endParaRPr>
                    </a:p>
                  </a:txBody>
                  <a:tcPr marL="4203" marR="4203" marT="4203" marB="0" anchor="ctr"/>
                </a:tc>
                <a:tc>
                  <a:txBody>
                    <a:bodyPr/>
                    <a:lstStyle/>
                    <a:p>
                      <a:pPr algn="l" fontAlgn="b"/>
                      <a:r>
                        <a:rPr lang="zh-CN" altLang="en-US" sz="800" u="none" strike="noStrike" dirty="0">
                          <a:effectLst/>
                        </a:rPr>
                        <a:t>预计搬入日提醒</a:t>
                      </a:r>
                      <a:r>
                        <a:rPr lang="en-US" altLang="zh-CN" sz="800" u="none" strike="noStrike" dirty="0">
                          <a:effectLst/>
                        </a:rPr>
                        <a:t>-</a:t>
                      </a:r>
                      <a:r>
                        <a:rPr lang="zh-CN" altLang="en-US" sz="800" u="none" strike="noStrike" dirty="0">
                          <a:effectLst/>
                        </a:rPr>
                        <a:t>定时任务</a:t>
                      </a:r>
                      <a:endParaRPr lang="zh-CN" altLang="en-US" sz="800" b="0" i="0" u="none" strike="noStrike" dirty="0">
                        <a:solidFill>
                          <a:srgbClr val="000000"/>
                        </a:solidFill>
                        <a:effectLst/>
                        <a:latin typeface="等线" panose="02010600030101010101" pitchFamily="2" charset="-122"/>
                        <a:ea typeface="等线" panose="02010600030101010101" pitchFamily="2" charset="-122"/>
                      </a:endParaRPr>
                    </a:p>
                  </a:txBody>
                  <a:tcPr marL="4203" marR="4203" marT="4203" marB="0" anchor="b"/>
                </a:tc>
                <a:extLst>
                  <a:ext uri="{0D108BD9-81ED-4DB2-BD59-A6C34878D82A}">
                    <a16:rowId xmlns:a16="http://schemas.microsoft.com/office/drawing/2014/main" val="1351182651"/>
                  </a:ext>
                </a:extLst>
              </a:tr>
            </a:tbl>
          </a:graphicData>
        </a:graphic>
      </p:graphicFrame>
    </p:spTree>
    <p:extLst>
      <p:ext uri="{BB962C8B-B14F-4D97-AF65-F5344CB8AC3E}">
        <p14:creationId xmlns:p14="http://schemas.microsoft.com/office/powerpoint/2010/main" val="1952057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6BC22EA-6CCE-492A-A94C-06964D8D9C1E}"/>
              </a:ext>
            </a:extLst>
          </p:cNvPr>
          <p:cNvSpPr>
            <a:spLocks noGrp="1"/>
          </p:cNvSpPr>
          <p:nvPr>
            <p:ph type="sldNum" sz="quarter" idx="12"/>
          </p:nvPr>
        </p:nvSpPr>
        <p:spPr/>
        <p:txBody>
          <a:bodyPr/>
          <a:lstStyle/>
          <a:p>
            <a:fld id="{0061C8C0-D17A-4AB6-8BA3-823AA3DB1276}" type="slidenum">
              <a:rPr lang="ko-KR" altLang="en-US" smtClean="0">
                <a:latin typeface="微软雅黑" panose="020B0503020204020204" pitchFamily="34" charset="-122"/>
              </a:rPr>
              <a:pPr/>
              <a:t>17</a:t>
            </a:fld>
            <a:endParaRPr lang="ko-KR" altLang="en-US" dirty="0">
              <a:latin typeface="微软雅黑" panose="020B0503020204020204" pitchFamily="34" charset="-122"/>
            </a:endParaRPr>
          </a:p>
        </p:txBody>
      </p:sp>
      <p:sp>
        <p:nvSpPr>
          <p:cNvPr id="4" name="标题 3">
            <a:extLst>
              <a:ext uri="{FF2B5EF4-FFF2-40B4-BE49-F238E27FC236}">
                <a16:creationId xmlns:a16="http://schemas.microsoft.com/office/drawing/2014/main" id="{5FDEFEE0-8564-42ED-8F41-FBFB8297E8CC}"/>
              </a:ext>
            </a:extLst>
          </p:cNvPr>
          <p:cNvSpPr>
            <a:spLocks noGrp="1"/>
          </p:cNvSpPr>
          <p:nvPr>
            <p:ph type="title"/>
          </p:nvPr>
        </p:nvSpPr>
        <p:spPr>
          <a:xfrm>
            <a:off x="1749185" y="2470826"/>
            <a:ext cx="6941398" cy="1255685"/>
          </a:xfrm>
        </p:spPr>
        <p:txBody>
          <a:bodyPr>
            <a:noAutofit/>
          </a:bodyPr>
          <a:lstStyle/>
          <a:p>
            <a:pPr algn="ctr"/>
            <a:r>
              <a:rPr lang="en-US" altLang="zh-CN" sz="4800" b="1" dirty="0">
                <a:latin typeface="微软雅黑" panose="020B0503020204020204" pitchFamily="34" charset="-122"/>
                <a:ea typeface="微软雅黑" panose="020B0503020204020204" pitchFamily="34" charset="-122"/>
              </a:rPr>
              <a:t>End of Document</a:t>
            </a:r>
            <a:endParaRPr lang="zh-CN" altLang="en-US" sz="4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69628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W_s2UtcCiEGMw7OI4iHrH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d2qncJn_jEaEi3FOp4I9_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I3cPOiXuLEO9yX8SiZfew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uSIOYzVafkelWHEg06tBd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0LZtLZleXUmF09cvEA9G9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0LZtLZleXUmF09cvEA9G9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0LZtLZleXUmF09cvEA9G9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d6wOextZiUGZCmYN0PBWG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0Wd8l5HsHU60LhNGU1BbR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d6wOextZiUGZCmYN0PBWG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0Wd8l5HsHU60LhNGU1BbR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d6wOextZiUGZCmYN0PBWG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0Wd8l5HsHU60LhNGU1BbR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d6wOextZiUGZCmYN0PBWG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0Wd8l5HsHU60LhNGU1BbR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W_s2UtcCiEGMw7OI4iHrHA"/>
</p:tagLst>
</file>

<file path=ppt/tags/tag18.xml><?xml version="1.0" encoding="utf-8"?>
<p:tagLst xmlns:a="http://schemas.openxmlformats.org/drawingml/2006/main" xmlns:r="http://schemas.openxmlformats.org/officeDocument/2006/relationships" xmlns:p="http://schemas.openxmlformats.org/presentationml/2006/main">
  <p:tag name="NAME" val="RectangleShape"/>
</p:tagLst>
</file>

<file path=ppt/tags/tag19.xml><?xml version="1.0" encoding="utf-8"?>
<p:tagLst xmlns:a="http://schemas.openxmlformats.org/drawingml/2006/main" xmlns:r="http://schemas.openxmlformats.org/officeDocument/2006/relationships" xmlns:p="http://schemas.openxmlformats.org/presentationml/2006/main">
  <p:tag name="NAME" val="RectangleText"/>
</p:tagLst>
</file>

<file path=ppt/tags/tag20.xml><?xml version="1.0" encoding="utf-8"?>
<p:tagLst xmlns:a="http://schemas.openxmlformats.org/drawingml/2006/main" xmlns:r="http://schemas.openxmlformats.org/officeDocument/2006/relationships" xmlns:p="http://schemas.openxmlformats.org/presentationml/2006/main">
  <p:tag name="NAME" val="RectangleShape"/>
</p:tagLst>
</file>

<file path=ppt/tags/tag21.xml><?xml version="1.0" encoding="utf-8"?>
<p:tagLst xmlns:a="http://schemas.openxmlformats.org/drawingml/2006/main" xmlns:r="http://schemas.openxmlformats.org/officeDocument/2006/relationships" xmlns:p="http://schemas.openxmlformats.org/presentationml/2006/main">
  <p:tag name="NAME" val="RectangleText"/>
</p:tagLst>
</file>

<file path=ppt/tags/tag22.xml><?xml version="1.0" encoding="utf-8"?>
<p:tagLst xmlns:a="http://schemas.openxmlformats.org/drawingml/2006/main" xmlns:r="http://schemas.openxmlformats.org/officeDocument/2006/relationships" xmlns:p="http://schemas.openxmlformats.org/presentationml/2006/main">
  <p:tag name="NAME" val="RectangleShape"/>
</p:tagLst>
</file>

<file path=ppt/tags/tag23.xml><?xml version="1.0" encoding="utf-8"?>
<p:tagLst xmlns:a="http://schemas.openxmlformats.org/drawingml/2006/main" xmlns:r="http://schemas.openxmlformats.org/officeDocument/2006/relationships" xmlns:p="http://schemas.openxmlformats.org/presentationml/2006/main">
  <p:tag name="NAME" val="RectangleText"/>
</p:tagLst>
</file>

<file path=ppt/tags/tag24.xml><?xml version="1.0" encoding="utf-8"?>
<p:tagLst xmlns:a="http://schemas.openxmlformats.org/drawingml/2006/main" xmlns:r="http://schemas.openxmlformats.org/officeDocument/2006/relationships" xmlns:p="http://schemas.openxmlformats.org/presentationml/2006/main">
  <p:tag name="NAME" val="RectangleShape"/>
</p:tagLst>
</file>

<file path=ppt/tags/tag25.xml><?xml version="1.0" encoding="utf-8"?>
<p:tagLst xmlns:a="http://schemas.openxmlformats.org/drawingml/2006/main" xmlns:r="http://schemas.openxmlformats.org/officeDocument/2006/relationships" xmlns:p="http://schemas.openxmlformats.org/presentationml/2006/main">
  <p:tag name="NAME" val="RectangleText"/>
</p:tagLst>
</file>

<file path=ppt/tags/tag26.xml><?xml version="1.0" encoding="utf-8"?>
<p:tagLst xmlns:a="http://schemas.openxmlformats.org/drawingml/2006/main" xmlns:r="http://schemas.openxmlformats.org/officeDocument/2006/relationships" xmlns:p="http://schemas.openxmlformats.org/presentationml/2006/main">
  <p:tag name="NAME" val="RectangleShape"/>
</p:tagLst>
</file>

<file path=ppt/tags/tag27.xml><?xml version="1.0" encoding="utf-8"?>
<p:tagLst xmlns:a="http://schemas.openxmlformats.org/drawingml/2006/main" xmlns:r="http://schemas.openxmlformats.org/officeDocument/2006/relationships" xmlns:p="http://schemas.openxmlformats.org/presentationml/2006/main">
  <p:tag name="NAME" val="RectangleText"/>
</p:tagLst>
</file>

<file path=ppt/tags/tag28.xml><?xml version="1.0" encoding="utf-8"?>
<p:tagLst xmlns:a="http://schemas.openxmlformats.org/drawingml/2006/main" xmlns:r="http://schemas.openxmlformats.org/officeDocument/2006/relationships" xmlns:p="http://schemas.openxmlformats.org/presentationml/2006/main">
  <p:tag name="NAME" val="RectangleShape"/>
</p:tagLst>
</file>

<file path=ppt/tags/tag29.xml><?xml version="1.0" encoding="utf-8"?>
<p:tagLst xmlns:a="http://schemas.openxmlformats.org/drawingml/2006/main" xmlns:r="http://schemas.openxmlformats.org/officeDocument/2006/relationships" xmlns:p="http://schemas.openxmlformats.org/presentationml/2006/main">
  <p:tag name="NAME" val="RectangleText"/>
</p:tagLst>
</file>

<file path=ppt/tags/tag30.xml><?xml version="1.0" encoding="utf-8"?>
<p:tagLst xmlns:a="http://schemas.openxmlformats.org/drawingml/2006/main" xmlns:r="http://schemas.openxmlformats.org/officeDocument/2006/relationships" xmlns:p="http://schemas.openxmlformats.org/presentationml/2006/main">
  <p:tag name="NAME" val="RectangleShape"/>
</p:tagLst>
</file>

<file path=ppt/tags/tag31.xml><?xml version="1.0" encoding="utf-8"?>
<p:tagLst xmlns:a="http://schemas.openxmlformats.org/drawingml/2006/main" xmlns:r="http://schemas.openxmlformats.org/officeDocument/2006/relationships" xmlns:p="http://schemas.openxmlformats.org/presentationml/2006/main">
  <p:tag name="NAME" val="RectangleText"/>
</p:tagLst>
</file>

<file path=ppt/tags/tag32.xml><?xml version="1.0" encoding="utf-8"?>
<p:tagLst xmlns:a="http://schemas.openxmlformats.org/drawingml/2006/main" xmlns:r="http://schemas.openxmlformats.org/officeDocument/2006/relationships" xmlns:p="http://schemas.openxmlformats.org/presentationml/2006/main">
  <p:tag name="NAME" val="RectangleShape"/>
</p:tagLst>
</file>

<file path=ppt/tags/tag33.xml><?xml version="1.0" encoding="utf-8"?>
<p:tagLst xmlns:a="http://schemas.openxmlformats.org/drawingml/2006/main" xmlns:r="http://schemas.openxmlformats.org/officeDocument/2006/relationships" xmlns:p="http://schemas.openxmlformats.org/presentationml/2006/main">
  <p:tag name="NAME" val="RectangleText"/>
</p:tagLst>
</file>

<file path=ppt/tags/tag34.xml><?xml version="1.0" encoding="utf-8"?>
<p:tagLst xmlns:a="http://schemas.openxmlformats.org/drawingml/2006/main" xmlns:r="http://schemas.openxmlformats.org/officeDocument/2006/relationships" xmlns:p="http://schemas.openxmlformats.org/presentationml/2006/main">
  <p:tag name="NAME" val="OvalShape"/>
</p:tagLst>
</file>

<file path=ppt/tags/tag35.xml><?xml version="1.0" encoding="utf-8"?>
<p:tagLst xmlns:a="http://schemas.openxmlformats.org/drawingml/2006/main" xmlns:r="http://schemas.openxmlformats.org/officeDocument/2006/relationships" xmlns:p="http://schemas.openxmlformats.org/presentationml/2006/main">
  <p:tag name="NAME" val="OvalText"/>
</p:tagLst>
</file>

<file path=ppt/tags/tag36.xml><?xml version="1.0" encoding="utf-8"?>
<p:tagLst xmlns:a="http://schemas.openxmlformats.org/drawingml/2006/main" xmlns:r="http://schemas.openxmlformats.org/officeDocument/2006/relationships" xmlns:p="http://schemas.openxmlformats.org/presentationml/2006/main">
  <p:tag name="NAME" val="RectangleShape"/>
</p:tagLst>
</file>

<file path=ppt/tags/tag37.xml><?xml version="1.0" encoding="utf-8"?>
<p:tagLst xmlns:a="http://schemas.openxmlformats.org/drawingml/2006/main" xmlns:r="http://schemas.openxmlformats.org/officeDocument/2006/relationships" xmlns:p="http://schemas.openxmlformats.org/presentationml/2006/main">
  <p:tag name="NAME" val="RectangleText"/>
</p:tagLst>
</file>

<file path=ppt/tags/tag38.xml><?xml version="1.0" encoding="utf-8"?>
<p:tagLst xmlns:a="http://schemas.openxmlformats.org/drawingml/2006/main" xmlns:r="http://schemas.openxmlformats.org/officeDocument/2006/relationships" xmlns:p="http://schemas.openxmlformats.org/presentationml/2006/main">
  <p:tag name="NAME" val="RectangleShape"/>
</p:tagLst>
</file>

<file path=ppt/tags/tag39.xml><?xml version="1.0" encoding="utf-8"?>
<p:tagLst xmlns:a="http://schemas.openxmlformats.org/drawingml/2006/main" xmlns:r="http://schemas.openxmlformats.org/officeDocument/2006/relationships" xmlns:p="http://schemas.openxmlformats.org/presentationml/2006/main">
  <p:tag name="NAME" val="RectangleText"/>
</p:tagLst>
</file>

<file path=ppt/tags/tag40.xml><?xml version="1.0" encoding="utf-8"?>
<p:tagLst xmlns:a="http://schemas.openxmlformats.org/drawingml/2006/main" xmlns:r="http://schemas.openxmlformats.org/officeDocument/2006/relationships" xmlns:p="http://schemas.openxmlformats.org/presentationml/2006/main">
  <p:tag name="NAME" val="RectangleShape"/>
</p:tagLst>
</file>

<file path=ppt/tags/tag41.xml><?xml version="1.0" encoding="utf-8"?>
<p:tagLst xmlns:a="http://schemas.openxmlformats.org/drawingml/2006/main" xmlns:r="http://schemas.openxmlformats.org/officeDocument/2006/relationships" xmlns:p="http://schemas.openxmlformats.org/presentationml/2006/main">
  <p:tag name="NAME" val="RectangleText"/>
</p:tagLst>
</file>

<file path=ppt/tags/tag42.xml><?xml version="1.0" encoding="utf-8"?>
<p:tagLst xmlns:a="http://schemas.openxmlformats.org/drawingml/2006/main" xmlns:r="http://schemas.openxmlformats.org/officeDocument/2006/relationships" xmlns:p="http://schemas.openxmlformats.org/presentationml/2006/main">
  <p:tag name="NAME" val="RectangleShape"/>
</p:tagLst>
</file>

<file path=ppt/tags/tag43.xml><?xml version="1.0" encoding="utf-8"?>
<p:tagLst xmlns:a="http://schemas.openxmlformats.org/drawingml/2006/main" xmlns:r="http://schemas.openxmlformats.org/officeDocument/2006/relationships" xmlns:p="http://schemas.openxmlformats.org/presentationml/2006/main">
  <p:tag name="NAME" val="RectangleText"/>
</p:tagLst>
</file>

<file path=ppt/tags/tag44.xml><?xml version="1.0" encoding="utf-8"?>
<p:tagLst xmlns:a="http://schemas.openxmlformats.org/drawingml/2006/main" xmlns:r="http://schemas.openxmlformats.org/officeDocument/2006/relationships" xmlns:p="http://schemas.openxmlformats.org/presentationml/2006/main">
  <p:tag name="NAME" val="OvalShape"/>
</p:tagLst>
</file>

<file path=ppt/tags/tag45.xml><?xml version="1.0" encoding="utf-8"?>
<p:tagLst xmlns:a="http://schemas.openxmlformats.org/drawingml/2006/main" xmlns:r="http://schemas.openxmlformats.org/officeDocument/2006/relationships" xmlns:p="http://schemas.openxmlformats.org/presentationml/2006/main">
  <p:tag name="NAME" val="OvalText"/>
</p:tagLst>
</file>

<file path=ppt/tags/tag46.xml><?xml version="1.0" encoding="utf-8"?>
<p:tagLst xmlns:a="http://schemas.openxmlformats.org/drawingml/2006/main" xmlns:r="http://schemas.openxmlformats.org/officeDocument/2006/relationships" xmlns:p="http://schemas.openxmlformats.org/presentationml/2006/main">
  <p:tag name="NAME" val="OvalShape"/>
</p:tagLst>
</file>

<file path=ppt/tags/tag47.xml><?xml version="1.0" encoding="utf-8"?>
<p:tagLst xmlns:a="http://schemas.openxmlformats.org/drawingml/2006/main" xmlns:r="http://schemas.openxmlformats.org/officeDocument/2006/relationships" xmlns:p="http://schemas.openxmlformats.org/presentationml/2006/main">
  <p:tag name="NAME" val="OvalText"/>
</p:tagLst>
</file>

<file path=ppt/tags/tag48.xml><?xml version="1.0" encoding="utf-8"?>
<p:tagLst xmlns:a="http://schemas.openxmlformats.org/drawingml/2006/main" xmlns:r="http://schemas.openxmlformats.org/officeDocument/2006/relationships" xmlns:p="http://schemas.openxmlformats.org/presentationml/2006/main">
  <p:tag name="NAME" val="RectangleShape"/>
</p:tagLst>
</file>

<file path=ppt/tags/tag49.xml><?xml version="1.0" encoding="utf-8"?>
<p:tagLst xmlns:a="http://schemas.openxmlformats.org/drawingml/2006/main" xmlns:r="http://schemas.openxmlformats.org/officeDocument/2006/relationships" xmlns:p="http://schemas.openxmlformats.org/presentationml/2006/main">
  <p:tag name="NAME" val="RectangleText"/>
</p:tagLst>
</file>

<file path=ppt/tags/tag50.xml><?xml version="1.0" encoding="utf-8"?>
<p:tagLst xmlns:a="http://schemas.openxmlformats.org/drawingml/2006/main" xmlns:r="http://schemas.openxmlformats.org/officeDocument/2006/relationships" xmlns:p="http://schemas.openxmlformats.org/presentationml/2006/main">
  <p:tag name="NAME" val="RectangleShape"/>
</p:tagLst>
</file>

<file path=ppt/tags/tag51.xml><?xml version="1.0" encoding="utf-8"?>
<p:tagLst xmlns:a="http://schemas.openxmlformats.org/drawingml/2006/main" xmlns:r="http://schemas.openxmlformats.org/officeDocument/2006/relationships" xmlns:p="http://schemas.openxmlformats.org/presentationml/2006/main">
  <p:tag name="NAME" val="RectangleText"/>
</p:tagLst>
</file>

<file path=ppt/tags/tag52.xml><?xml version="1.0" encoding="utf-8"?>
<p:tagLst xmlns:a="http://schemas.openxmlformats.org/drawingml/2006/main" xmlns:r="http://schemas.openxmlformats.org/officeDocument/2006/relationships" xmlns:p="http://schemas.openxmlformats.org/presentationml/2006/main">
  <p:tag name="NAME" val="RectangleShape"/>
</p:tagLst>
</file>

<file path=ppt/tags/tag53.xml><?xml version="1.0" encoding="utf-8"?>
<p:tagLst xmlns:a="http://schemas.openxmlformats.org/drawingml/2006/main" xmlns:r="http://schemas.openxmlformats.org/officeDocument/2006/relationships" xmlns:p="http://schemas.openxmlformats.org/presentationml/2006/main">
  <p:tag name="NAME" val="RectangleText"/>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W_s2UtcCiEGMw7OI4iHrHA"/>
</p:tagLst>
</file>

<file path=ppt/tags/tag55.xml><?xml version="1.0" encoding="utf-8"?>
<p:tagLst xmlns:a="http://schemas.openxmlformats.org/drawingml/2006/main" xmlns:r="http://schemas.openxmlformats.org/officeDocument/2006/relationships" xmlns:p="http://schemas.openxmlformats.org/presentationml/2006/main">
  <p:tag name="NAME" val="SingleBoat"/>
</p:tagLst>
</file>

<file path=ppt/tags/tag56.xml><?xml version="1.0" encoding="utf-8"?>
<p:tagLst xmlns:a="http://schemas.openxmlformats.org/drawingml/2006/main" xmlns:r="http://schemas.openxmlformats.org/officeDocument/2006/relationships" xmlns:p="http://schemas.openxmlformats.org/presentationml/2006/main">
  <p:tag name="NAME" val="SingleBoat"/>
</p:tagLst>
</file>

<file path=ppt/tags/tag57.xml><?xml version="1.0" encoding="utf-8"?>
<p:tagLst xmlns:a="http://schemas.openxmlformats.org/drawingml/2006/main" xmlns:r="http://schemas.openxmlformats.org/officeDocument/2006/relationships" xmlns:p="http://schemas.openxmlformats.org/presentationml/2006/main">
  <p:tag name="NAME" val="SingleBoat"/>
</p:tagLst>
</file>

<file path=ppt/tags/tag58.xml><?xml version="1.0" encoding="utf-8"?>
<p:tagLst xmlns:a="http://schemas.openxmlformats.org/drawingml/2006/main" xmlns:r="http://schemas.openxmlformats.org/officeDocument/2006/relationships" xmlns:p="http://schemas.openxmlformats.org/presentationml/2006/main">
  <p:tag name="NAME" val="SingleBoat"/>
</p:tagLst>
</file>

<file path=ppt/tags/tag59.xml><?xml version="1.0" encoding="utf-8"?>
<p:tagLst xmlns:a="http://schemas.openxmlformats.org/drawingml/2006/main" xmlns:r="http://schemas.openxmlformats.org/officeDocument/2006/relationships" xmlns:p="http://schemas.openxmlformats.org/presentationml/2006/main">
  <p:tag name="NAME" val="SingleBoat"/>
</p:tagLst>
</file>

<file path=ppt/tags/tag60.xml><?xml version="1.0" encoding="utf-8"?>
<p:tagLst xmlns:a="http://schemas.openxmlformats.org/drawingml/2006/main" xmlns:r="http://schemas.openxmlformats.org/officeDocument/2006/relationships" xmlns:p="http://schemas.openxmlformats.org/presentationml/2006/main">
  <p:tag name="NAME" val="SingleBoat"/>
</p:tagLst>
</file>

<file path=ppt/tags/tag61.xml><?xml version="1.0" encoding="utf-8"?>
<p:tagLst xmlns:a="http://schemas.openxmlformats.org/drawingml/2006/main" xmlns:r="http://schemas.openxmlformats.org/officeDocument/2006/relationships" xmlns:p="http://schemas.openxmlformats.org/presentationml/2006/main">
  <p:tag name="NAME" val="OvalShap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65.xml><?xml version="1.0" encoding="utf-8"?>
<p:tagLst xmlns:a="http://schemas.openxmlformats.org/drawingml/2006/main" xmlns:r="http://schemas.openxmlformats.org/officeDocument/2006/relationships" xmlns:p="http://schemas.openxmlformats.org/presentationml/2006/main">
  <p:tag name="NAME" val="Oval"/>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67.xml><?xml version="1.0" encoding="utf-8"?>
<p:tagLst xmlns:a="http://schemas.openxmlformats.org/drawingml/2006/main" xmlns:r="http://schemas.openxmlformats.org/officeDocument/2006/relationships" xmlns:p="http://schemas.openxmlformats.org/presentationml/2006/main">
  <p:tag name="NAME" val="OvalShape"/>
</p:tagLst>
</file>

<file path=ppt/tags/tag68.xml><?xml version="1.0" encoding="utf-8"?>
<p:tagLst xmlns:a="http://schemas.openxmlformats.org/drawingml/2006/main" xmlns:r="http://schemas.openxmlformats.org/officeDocument/2006/relationships" xmlns:p="http://schemas.openxmlformats.org/presentationml/2006/main">
  <p:tag name="NAME" val="OvalText"/>
</p:tagLst>
</file>

<file path=ppt/tags/tag69.xml><?xml version="1.0" encoding="utf-8"?>
<p:tagLst xmlns:a="http://schemas.openxmlformats.org/drawingml/2006/main" xmlns:r="http://schemas.openxmlformats.org/officeDocument/2006/relationships" xmlns:p="http://schemas.openxmlformats.org/presentationml/2006/main">
  <p:tag name="NAME" val="Oval"/>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71.xml><?xml version="1.0" encoding="utf-8"?>
<p:tagLst xmlns:a="http://schemas.openxmlformats.org/drawingml/2006/main" xmlns:r="http://schemas.openxmlformats.org/officeDocument/2006/relationships" xmlns:p="http://schemas.openxmlformats.org/presentationml/2006/main">
  <p:tag name="NAME" val="OvalShape"/>
</p:tagLst>
</file>

<file path=ppt/tags/tag72.xml><?xml version="1.0" encoding="utf-8"?>
<p:tagLst xmlns:a="http://schemas.openxmlformats.org/drawingml/2006/main" xmlns:r="http://schemas.openxmlformats.org/officeDocument/2006/relationships" xmlns:p="http://schemas.openxmlformats.org/presentationml/2006/main">
  <p:tag name="NAME" val="OvalText"/>
</p:tagLst>
</file>

<file path=ppt/tags/tag73.xml><?xml version="1.0" encoding="utf-8"?>
<p:tagLst xmlns:a="http://schemas.openxmlformats.org/drawingml/2006/main" xmlns:r="http://schemas.openxmlformats.org/officeDocument/2006/relationships" xmlns:p="http://schemas.openxmlformats.org/presentationml/2006/main">
  <p:tag name="NAME" val="SingleBoatShape"/>
</p:tagLst>
</file>

<file path=ppt/tags/tag74.xml><?xml version="1.0" encoding="utf-8"?>
<p:tagLst xmlns:a="http://schemas.openxmlformats.org/drawingml/2006/main" xmlns:r="http://schemas.openxmlformats.org/officeDocument/2006/relationships" xmlns:p="http://schemas.openxmlformats.org/presentationml/2006/main">
  <p:tag name="NAME" val="SingleBoatText"/>
</p:tagLst>
</file>

<file path=ppt/tags/tag75.xml><?xml version="1.0" encoding="utf-8"?>
<p:tagLst xmlns:a="http://schemas.openxmlformats.org/drawingml/2006/main" xmlns:r="http://schemas.openxmlformats.org/officeDocument/2006/relationships" xmlns:p="http://schemas.openxmlformats.org/presentationml/2006/main">
  <p:tag name="NAME" val="Oval"/>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77.xml><?xml version="1.0" encoding="utf-8"?>
<p:tagLst xmlns:a="http://schemas.openxmlformats.org/drawingml/2006/main" xmlns:r="http://schemas.openxmlformats.org/officeDocument/2006/relationships" xmlns:p="http://schemas.openxmlformats.org/presentationml/2006/main">
  <p:tag name="NAME" val="OvalShape"/>
</p:tagLst>
</file>

<file path=ppt/tags/tag78.xml><?xml version="1.0" encoding="utf-8"?>
<p:tagLst xmlns:a="http://schemas.openxmlformats.org/drawingml/2006/main" xmlns:r="http://schemas.openxmlformats.org/officeDocument/2006/relationships" xmlns:p="http://schemas.openxmlformats.org/presentationml/2006/main">
  <p:tag name="NAME" val="OvalText"/>
</p:tagLst>
</file>

<file path=ppt/tags/tag79.xml><?xml version="1.0" encoding="utf-8"?>
<p:tagLst xmlns:a="http://schemas.openxmlformats.org/drawingml/2006/main" xmlns:r="http://schemas.openxmlformats.org/officeDocument/2006/relationships" xmlns:p="http://schemas.openxmlformats.org/presentationml/2006/main">
  <p:tag name="NAME" val="Oval"/>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81.xml><?xml version="1.0" encoding="utf-8"?>
<p:tagLst xmlns:a="http://schemas.openxmlformats.org/drawingml/2006/main" xmlns:r="http://schemas.openxmlformats.org/officeDocument/2006/relationships" xmlns:p="http://schemas.openxmlformats.org/presentationml/2006/main">
  <p:tag name="NAME" val="OvalShape"/>
</p:tagLst>
</file>

<file path=ppt/tags/tag82.xml><?xml version="1.0" encoding="utf-8"?>
<p:tagLst xmlns:a="http://schemas.openxmlformats.org/drawingml/2006/main" xmlns:r="http://schemas.openxmlformats.org/officeDocument/2006/relationships" xmlns:p="http://schemas.openxmlformats.org/presentationml/2006/main">
  <p:tag name="NAME" val="OvalText"/>
</p:tagLst>
</file>

<file path=ppt/tags/tag83.xml><?xml version="1.0" encoding="utf-8"?>
<p:tagLst xmlns:a="http://schemas.openxmlformats.org/drawingml/2006/main" xmlns:r="http://schemas.openxmlformats.org/officeDocument/2006/relationships" xmlns:p="http://schemas.openxmlformats.org/presentationml/2006/main">
  <p:tag name="NAME" val="Oval"/>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85.xml><?xml version="1.0" encoding="utf-8"?>
<p:tagLst xmlns:a="http://schemas.openxmlformats.org/drawingml/2006/main" xmlns:r="http://schemas.openxmlformats.org/officeDocument/2006/relationships" xmlns:p="http://schemas.openxmlformats.org/presentationml/2006/main">
  <p:tag name="NAME" val="OvalShape"/>
</p:tagLst>
</file>

<file path=ppt/tags/tag86.xml><?xml version="1.0" encoding="utf-8"?>
<p:tagLst xmlns:a="http://schemas.openxmlformats.org/drawingml/2006/main" xmlns:r="http://schemas.openxmlformats.org/officeDocument/2006/relationships" xmlns:p="http://schemas.openxmlformats.org/presentationml/2006/main">
  <p:tag name="NAME" val="OvalText"/>
</p:tagLst>
</file>

<file path=ppt/tags/tag87.xml><?xml version="1.0" encoding="utf-8"?>
<p:tagLst xmlns:a="http://schemas.openxmlformats.org/drawingml/2006/main" xmlns:r="http://schemas.openxmlformats.org/officeDocument/2006/relationships" xmlns:p="http://schemas.openxmlformats.org/presentationml/2006/main">
  <p:tag name="NAME" val="Oval"/>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89.xml><?xml version="1.0" encoding="utf-8"?>
<p:tagLst xmlns:a="http://schemas.openxmlformats.org/drawingml/2006/main" xmlns:r="http://schemas.openxmlformats.org/officeDocument/2006/relationships" xmlns:p="http://schemas.openxmlformats.org/presentationml/2006/main">
  <p:tag name="NAME" val="OvalShape"/>
</p:tagLst>
</file>

<file path=ppt/tags/tag90.xml><?xml version="1.0" encoding="utf-8"?>
<p:tagLst xmlns:a="http://schemas.openxmlformats.org/drawingml/2006/main" xmlns:r="http://schemas.openxmlformats.org/officeDocument/2006/relationships" xmlns:p="http://schemas.openxmlformats.org/presentationml/2006/main">
  <p:tag name="NAME" val="OvalText"/>
</p:tagLst>
</file>

<file path=ppt/tags/tag91.xml><?xml version="1.0" encoding="utf-8"?>
<p:tagLst xmlns:a="http://schemas.openxmlformats.org/drawingml/2006/main" xmlns:r="http://schemas.openxmlformats.org/officeDocument/2006/relationships" xmlns:p="http://schemas.openxmlformats.org/presentationml/2006/main">
  <p:tag name="NAME" val="Oval"/>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93.xml><?xml version="1.0" encoding="utf-8"?>
<p:tagLst xmlns:a="http://schemas.openxmlformats.org/drawingml/2006/main" xmlns:r="http://schemas.openxmlformats.org/officeDocument/2006/relationships" xmlns:p="http://schemas.openxmlformats.org/presentationml/2006/main">
  <p:tag name="NAME" val="OvalShape"/>
</p:tagLst>
</file>

<file path=ppt/tags/tag94.xml><?xml version="1.0" encoding="utf-8"?>
<p:tagLst xmlns:a="http://schemas.openxmlformats.org/drawingml/2006/main" xmlns:r="http://schemas.openxmlformats.org/officeDocument/2006/relationships" xmlns:p="http://schemas.openxmlformats.org/presentationml/2006/main">
  <p:tag name="NAME" val="OvalText"/>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lsKxGxS6CU.hZCXo6O79kA"/>
</p:tagLst>
</file>

<file path=ppt/tags/tag103.xml><?xml version="1.0" encoding="utf-8"?>
<p:tagLst xmlns:a="http://schemas.openxmlformats.org/drawingml/2006/main" xmlns:r="http://schemas.openxmlformats.org/officeDocument/2006/relationships" xmlns:p="http://schemas.openxmlformats.org/presentationml/2006/main">
  <p:tag name="NAME" val="OvalShape"/>
</p:tagLst>
</file>

<file path=ppt/tags/tag104.xml><?xml version="1.0" encoding="utf-8"?>
<p:tagLst xmlns:a="http://schemas.openxmlformats.org/drawingml/2006/main" xmlns:r="http://schemas.openxmlformats.org/officeDocument/2006/relationships" xmlns:p="http://schemas.openxmlformats.org/presentationml/2006/main">
  <p:tag name="NAME" val="OvalText"/>
</p:tagLst>
</file>

<file path=ppt/tags/tag105.xml><?xml version="1.0" encoding="utf-8"?>
<p:tagLst xmlns:a="http://schemas.openxmlformats.org/drawingml/2006/main" xmlns:r="http://schemas.openxmlformats.org/officeDocument/2006/relationships" xmlns:p="http://schemas.openxmlformats.org/presentationml/2006/main">
  <p:tag name="NAME" val="OvalShape"/>
</p:tagLst>
</file>

<file path=ppt/tags/tag106.xml><?xml version="1.0" encoding="utf-8"?>
<p:tagLst xmlns:a="http://schemas.openxmlformats.org/drawingml/2006/main" xmlns:r="http://schemas.openxmlformats.org/officeDocument/2006/relationships" xmlns:p="http://schemas.openxmlformats.org/presentationml/2006/main">
  <p:tag name="NAME" val="OvalText"/>
</p:tagLst>
</file>

<file path=ppt/tags/tag10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08.xml><?xml version="1.0" encoding="utf-8"?>
<p:tagLst xmlns:a="http://schemas.openxmlformats.org/drawingml/2006/main" xmlns:r="http://schemas.openxmlformats.org/officeDocument/2006/relationships" xmlns:p="http://schemas.openxmlformats.org/presentationml/2006/main">
  <p:tag name="NAME" val="SingleBoatText"/>
</p:tagLst>
</file>

<file path=ppt/tags/tag10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10.xml><?xml version="1.0" encoding="utf-8"?>
<p:tagLst xmlns:a="http://schemas.openxmlformats.org/drawingml/2006/main" xmlns:r="http://schemas.openxmlformats.org/officeDocument/2006/relationships" xmlns:p="http://schemas.openxmlformats.org/presentationml/2006/main">
  <p:tag name="NAME" val="SingleBoatText"/>
</p:tagLst>
</file>

<file path=ppt/tags/tag11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12.xml><?xml version="1.0" encoding="utf-8"?>
<p:tagLst xmlns:a="http://schemas.openxmlformats.org/drawingml/2006/main" xmlns:r="http://schemas.openxmlformats.org/officeDocument/2006/relationships" xmlns:p="http://schemas.openxmlformats.org/presentationml/2006/main">
  <p:tag name="NAME" val="SingleBoatText"/>
</p:tagLst>
</file>

<file path=ppt/tags/tag11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14.xml><?xml version="1.0" encoding="utf-8"?>
<p:tagLst xmlns:a="http://schemas.openxmlformats.org/drawingml/2006/main" xmlns:r="http://schemas.openxmlformats.org/officeDocument/2006/relationships" xmlns:p="http://schemas.openxmlformats.org/presentationml/2006/main">
  <p:tag name="NAME" val="SingleBoatText"/>
</p:tagLst>
</file>

<file path=ppt/tags/tag11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16.xml><?xml version="1.0" encoding="utf-8"?>
<p:tagLst xmlns:a="http://schemas.openxmlformats.org/drawingml/2006/main" xmlns:r="http://schemas.openxmlformats.org/officeDocument/2006/relationships" xmlns:p="http://schemas.openxmlformats.org/presentationml/2006/main">
  <p:tag name="NAME" val="SingleBoatText"/>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W_s2UtcCiEGMw7OI4iHrHA"/>
</p:tagLst>
</file>

<file path=ppt/tags/tag118.xml><?xml version="1.0" encoding="utf-8"?>
<p:tagLst xmlns:a="http://schemas.openxmlformats.org/drawingml/2006/main" xmlns:r="http://schemas.openxmlformats.org/officeDocument/2006/relationships" xmlns:p="http://schemas.openxmlformats.org/presentationml/2006/main">
  <p:tag name="NAME" val="SingleBoat"/>
</p:tagLst>
</file>

<file path=ppt/tags/tag119.xml><?xml version="1.0" encoding="utf-8"?>
<p:tagLst xmlns:a="http://schemas.openxmlformats.org/drawingml/2006/main" xmlns:r="http://schemas.openxmlformats.org/officeDocument/2006/relationships" xmlns:p="http://schemas.openxmlformats.org/presentationml/2006/main">
  <p:tag name="NAME" val="SingleBoat"/>
</p:tagLst>
</file>

<file path=ppt/tags/tag120.xml><?xml version="1.0" encoding="utf-8"?>
<p:tagLst xmlns:a="http://schemas.openxmlformats.org/drawingml/2006/main" xmlns:r="http://schemas.openxmlformats.org/officeDocument/2006/relationships" xmlns:p="http://schemas.openxmlformats.org/presentationml/2006/main">
  <p:tag name="NAME" val="SingleBoat"/>
</p:tagLst>
</file>

<file path=ppt/tags/tag121.xml><?xml version="1.0" encoding="utf-8"?>
<p:tagLst xmlns:a="http://schemas.openxmlformats.org/drawingml/2006/main" xmlns:r="http://schemas.openxmlformats.org/officeDocument/2006/relationships" xmlns:p="http://schemas.openxmlformats.org/presentationml/2006/main">
  <p:tag name="NAME" val="SingleBoat"/>
</p:tagLst>
</file>

<file path=ppt/tags/tag122.xml><?xml version="1.0" encoding="utf-8"?>
<p:tagLst xmlns:a="http://schemas.openxmlformats.org/drawingml/2006/main" xmlns:r="http://schemas.openxmlformats.org/officeDocument/2006/relationships" xmlns:p="http://schemas.openxmlformats.org/presentationml/2006/main">
  <p:tag name="NAME" val="SingleBoat"/>
</p:tagLst>
</file>

<file path=ppt/tags/tag123.xml><?xml version="1.0" encoding="utf-8"?>
<p:tagLst xmlns:a="http://schemas.openxmlformats.org/drawingml/2006/main" xmlns:r="http://schemas.openxmlformats.org/officeDocument/2006/relationships" xmlns:p="http://schemas.openxmlformats.org/presentationml/2006/main">
  <p:tag name="NAME" val="OvalShape"/>
</p:tagLst>
</file>

<file path=ppt/tags/tag124.xml><?xml version="1.0" encoding="utf-8"?>
<p:tagLst xmlns:a="http://schemas.openxmlformats.org/drawingml/2006/main" xmlns:r="http://schemas.openxmlformats.org/officeDocument/2006/relationships" xmlns:p="http://schemas.openxmlformats.org/presentationml/2006/main">
  <p:tag name="NAME" val="OvalText"/>
</p:tagLst>
</file>

<file path=ppt/tags/tag125.xml><?xml version="1.0" encoding="utf-8"?>
<p:tagLst xmlns:a="http://schemas.openxmlformats.org/drawingml/2006/main" xmlns:r="http://schemas.openxmlformats.org/officeDocument/2006/relationships" xmlns:p="http://schemas.openxmlformats.org/presentationml/2006/main">
  <p:tag name="NAME" val="OvalShape"/>
</p:tagLst>
</file>

<file path=ppt/tags/tag126.xml><?xml version="1.0" encoding="utf-8"?>
<p:tagLst xmlns:a="http://schemas.openxmlformats.org/drawingml/2006/main" xmlns:r="http://schemas.openxmlformats.org/officeDocument/2006/relationships" xmlns:p="http://schemas.openxmlformats.org/presentationml/2006/main">
  <p:tag name="NAME" val="OvalText"/>
</p:tagLst>
</file>

<file path=ppt/tags/tag12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28.xml><?xml version="1.0" encoding="utf-8"?>
<p:tagLst xmlns:a="http://schemas.openxmlformats.org/drawingml/2006/main" xmlns:r="http://schemas.openxmlformats.org/officeDocument/2006/relationships" xmlns:p="http://schemas.openxmlformats.org/presentationml/2006/main">
  <p:tag name="NAME" val="SingleBoatText"/>
</p:tagLst>
</file>

<file path=ppt/tags/tag12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30.xml><?xml version="1.0" encoding="utf-8"?>
<p:tagLst xmlns:a="http://schemas.openxmlformats.org/drawingml/2006/main" xmlns:r="http://schemas.openxmlformats.org/officeDocument/2006/relationships" xmlns:p="http://schemas.openxmlformats.org/presentationml/2006/main">
  <p:tag name="NAME" val="SingleBoatText"/>
</p:tagLst>
</file>

<file path=ppt/tags/tag13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32.xml><?xml version="1.0" encoding="utf-8"?>
<p:tagLst xmlns:a="http://schemas.openxmlformats.org/drawingml/2006/main" xmlns:r="http://schemas.openxmlformats.org/officeDocument/2006/relationships" xmlns:p="http://schemas.openxmlformats.org/presentationml/2006/main">
  <p:tag name="NAME" val="SingleBoatText"/>
</p:tagLst>
</file>

<file path=ppt/tags/tag13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34.xml><?xml version="1.0" encoding="utf-8"?>
<p:tagLst xmlns:a="http://schemas.openxmlformats.org/drawingml/2006/main" xmlns:r="http://schemas.openxmlformats.org/officeDocument/2006/relationships" xmlns:p="http://schemas.openxmlformats.org/presentationml/2006/main">
  <p:tag name="NAME" val="SingleBoatText"/>
</p:tagLst>
</file>

<file path=ppt/tags/tag13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36.xml><?xml version="1.0" encoding="utf-8"?>
<p:tagLst xmlns:a="http://schemas.openxmlformats.org/drawingml/2006/main" xmlns:r="http://schemas.openxmlformats.org/officeDocument/2006/relationships" xmlns:p="http://schemas.openxmlformats.org/presentationml/2006/main">
  <p:tag name="NAME" val="SingleBoatText"/>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13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40.xml><?xml version="1.0" encoding="utf-8"?>
<p:tagLst xmlns:a="http://schemas.openxmlformats.org/drawingml/2006/main" xmlns:r="http://schemas.openxmlformats.org/officeDocument/2006/relationships" xmlns:p="http://schemas.openxmlformats.org/presentationml/2006/main">
  <p:tag name="NAME" val="SingleBoatText"/>
</p:tagLst>
</file>

<file path=ppt/tags/tag14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42.xml><?xml version="1.0" encoding="utf-8"?>
<p:tagLst xmlns:a="http://schemas.openxmlformats.org/drawingml/2006/main" xmlns:r="http://schemas.openxmlformats.org/officeDocument/2006/relationships" xmlns:p="http://schemas.openxmlformats.org/presentationml/2006/main">
  <p:tag name="NAME" val="SingleBoatText"/>
</p:tagLst>
</file>

<file path=ppt/tags/tag14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44.xml><?xml version="1.0" encoding="utf-8"?>
<p:tagLst xmlns:a="http://schemas.openxmlformats.org/drawingml/2006/main" xmlns:r="http://schemas.openxmlformats.org/officeDocument/2006/relationships" xmlns:p="http://schemas.openxmlformats.org/presentationml/2006/main">
  <p:tag name="NAME" val="SingleBoatText"/>
</p:tagLst>
</file>

<file path=ppt/tags/tag14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46.xml><?xml version="1.0" encoding="utf-8"?>
<p:tagLst xmlns:a="http://schemas.openxmlformats.org/drawingml/2006/main" xmlns:r="http://schemas.openxmlformats.org/officeDocument/2006/relationships" xmlns:p="http://schemas.openxmlformats.org/presentationml/2006/main">
  <p:tag name="NAME" val="SingleBoatText"/>
</p:tagLst>
</file>

<file path=ppt/tags/tag147.xml><?xml version="1.0" encoding="utf-8"?>
<p:tagLst xmlns:a="http://schemas.openxmlformats.org/drawingml/2006/main" xmlns:r="http://schemas.openxmlformats.org/officeDocument/2006/relationships" xmlns:p="http://schemas.openxmlformats.org/presentationml/2006/main">
  <p:tag name="NAME" val="SingleBoatText"/>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150.xml><?xml version="1.0" encoding="utf-8"?>
<p:tagLst xmlns:a="http://schemas.openxmlformats.org/drawingml/2006/main" xmlns:r="http://schemas.openxmlformats.org/officeDocument/2006/relationships" xmlns:p="http://schemas.openxmlformats.org/presentationml/2006/main">
  <p:tag name="NAME" val="SingleBoatShape"/>
</p:tagLst>
</file>

<file path=ppt/tags/tag151.xml><?xml version="1.0" encoding="utf-8"?>
<p:tagLst xmlns:a="http://schemas.openxmlformats.org/drawingml/2006/main" xmlns:r="http://schemas.openxmlformats.org/officeDocument/2006/relationships" xmlns:p="http://schemas.openxmlformats.org/presentationml/2006/main">
  <p:tag name="NAME" val="SingleBoatText"/>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154.xml><?xml version="1.0" encoding="utf-8"?>
<p:tagLst xmlns:a="http://schemas.openxmlformats.org/drawingml/2006/main" xmlns:r="http://schemas.openxmlformats.org/officeDocument/2006/relationships" xmlns:p="http://schemas.openxmlformats.org/presentationml/2006/main">
  <p:tag name="NAME" val="SingleBoatShape"/>
</p:tagLst>
</file>

<file path=ppt/tags/tag155.xml><?xml version="1.0" encoding="utf-8"?>
<p:tagLst xmlns:a="http://schemas.openxmlformats.org/drawingml/2006/main" xmlns:r="http://schemas.openxmlformats.org/officeDocument/2006/relationships" xmlns:p="http://schemas.openxmlformats.org/presentationml/2006/main">
  <p:tag name="NAME" val="SingleBoatText"/>
</p:tagLst>
</file>

<file path=ppt/tags/tag156.xml><?xml version="1.0" encoding="utf-8"?>
<p:tagLst xmlns:a="http://schemas.openxmlformats.org/drawingml/2006/main" xmlns:r="http://schemas.openxmlformats.org/officeDocument/2006/relationships" xmlns:p="http://schemas.openxmlformats.org/presentationml/2006/main">
  <p:tag name="NAME" val="SingleBoatShape"/>
</p:tagLst>
</file>

<file path=ppt/tags/tag15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58.xml><?xml version="1.0" encoding="utf-8"?>
<p:tagLst xmlns:a="http://schemas.openxmlformats.org/drawingml/2006/main" xmlns:r="http://schemas.openxmlformats.org/officeDocument/2006/relationships" xmlns:p="http://schemas.openxmlformats.org/presentationml/2006/main">
  <p:tag name="NAME" val="SingleBoatText"/>
</p:tagLst>
</file>

<file path=ppt/tags/tag15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0.xml><?xml version="1.0" encoding="utf-8"?>
<p:tagLst xmlns:a="http://schemas.openxmlformats.org/drawingml/2006/main" xmlns:r="http://schemas.openxmlformats.org/officeDocument/2006/relationships" xmlns:p="http://schemas.openxmlformats.org/presentationml/2006/main">
  <p:tag name="NAME" val="SingleBoatText"/>
</p:tagLst>
</file>

<file path=ppt/tags/tag16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2.xml><?xml version="1.0" encoding="utf-8"?>
<p:tagLst xmlns:a="http://schemas.openxmlformats.org/drawingml/2006/main" xmlns:r="http://schemas.openxmlformats.org/officeDocument/2006/relationships" xmlns:p="http://schemas.openxmlformats.org/presentationml/2006/main">
  <p:tag name="NAME" val="SingleBoatText"/>
</p:tagLst>
</file>

<file path=ppt/tags/tag16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4.xml><?xml version="1.0" encoding="utf-8"?>
<p:tagLst xmlns:a="http://schemas.openxmlformats.org/drawingml/2006/main" xmlns:r="http://schemas.openxmlformats.org/officeDocument/2006/relationships" xmlns:p="http://schemas.openxmlformats.org/presentationml/2006/main">
  <p:tag name="NAME" val="SingleBoatText"/>
</p:tagLst>
</file>

<file path=ppt/tags/tag16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6.xml><?xml version="1.0" encoding="utf-8"?>
<p:tagLst xmlns:a="http://schemas.openxmlformats.org/drawingml/2006/main" xmlns:r="http://schemas.openxmlformats.org/officeDocument/2006/relationships" xmlns:p="http://schemas.openxmlformats.org/presentationml/2006/main">
  <p:tag name="NAME" val="SingleBoatText"/>
</p:tagLst>
</file>

<file path=ppt/tags/tag16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8.xml><?xml version="1.0" encoding="utf-8"?>
<p:tagLst xmlns:a="http://schemas.openxmlformats.org/drawingml/2006/main" xmlns:r="http://schemas.openxmlformats.org/officeDocument/2006/relationships" xmlns:p="http://schemas.openxmlformats.org/presentationml/2006/main">
  <p:tag name="NAME" val="SingleBoatText"/>
</p:tagLst>
</file>

<file path=ppt/tags/tag16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70.xml><?xml version="1.0" encoding="utf-8"?>
<p:tagLst xmlns:a="http://schemas.openxmlformats.org/drawingml/2006/main" xmlns:r="http://schemas.openxmlformats.org/officeDocument/2006/relationships" xmlns:p="http://schemas.openxmlformats.org/presentationml/2006/main">
  <p:tag name="NAME" val="SingleBoatText"/>
</p:tagLst>
</file>

<file path=ppt/tags/tag17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72.xml><?xml version="1.0" encoding="utf-8"?>
<p:tagLst xmlns:a="http://schemas.openxmlformats.org/drawingml/2006/main" xmlns:r="http://schemas.openxmlformats.org/officeDocument/2006/relationships" xmlns:p="http://schemas.openxmlformats.org/presentationml/2006/main">
  <p:tag name="NAME" val="SingleBoatText"/>
</p:tagLst>
</file>

<file path=ppt/tags/tag17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74.xml><?xml version="1.0" encoding="utf-8"?>
<p:tagLst xmlns:a="http://schemas.openxmlformats.org/drawingml/2006/main" xmlns:r="http://schemas.openxmlformats.org/officeDocument/2006/relationships" xmlns:p="http://schemas.openxmlformats.org/presentationml/2006/main">
  <p:tag name="NAME" val="SingleBoatText"/>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17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78.xml><?xml version="1.0" encoding="utf-8"?>
<p:tagLst xmlns:a="http://schemas.openxmlformats.org/drawingml/2006/main" xmlns:r="http://schemas.openxmlformats.org/officeDocument/2006/relationships" xmlns:p="http://schemas.openxmlformats.org/presentationml/2006/main">
  <p:tag name="NAME" val="SingleBoatText"/>
</p:tagLst>
</file>

<file path=ppt/tags/tag17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80.xml><?xml version="1.0" encoding="utf-8"?>
<p:tagLst xmlns:a="http://schemas.openxmlformats.org/drawingml/2006/main" xmlns:r="http://schemas.openxmlformats.org/officeDocument/2006/relationships" xmlns:p="http://schemas.openxmlformats.org/presentationml/2006/main">
  <p:tag name="NAME" val="SingleBoatText"/>
</p:tagLst>
</file>

<file path=ppt/tags/tag18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82.xml><?xml version="1.0" encoding="utf-8"?>
<p:tagLst xmlns:a="http://schemas.openxmlformats.org/drawingml/2006/main" xmlns:r="http://schemas.openxmlformats.org/officeDocument/2006/relationships" xmlns:p="http://schemas.openxmlformats.org/presentationml/2006/main">
  <p:tag name="NAME" val="SingleBoatText"/>
</p:tagLst>
</file>

<file path=ppt/tags/tag183.xml><?xml version="1.0" encoding="utf-8"?>
<p:tagLst xmlns:a="http://schemas.openxmlformats.org/drawingml/2006/main" xmlns:r="http://schemas.openxmlformats.org/officeDocument/2006/relationships" xmlns:p="http://schemas.openxmlformats.org/presentationml/2006/main">
  <p:tag name="NAME" val="Rectangle"/>
</p:tagLst>
</file>

<file path=ppt/tags/tag184.xml><?xml version="1.0" encoding="utf-8"?>
<p:tagLst xmlns:a="http://schemas.openxmlformats.org/drawingml/2006/main" xmlns:r="http://schemas.openxmlformats.org/officeDocument/2006/relationships" xmlns:p="http://schemas.openxmlformats.org/presentationml/2006/main">
  <p:tag name="NAME" val="Rectangle"/>
</p:tagLst>
</file>

<file path=ppt/tags/tag185.xml><?xml version="1.0" encoding="utf-8"?>
<p:tagLst xmlns:a="http://schemas.openxmlformats.org/drawingml/2006/main" xmlns:r="http://schemas.openxmlformats.org/officeDocument/2006/relationships" xmlns:p="http://schemas.openxmlformats.org/presentationml/2006/main">
  <p:tag name="NAME" val="OvalShape"/>
</p:tagLst>
</file>

<file path=ppt/tags/tag186.xml><?xml version="1.0" encoding="utf-8"?>
<p:tagLst xmlns:a="http://schemas.openxmlformats.org/drawingml/2006/main" xmlns:r="http://schemas.openxmlformats.org/officeDocument/2006/relationships" xmlns:p="http://schemas.openxmlformats.org/presentationml/2006/main">
  <p:tag name="NAME" val="OvalText"/>
</p:tagLst>
</file>

<file path=ppt/tags/tag187.xml><?xml version="1.0" encoding="utf-8"?>
<p:tagLst xmlns:a="http://schemas.openxmlformats.org/drawingml/2006/main" xmlns:r="http://schemas.openxmlformats.org/officeDocument/2006/relationships" xmlns:p="http://schemas.openxmlformats.org/presentationml/2006/main">
  <p:tag name="NAME" val="OvalShape"/>
</p:tagLst>
</file>

<file path=ppt/tags/tag188.xml><?xml version="1.0" encoding="utf-8"?>
<p:tagLst xmlns:a="http://schemas.openxmlformats.org/drawingml/2006/main" xmlns:r="http://schemas.openxmlformats.org/officeDocument/2006/relationships" xmlns:p="http://schemas.openxmlformats.org/presentationml/2006/main">
  <p:tag name="NAME" val="OvalText"/>
</p:tagLst>
</file>

<file path=ppt/tags/tag189.xml><?xml version="1.0" encoding="utf-8"?>
<p:tagLst xmlns:a="http://schemas.openxmlformats.org/drawingml/2006/main" xmlns:r="http://schemas.openxmlformats.org/officeDocument/2006/relationships" xmlns:p="http://schemas.openxmlformats.org/presentationml/2006/main">
  <p:tag name="NAME" val="OvalShape"/>
</p:tagLst>
</file>

<file path=ppt/tags/tag190.xml><?xml version="1.0" encoding="utf-8"?>
<p:tagLst xmlns:a="http://schemas.openxmlformats.org/drawingml/2006/main" xmlns:r="http://schemas.openxmlformats.org/officeDocument/2006/relationships" xmlns:p="http://schemas.openxmlformats.org/presentationml/2006/main">
  <p:tag name="NAME" val="OvalText"/>
</p:tagLst>
</file>

<file path=ppt/tags/tag191.xml><?xml version="1.0" encoding="utf-8"?>
<p:tagLst xmlns:a="http://schemas.openxmlformats.org/drawingml/2006/main" xmlns:r="http://schemas.openxmlformats.org/officeDocument/2006/relationships" xmlns:p="http://schemas.openxmlformats.org/presentationml/2006/main">
  <p:tag name="NAME" val="RectangleShape"/>
</p:tagLst>
</file>

<file path=ppt/tags/tag192.xml><?xml version="1.0" encoding="utf-8"?>
<p:tagLst xmlns:a="http://schemas.openxmlformats.org/drawingml/2006/main" xmlns:r="http://schemas.openxmlformats.org/officeDocument/2006/relationships" xmlns:p="http://schemas.openxmlformats.org/presentationml/2006/main">
  <p:tag name="NAME" val="RectangleText"/>
</p:tagLst>
</file>

<file path=ppt/tags/tag193.xml><?xml version="1.0" encoding="utf-8"?>
<p:tagLst xmlns:a="http://schemas.openxmlformats.org/drawingml/2006/main" xmlns:r="http://schemas.openxmlformats.org/officeDocument/2006/relationships" xmlns:p="http://schemas.openxmlformats.org/presentationml/2006/main">
  <p:tag name="NAME" val="RectangleShape"/>
</p:tagLst>
</file>

<file path=ppt/tags/tag194.xml><?xml version="1.0" encoding="utf-8"?>
<p:tagLst xmlns:a="http://schemas.openxmlformats.org/drawingml/2006/main" xmlns:r="http://schemas.openxmlformats.org/officeDocument/2006/relationships" xmlns:p="http://schemas.openxmlformats.org/presentationml/2006/main">
  <p:tag name="NAME" val="RectangleText"/>
</p:tagLst>
</file>

<file path=ppt/tags/tag19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96.xml><?xml version="1.0" encoding="utf-8"?>
<p:tagLst xmlns:a="http://schemas.openxmlformats.org/drawingml/2006/main" xmlns:r="http://schemas.openxmlformats.org/officeDocument/2006/relationships" xmlns:p="http://schemas.openxmlformats.org/presentationml/2006/main">
  <p:tag name="NAME" val="SingleBoatText"/>
</p:tagLst>
</file>

<file path=ppt/tags/tag19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98.xml><?xml version="1.0" encoding="utf-8"?>
<p:tagLst xmlns:a="http://schemas.openxmlformats.org/drawingml/2006/main" xmlns:r="http://schemas.openxmlformats.org/officeDocument/2006/relationships" xmlns:p="http://schemas.openxmlformats.org/presentationml/2006/main">
  <p:tag name="NAME" val="SingleBoatText"/>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200.xml><?xml version="1.0" encoding="utf-8"?>
<p:tagLst xmlns:a="http://schemas.openxmlformats.org/drawingml/2006/main" xmlns:r="http://schemas.openxmlformats.org/officeDocument/2006/relationships" xmlns:p="http://schemas.openxmlformats.org/presentationml/2006/main">
  <p:tag name="NAME" val="SingleBoatShape"/>
</p:tagLst>
</file>

<file path=ppt/tags/tag201.xml><?xml version="1.0" encoding="utf-8"?>
<p:tagLst xmlns:a="http://schemas.openxmlformats.org/drawingml/2006/main" xmlns:r="http://schemas.openxmlformats.org/officeDocument/2006/relationships" xmlns:p="http://schemas.openxmlformats.org/presentationml/2006/main">
  <p:tag name="NAME" val="SingleBoatText"/>
</p:tagLst>
</file>

<file path=ppt/tags/tag202.xml><?xml version="1.0" encoding="utf-8"?>
<p:tagLst xmlns:a="http://schemas.openxmlformats.org/drawingml/2006/main" xmlns:r="http://schemas.openxmlformats.org/officeDocument/2006/relationships" xmlns:p="http://schemas.openxmlformats.org/presentationml/2006/main">
  <p:tag name="NAME" val="SingleBoatShape"/>
</p:tagLst>
</file>

<file path=ppt/tags/tag203.xml><?xml version="1.0" encoding="utf-8"?>
<p:tagLst xmlns:a="http://schemas.openxmlformats.org/drawingml/2006/main" xmlns:r="http://schemas.openxmlformats.org/officeDocument/2006/relationships" xmlns:p="http://schemas.openxmlformats.org/presentationml/2006/main">
  <p:tag name="NAME" val="SingleBoatText"/>
</p:tagLst>
</file>

<file path=ppt/tags/tag204.xml><?xml version="1.0" encoding="utf-8"?>
<p:tagLst xmlns:a="http://schemas.openxmlformats.org/drawingml/2006/main" xmlns:r="http://schemas.openxmlformats.org/officeDocument/2006/relationships" xmlns:p="http://schemas.openxmlformats.org/presentationml/2006/main">
  <p:tag name="NAME" val="SingleBoatShape"/>
</p:tagLst>
</file>

<file path=ppt/tags/tag205.xml><?xml version="1.0" encoding="utf-8"?>
<p:tagLst xmlns:a="http://schemas.openxmlformats.org/drawingml/2006/main" xmlns:r="http://schemas.openxmlformats.org/officeDocument/2006/relationships" xmlns:p="http://schemas.openxmlformats.org/presentationml/2006/main">
  <p:tag name="NAME" val="SingleBoatText"/>
</p:tagLst>
</file>

<file path=ppt/tags/tag206.xml><?xml version="1.0" encoding="utf-8"?>
<p:tagLst xmlns:a="http://schemas.openxmlformats.org/drawingml/2006/main" xmlns:r="http://schemas.openxmlformats.org/officeDocument/2006/relationships" xmlns:p="http://schemas.openxmlformats.org/presentationml/2006/main">
  <p:tag name="NAME" val="SingleBoatShape"/>
</p:tagLst>
</file>

<file path=ppt/tags/tag207.xml><?xml version="1.0" encoding="utf-8"?>
<p:tagLst xmlns:a="http://schemas.openxmlformats.org/drawingml/2006/main" xmlns:r="http://schemas.openxmlformats.org/officeDocument/2006/relationships" xmlns:p="http://schemas.openxmlformats.org/presentationml/2006/main">
  <p:tag name="NAME" val="SingleBoatText"/>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pJoyVBdLBbkem9Ws6wpegjw"/>
</p:tagLst>
</file>

<file path=ppt/tags/tag209.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0.xml><?xml version="1.0" encoding="utf-8"?>
<p:tagLst xmlns:a="http://schemas.openxmlformats.org/drawingml/2006/main" xmlns:r="http://schemas.openxmlformats.org/officeDocument/2006/relationships" xmlns:p="http://schemas.openxmlformats.org/presentationml/2006/main">
  <p:tag name="NAME" val="SingleBoatText"/>
</p:tagLst>
</file>

<file path=ppt/tags/tag211.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2.xml><?xml version="1.0" encoding="utf-8"?>
<p:tagLst xmlns:a="http://schemas.openxmlformats.org/drawingml/2006/main" xmlns:r="http://schemas.openxmlformats.org/officeDocument/2006/relationships" xmlns:p="http://schemas.openxmlformats.org/presentationml/2006/main">
  <p:tag name="NAME" val="SingleBoatText"/>
</p:tagLst>
</file>

<file path=ppt/tags/tag213.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4.xml><?xml version="1.0" encoding="utf-8"?>
<p:tagLst xmlns:a="http://schemas.openxmlformats.org/drawingml/2006/main" xmlns:r="http://schemas.openxmlformats.org/officeDocument/2006/relationships" xmlns:p="http://schemas.openxmlformats.org/presentationml/2006/main">
  <p:tag name="NAME" val="SingleBoatText"/>
</p:tagLst>
</file>

<file path=ppt/theme/theme1.xml><?xml version="1.0" encoding="utf-8"?>
<a:theme xmlns:a="http://schemas.openxmlformats.org/drawingml/2006/main" name="HDI_Tempalte">
  <a:themeElements>
    <a:clrScheme name="HHI Colors">
      <a:dk1>
        <a:srgbClr val="48535A"/>
      </a:dk1>
      <a:lt1>
        <a:sysClr val="window" lastClr="FFFFFF"/>
      </a:lt1>
      <a:dk2>
        <a:srgbClr val="262627"/>
      </a:dk2>
      <a:lt2>
        <a:srgbClr val="E6E7E8"/>
      </a:lt2>
      <a:accent1>
        <a:srgbClr val="24A1DB"/>
      </a:accent1>
      <a:accent2>
        <a:srgbClr val="354480"/>
      </a:accent2>
      <a:accent3>
        <a:srgbClr val="0E7A64"/>
      </a:accent3>
      <a:accent4>
        <a:srgbClr val="00A5AF"/>
      </a:accent4>
      <a:accent5>
        <a:srgbClr val="2C87AD"/>
      </a:accent5>
      <a:accent6>
        <a:srgbClr val="FAA619"/>
      </a:accent6>
      <a:hlink>
        <a:srgbClr val="0000FF"/>
      </a:hlink>
      <a:folHlink>
        <a:srgbClr val="800080"/>
      </a:folHlink>
    </a:clrScheme>
    <a:fontScheme name="현대체">
      <a:majorFont>
        <a:latin typeface="현대체 Bold"/>
        <a:ea typeface="현대체 Bold"/>
        <a:cs typeface=""/>
      </a:majorFont>
      <a:minorFont>
        <a:latin typeface="현대체 Medium"/>
        <a:ea typeface="현대체 Mediu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lumMod val="5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HHI Colors">
    <a:dk1>
      <a:srgbClr val="48535A"/>
    </a:dk1>
    <a:lt1>
      <a:sysClr val="window" lastClr="FFFFFF"/>
    </a:lt1>
    <a:dk2>
      <a:srgbClr val="262627"/>
    </a:dk2>
    <a:lt2>
      <a:srgbClr val="E6E7E8"/>
    </a:lt2>
    <a:accent1>
      <a:srgbClr val="24A1DB"/>
    </a:accent1>
    <a:accent2>
      <a:srgbClr val="354480"/>
    </a:accent2>
    <a:accent3>
      <a:srgbClr val="0E7A64"/>
    </a:accent3>
    <a:accent4>
      <a:srgbClr val="00A5AF"/>
    </a:accent4>
    <a:accent5>
      <a:srgbClr val="2C87AD"/>
    </a:accent5>
    <a:accent6>
      <a:srgbClr val="FAA619"/>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915D941F2FBC241B14165E81318CF9C" ma:contentTypeVersion="2" ma:contentTypeDescription="Create a new document." ma:contentTypeScope="" ma:versionID="7eec54abfe4ac890e3f29c7938db729a">
  <xsd:schema xmlns:xsd="http://www.w3.org/2001/XMLSchema" xmlns:xs="http://www.w3.org/2001/XMLSchema" xmlns:p="http://schemas.microsoft.com/office/2006/metadata/properties" xmlns:ns2="f404e9a0-303d-47da-b668-2f8f6640f437" targetNamespace="http://schemas.microsoft.com/office/2006/metadata/properties" ma:root="true" ma:fieldsID="9ca5b1cec62b9b01c0e58930d0eb4077" ns2:_="">
    <xsd:import namespace="f404e9a0-303d-47da-b668-2f8f6640f437"/>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404e9a0-303d-47da-b668-2f8f6640f4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6A5CF4-77D1-44E7-B793-8993439B2912}">
  <ds:schemaRefs>
    <ds:schemaRef ds:uri="http://schemas.microsoft.com/sharepoint/v3/contenttype/forms"/>
  </ds:schemaRefs>
</ds:datastoreItem>
</file>

<file path=customXml/itemProps2.xml><?xml version="1.0" encoding="utf-8"?>
<ds:datastoreItem xmlns:ds="http://schemas.openxmlformats.org/officeDocument/2006/customXml" ds:itemID="{D18906DB-EAC1-4210-AE3E-52779CB2076C}">
  <ds:schemaRefs>
    <ds:schemaRef ds:uri="http://purl.org/dc/elements/1.1/"/>
    <ds:schemaRef ds:uri="http://purl.org/dc/dcmitype/"/>
    <ds:schemaRef ds:uri="http://www.w3.org/XML/1998/namespace"/>
    <ds:schemaRef ds:uri="http://schemas.microsoft.com/office/2006/metadata/properties"/>
    <ds:schemaRef ds:uri="f404e9a0-303d-47da-b668-2f8f6640f437"/>
    <ds:schemaRef ds:uri="http://schemas.microsoft.com/office/2006/documentManagement/types"/>
    <ds:schemaRef ds:uri="http://schemas.openxmlformats.org/package/2006/metadata/core-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7C73EC10-5719-4F9C-A796-DE51E19FEB67}">
  <ds:schemaRefs>
    <ds:schemaRef ds:uri="f404e9a0-303d-47da-b668-2f8f6640f4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8724</TotalTime>
  <Words>5488</Words>
  <Application>Microsoft Office PowerPoint</Application>
  <PresentationFormat>A4 纸张(210x297 毫米)</PresentationFormat>
  <Paragraphs>1311</Paragraphs>
  <Slides>17</Slides>
  <Notes>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맑은 고딕</vt:lpstr>
      <vt:lpstr>Noto Sans CJK KR Regular</vt:lpstr>
      <vt:lpstr>Noto Sans CJK SC Regular</vt:lpstr>
      <vt:lpstr>等线</vt:lpstr>
      <vt:lpstr>微软雅黑</vt:lpstr>
      <vt:lpstr>현대체 Light</vt:lpstr>
      <vt:lpstr>현대체 Medium</vt:lpstr>
      <vt:lpstr>현대체Bold</vt:lpstr>
      <vt:lpstr>현대체Light</vt:lpstr>
      <vt:lpstr>현대체Medium</vt:lpstr>
      <vt:lpstr>Arial</vt:lpstr>
      <vt:lpstr>Arial Black</vt:lpstr>
      <vt:lpstr>Wingdings</vt:lpstr>
      <vt:lpstr>HDI_Tempalte</vt:lpstr>
      <vt:lpstr>IT资产管理系统相关 - 开发需求</vt:lpstr>
      <vt:lpstr>课题推进背景及目标</vt:lpstr>
      <vt:lpstr>推进日程 &amp; 推进组织</vt:lpstr>
      <vt:lpstr>推进范围</vt:lpstr>
      <vt:lpstr>业务流程</vt:lpstr>
      <vt:lpstr>业务流程 – 详细：各阶段别物料管理信息 </vt:lpstr>
      <vt:lpstr>功能需求：基准信息 – 权限&amp;用户      物料分类&amp;属性</vt:lpstr>
      <vt:lpstr>功能需求：基准信息 – 存放位置       故障&amp;维修类型        其他基准信息</vt:lpstr>
      <vt:lpstr>功能需求：审批&amp;通知 – 决裁线设置、My to-do、通知</vt:lpstr>
      <vt:lpstr>功能需求：管理画面 – 物料登记</vt:lpstr>
      <vt:lpstr>功能需求：管理画面 – 日常管理</vt:lpstr>
      <vt:lpstr>功能需求：管理画面 – 维保期管理       维修报废管理</vt:lpstr>
      <vt:lpstr>功能需求：管理画面 – 资产盘点管理</vt:lpstr>
      <vt:lpstr>功能需求：报表画面 – 物料清单       出入库履历</vt:lpstr>
      <vt:lpstr>功能需求：报表画面 – 维修&amp;报废履历         资产盘点报表</vt:lpstr>
      <vt:lpstr>Backup：功能清单</vt:lpstr>
      <vt:lpstr>End of Document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HHI</dc:creator>
  <cp:lastModifiedBy>侯艳艳(Yanyan Hou) Senior Supervisor DICI</cp:lastModifiedBy>
  <cp:revision>404</cp:revision>
  <cp:lastPrinted>2022-05-25T02:10:54Z</cp:lastPrinted>
  <dcterms:created xsi:type="dcterms:W3CDTF">2015-04-16T04:25:48Z</dcterms:created>
  <dcterms:modified xsi:type="dcterms:W3CDTF">2022-06-02T07:13:00Z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0x010100F915D941F2FBC241B14165E81318CF9C</vt:lpwstr>
  </property>
</Properties>
</file>